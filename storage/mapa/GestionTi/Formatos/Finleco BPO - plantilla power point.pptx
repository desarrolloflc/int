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8"/>
  </p:notesMasterIdLst>
  <p:handoutMasterIdLst>
    <p:handoutMasterId r:id="rId39"/>
  </p:handoutMasterIdLst>
  <p:sldIdLst>
    <p:sldId id="604" r:id="rId2"/>
    <p:sldId id="605" r:id="rId3"/>
    <p:sldId id="606" r:id="rId4"/>
    <p:sldId id="607" r:id="rId5"/>
    <p:sldId id="608" r:id="rId6"/>
    <p:sldId id="609" r:id="rId7"/>
    <p:sldId id="610" r:id="rId8"/>
    <p:sldId id="611" r:id="rId9"/>
    <p:sldId id="589" r:id="rId10"/>
    <p:sldId id="590" r:id="rId11"/>
    <p:sldId id="591" r:id="rId12"/>
    <p:sldId id="592" r:id="rId13"/>
    <p:sldId id="593" r:id="rId14"/>
    <p:sldId id="580" r:id="rId15"/>
    <p:sldId id="598" r:id="rId16"/>
    <p:sldId id="596" r:id="rId17"/>
    <p:sldId id="597" r:id="rId18"/>
    <p:sldId id="599" r:id="rId19"/>
    <p:sldId id="595" r:id="rId20"/>
    <p:sldId id="618" r:id="rId21"/>
    <p:sldId id="619" r:id="rId22"/>
    <p:sldId id="621" r:id="rId23"/>
    <p:sldId id="622" r:id="rId24"/>
    <p:sldId id="623" r:id="rId25"/>
    <p:sldId id="624" r:id="rId26"/>
    <p:sldId id="601" r:id="rId27"/>
    <p:sldId id="602" r:id="rId28"/>
    <p:sldId id="625" r:id="rId29"/>
    <p:sldId id="626" r:id="rId30"/>
    <p:sldId id="627" r:id="rId31"/>
    <p:sldId id="628" r:id="rId32"/>
    <p:sldId id="629" r:id="rId33"/>
    <p:sldId id="630" r:id="rId34"/>
    <p:sldId id="631" r:id="rId35"/>
    <p:sldId id="603" r:id="rId36"/>
    <p:sldId id="594" r:id="rId3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Generous Art" initials="GA" lastIdx="11" clrIdx="0">
    <p:extLst>
      <p:ext uri="{19B8F6BF-5375-455C-9EA6-DF929625EA0E}">
        <p15:presenceInfo xmlns:p15="http://schemas.microsoft.com/office/powerpoint/2012/main" userId="74acd13c187467fd" providerId="Windows Live"/>
      </p:ext>
    </p:extLst>
  </p:cmAuthor>
  <p:cmAuthor id="2" name="User" initials="U" lastIdx="2" clrIdx="1">
    <p:extLst>
      <p:ext uri="{19B8F6BF-5375-455C-9EA6-DF929625EA0E}">
        <p15:presenceInfo xmlns:p15="http://schemas.microsoft.com/office/powerpoint/2012/main" userId="User"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C53F0"/>
    <a:srgbClr val="605FC0"/>
    <a:srgbClr val="FF9300"/>
    <a:srgbClr val="8962EF"/>
    <a:srgbClr val="6415BC"/>
    <a:srgbClr val="D4A83F"/>
    <a:srgbClr val="D2C7F1"/>
    <a:srgbClr val="3A3AA8"/>
    <a:srgbClr val="EBECF0"/>
    <a:srgbClr val="E86F9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799B23B-EC83-4686-B30A-512413B5E67A}" styleName="Estilo claro 3 - Acento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7457" autoAdjust="0"/>
    <p:restoredTop sz="95574" autoAdjust="0"/>
  </p:normalViewPr>
  <p:slideViewPr>
    <p:cSldViewPr snapToGrid="0" showGuides="1">
      <p:cViewPr>
        <p:scale>
          <a:sx n="107" d="100"/>
          <a:sy n="107" d="100"/>
        </p:scale>
        <p:origin x="616" y="144"/>
      </p:cViewPr>
      <p:guideLst/>
    </p:cSldViewPr>
  </p:slideViewPr>
  <p:notesTextViewPr>
    <p:cViewPr>
      <p:scale>
        <a:sx n="1" d="1"/>
        <a:sy n="1" d="1"/>
      </p:scale>
      <p:origin x="0" y="0"/>
    </p:cViewPr>
  </p:notesTextViewPr>
  <p:notesViewPr>
    <p:cSldViewPr snapToGrid="0" showGuides="1">
      <p:cViewPr varScale="1">
        <p:scale>
          <a:sx n="88" d="100"/>
          <a:sy n="88" d="100"/>
        </p:scale>
        <p:origin x="2214" y="7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handoutMaster" Target="handoutMasters/handout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commentAuthors" Target="commentAuthor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C7996EEF-566E-7A88-F308-3D4015628DB1}"/>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C67DBD38-A3EA-998C-B5B7-F0D7645121A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073912D-7C6A-43A1-BD4F-844544856533}" type="datetimeFigureOut">
              <a:rPr lang="en-US" smtClean="0"/>
              <a:t>7/19/24</a:t>
            </a:fld>
            <a:endParaRPr lang="en-US"/>
          </a:p>
        </p:txBody>
      </p:sp>
      <p:sp>
        <p:nvSpPr>
          <p:cNvPr id="4" name="Footer Placeholder 3">
            <a:extLst>
              <a:ext uri="{FF2B5EF4-FFF2-40B4-BE49-F238E27FC236}">
                <a16:creationId xmlns:a16="http://schemas.microsoft.com/office/drawing/2014/main" id="{6E8E6501-4663-6A70-ADCD-586B90C8C4C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2BB7DFDC-48CD-9984-5DE0-373B2C55F49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0673D9B-926C-4BC4-9140-1F67C9ADB123}" type="slidenum">
              <a:rPr lang="en-US" smtClean="0"/>
              <a:t>‹Nº›</a:t>
            </a:fld>
            <a:endParaRPr lang="en-US"/>
          </a:p>
        </p:txBody>
      </p:sp>
    </p:spTree>
    <p:extLst>
      <p:ext uri="{BB962C8B-B14F-4D97-AF65-F5344CB8AC3E}">
        <p14:creationId xmlns:p14="http://schemas.microsoft.com/office/powerpoint/2010/main" val="3624622697"/>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4E0B374-864F-4F02-A0B9-F97406D221B1}" type="datetimeFigureOut">
              <a:rPr lang="en-US" smtClean="0"/>
              <a:t>7/19/24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7AE1B17-659C-4B06-9FE1-A50DC2793C76}" type="slidenum">
              <a:rPr lang="en-US" smtClean="0"/>
              <a:t>‹Nº›</a:t>
            </a:fld>
            <a:endParaRPr lang="en-US"/>
          </a:p>
        </p:txBody>
      </p:sp>
    </p:spTree>
    <p:extLst>
      <p:ext uri="{BB962C8B-B14F-4D97-AF65-F5344CB8AC3E}">
        <p14:creationId xmlns:p14="http://schemas.microsoft.com/office/powerpoint/2010/main" val="31224180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0">
    <p:spTree>
      <p:nvGrpSpPr>
        <p:cNvPr id="1" name=""/>
        <p:cNvGrpSpPr/>
        <p:nvPr/>
      </p:nvGrpSpPr>
      <p:grpSpPr>
        <a:xfrm>
          <a:off x="0" y="0"/>
          <a:ext cx="0" cy="0"/>
          <a:chOff x="0" y="0"/>
          <a:chExt cx="0" cy="0"/>
        </a:xfrm>
      </p:grpSpPr>
    </p:spTree>
    <p:extLst>
      <p:ext uri="{BB962C8B-B14F-4D97-AF65-F5344CB8AC3E}">
        <p14:creationId xmlns:p14="http://schemas.microsoft.com/office/powerpoint/2010/main" val="3334508616"/>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2_0">
    <p:spTree>
      <p:nvGrpSpPr>
        <p:cNvPr id="1" name=""/>
        <p:cNvGrpSpPr/>
        <p:nvPr/>
      </p:nvGrpSpPr>
      <p:grpSpPr>
        <a:xfrm>
          <a:off x="0" y="0"/>
          <a:ext cx="0" cy="0"/>
          <a:chOff x="0" y="0"/>
          <a:chExt cx="0" cy="0"/>
        </a:xfrm>
      </p:grpSpPr>
      <p:sp>
        <p:nvSpPr>
          <p:cNvPr id="4" name="Picture Placeholder 3"/>
          <p:cNvSpPr>
            <a:spLocks noGrp="1"/>
          </p:cNvSpPr>
          <p:nvPr>
            <p:ph type="pic" sz="quarter" idx="15" hasCustomPrompt="1"/>
          </p:nvPr>
        </p:nvSpPr>
        <p:spPr>
          <a:xfrm>
            <a:off x="6976665" y="0"/>
            <a:ext cx="5215336" cy="5666818"/>
          </a:xfrm>
          <a:custGeom>
            <a:avLst/>
            <a:gdLst>
              <a:gd name="connsiteX0" fmla="*/ 5215336 w 5215336"/>
              <a:gd name="connsiteY0" fmla="*/ 0 h 5666818"/>
              <a:gd name="connsiteX1" fmla="*/ 5215336 w 5215336"/>
              <a:gd name="connsiteY1" fmla="*/ 2970928 h 5666818"/>
              <a:gd name="connsiteX2" fmla="*/ 3024786 w 5215336"/>
              <a:gd name="connsiteY2" fmla="*/ 5150461 h 5666818"/>
              <a:gd name="connsiteX3" fmla="*/ 516357 w 5215336"/>
              <a:gd name="connsiteY3" fmla="*/ 5144138 h 5666818"/>
              <a:gd name="connsiteX4" fmla="*/ 522681 w 5215336"/>
              <a:gd name="connsiteY4" fmla="*/ 2635708 h 5666818"/>
              <a:gd name="connsiteX5" fmla="*/ 3171710 w 5215336"/>
              <a:gd name="connsiteY5" fmla="*/ 0 h 5666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15336" h="5666818">
                <a:moveTo>
                  <a:pt x="5215336" y="0"/>
                </a:moveTo>
                <a:lnTo>
                  <a:pt x="5215336" y="2970928"/>
                </a:lnTo>
                <a:lnTo>
                  <a:pt x="3024786" y="5150461"/>
                </a:lnTo>
                <a:cubicBezTo>
                  <a:pt x="2330356" y="5841400"/>
                  <a:pt x="1207296" y="5838568"/>
                  <a:pt x="516357" y="5144138"/>
                </a:cubicBezTo>
                <a:cubicBezTo>
                  <a:pt x="-174580" y="4449708"/>
                  <a:pt x="-171749" y="3326647"/>
                  <a:pt x="522681" y="2635708"/>
                </a:cubicBezTo>
                <a:lnTo>
                  <a:pt x="3171710" y="0"/>
                </a:lnTo>
                <a:close/>
              </a:path>
            </a:pathLst>
          </a:custGeom>
        </p:spPr>
        <p:txBody>
          <a:bodyPr wrap="square" anchor="ctr">
            <a:noAutofit/>
          </a:bodyPr>
          <a:lstStyle>
            <a:lvl1pPr marL="0" indent="0" algn="ctr">
              <a:buNone/>
              <a:defRPr sz="1500" baseline="0"/>
            </a:lvl1pPr>
          </a:lstStyle>
          <a:p>
            <a:r>
              <a:rPr lang="en-US"/>
              <a:t>Image Placeholder</a:t>
            </a:r>
          </a:p>
        </p:txBody>
      </p:sp>
    </p:spTree>
    <p:extLst>
      <p:ext uri="{BB962C8B-B14F-4D97-AF65-F5344CB8AC3E}">
        <p14:creationId xmlns:p14="http://schemas.microsoft.com/office/powerpoint/2010/main" val="770482670"/>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1_0">
    <p:spTree>
      <p:nvGrpSpPr>
        <p:cNvPr id="1" name=""/>
        <p:cNvGrpSpPr/>
        <p:nvPr/>
      </p:nvGrpSpPr>
      <p:grpSpPr>
        <a:xfrm>
          <a:off x="0" y="0"/>
          <a:ext cx="0" cy="0"/>
          <a:chOff x="0" y="0"/>
          <a:chExt cx="0" cy="0"/>
        </a:xfrm>
      </p:grpSpPr>
      <p:sp>
        <p:nvSpPr>
          <p:cNvPr id="4" name="Picture Placeholder 3"/>
          <p:cNvSpPr>
            <a:spLocks noGrp="1"/>
          </p:cNvSpPr>
          <p:nvPr>
            <p:ph type="pic" sz="quarter" idx="15" hasCustomPrompt="1"/>
          </p:nvPr>
        </p:nvSpPr>
        <p:spPr>
          <a:xfrm>
            <a:off x="8050924" y="723900"/>
            <a:ext cx="4141076" cy="6134100"/>
          </a:xfrm>
          <a:custGeom>
            <a:avLst/>
            <a:gdLst>
              <a:gd name="connsiteX0" fmla="*/ 0 w 4141076"/>
              <a:gd name="connsiteY0" fmla="*/ 0 h 6134100"/>
              <a:gd name="connsiteX1" fmla="*/ 4141076 w 4141076"/>
              <a:gd name="connsiteY1" fmla="*/ 0 h 6134100"/>
              <a:gd name="connsiteX2" fmla="*/ 4141076 w 4141076"/>
              <a:gd name="connsiteY2" fmla="*/ 6134100 h 6134100"/>
              <a:gd name="connsiteX3" fmla="*/ 0 w 4141076"/>
              <a:gd name="connsiteY3" fmla="*/ 6134100 h 6134100"/>
            </a:gdLst>
            <a:ahLst/>
            <a:cxnLst>
              <a:cxn ang="0">
                <a:pos x="connsiteX0" y="connsiteY0"/>
              </a:cxn>
              <a:cxn ang="0">
                <a:pos x="connsiteX1" y="connsiteY1"/>
              </a:cxn>
              <a:cxn ang="0">
                <a:pos x="connsiteX2" y="connsiteY2"/>
              </a:cxn>
              <a:cxn ang="0">
                <a:pos x="connsiteX3" y="connsiteY3"/>
              </a:cxn>
            </a:cxnLst>
            <a:rect l="l" t="t" r="r" b="b"/>
            <a:pathLst>
              <a:path w="4141076" h="6134100">
                <a:moveTo>
                  <a:pt x="0" y="0"/>
                </a:moveTo>
                <a:lnTo>
                  <a:pt x="4141076" y="0"/>
                </a:lnTo>
                <a:lnTo>
                  <a:pt x="4141076" y="6134100"/>
                </a:lnTo>
                <a:lnTo>
                  <a:pt x="0" y="6134100"/>
                </a:lnTo>
                <a:close/>
              </a:path>
            </a:pathLst>
          </a:custGeom>
        </p:spPr>
        <p:txBody>
          <a:bodyPr wrap="square" anchor="ctr">
            <a:noAutofit/>
          </a:bodyPr>
          <a:lstStyle>
            <a:lvl1pPr marL="0" indent="0" algn="ctr">
              <a:buNone/>
              <a:defRPr sz="1500" baseline="0"/>
            </a:lvl1pPr>
          </a:lstStyle>
          <a:p>
            <a:r>
              <a:rPr lang="en-US"/>
              <a:t>Image Placeholder</a:t>
            </a:r>
          </a:p>
        </p:txBody>
      </p:sp>
    </p:spTree>
    <p:extLst>
      <p:ext uri="{BB962C8B-B14F-4D97-AF65-F5344CB8AC3E}">
        <p14:creationId xmlns:p14="http://schemas.microsoft.com/office/powerpoint/2010/main" val="628525578"/>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0_0">
    <p:spTree>
      <p:nvGrpSpPr>
        <p:cNvPr id="1" name=""/>
        <p:cNvGrpSpPr/>
        <p:nvPr/>
      </p:nvGrpSpPr>
      <p:grpSpPr>
        <a:xfrm>
          <a:off x="0" y="0"/>
          <a:ext cx="0" cy="0"/>
          <a:chOff x="0" y="0"/>
          <a:chExt cx="0" cy="0"/>
        </a:xfrm>
      </p:grpSpPr>
      <p:sp>
        <p:nvSpPr>
          <p:cNvPr id="4" name="Picture Placeholder 3"/>
          <p:cNvSpPr>
            <a:spLocks noGrp="1"/>
          </p:cNvSpPr>
          <p:nvPr>
            <p:ph type="pic" sz="quarter" idx="15" hasCustomPrompt="1"/>
          </p:nvPr>
        </p:nvSpPr>
        <p:spPr>
          <a:xfrm>
            <a:off x="8527869" y="3472103"/>
            <a:ext cx="2727648" cy="2528649"/>
          </a:xfrm>
          <a:custGeom>
            <a:avLst/>
            <a:gdLst>
              <a:gd name="connsiteX0" fmla="*/ 100640 w 2727648"/>
              <a:gd name="connsiteY0" fmla="*/ 0 h 2528649"/>
              <a:gd name="connsiteX1" fmla="*/ 2627008 w 2727648"/>
              <a:gd name="connsiteY1" fmla="*/ 0 h 2528649"/>
              <a:gd name="connsiteX2" fmla="*/ 2727648 w 2727648"/>
              <a:gd name="connsiteY2" fmla="*/ 100640 h 2528649"/>
              <a:gd name="connsiteX3" fmla="*/ 2727648 w 2727648"/>
              <a:gd name="connsiteY3" fmla="*/ 2428009 h 2528649"/>
              <a:gd name="connsiteX4" fmla="*/ 2627008 w 2727648"/>
              <a:gd name="connsiteY4" fmla="*/ 2528649 h 2528649"/>
              <a:gd name="connsiteX5" fmla="*/ 100640 w 2727648"/>
              <a:gd name="connsiteY5" fmla="*/ 2528649 h 2528649"/>
              <a:gd name="connsiteX6" fmla="*/ 0 w 2727648"/>
              <a:gd name="connsiteY6" fmla="*/ 2428009 h 2528649"/>
              <a:gd name="connsiteX7" fmla="*/ 0 w 2727648"/>
              <a:gd name="connsiteY7" fmla="*/ 100640 h 2528649"/>
              <a:gd name="connsiteX8" fmla="*/ 100640 w 2727648"/>
              <a:gd name="connsiteY8" fmla="*/ 0 h 25286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27648" h="2528649">
                <a:moveTo>
                  <a:pt x="100640" y="0"/>
                </a:moveTo>
                <a:lnTo>
                  <a:pt x="2627008" y="0"/>
                </a:lnTo>
                <a:cubicBezTo>
                  <a:pt x="2682590" y="0"/>
                  <a:pt x="2727648" y="45058"/>
                  <a:pt x="2727648" y="100640"/>
                </a:cubicBezTo>
                <a:lnTo>
                  <a:pt x="2727648" y="2428009"/>
                </a:lnTo>
                <a:cubicBezTo>
                  <a:pt x="2727648" y="2483591"/>
                  <a:pt x="2682590" y="2528649"/>
                  <a:pt x="2627008" y="2528649"/>
                </a:cubicBezTo>
                <a:lnTo>
                  <a:pt x="100640" y="2528649"/>
                </a:lnTo>
                <a:cubicBezTo>
                  <a:pt x="45058" y="2528649"/>
                  <a:pt x="0" y="2483591"/>
                  <a:pt x="0" y="2428009"/>
                </a:cubicBezTo>
                <a:lnTo>
                  <a:pt x="0" y="100640"/>
                </a:lnTo>
                <a:cubicBezTo>
                  <a:pt x="0" y="45058"/>
                  <a:pt x="45058" y="0"/>
                  <a:pt x="100640" y="0"/>
                </a:cubicBezTo>
                <a:close/>
              </a:path>
            </a:pathLst>
          </a:custGeom>
        </p:spPr>
        <p:txBody>
          <a:bodyPr wrap="square" anchor="ctr">
            <a:noAutofit/>
          </a:bodyPr>
          <a:lstStyle>
            <a:lvl1pPr marL="0" indent="0" algn="ctr">
              <a:buNone/>
              <a:defRPr sz="1500" baseline="0"/>
            </a:lvl1pPr>
          </a:lstStyle>
          <a:p>
            <a:r>
              <a:rPr lang="en-US"/>
              <a:t>Image Placeholder</a:t>
            </a:r>
          </a:p>
        </p:txBody>
      </p:sp>
    </p:spTree>
    <p:extLst>
      <p:ext uri="{BB962C8B-B14F-4D97-AF65-F5344CB8AC3E}">
        <p14:creationId xmlns:p14="http://schemas.microsoft.com/office/powerpoint/2010/main" val="1191850056"/>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9_0">
    <p:spTree>
      <p:nvGrpSpPr>
        <p:cNvPr id="1" name=""/>
        <p:cNvGrpSpPr/>
        <p:nvPr/>
      </p:nvGrpSpPr>
      <p:grpSpPr>
        <a:xfrm>
          <a:off x="0" y="0"/>
          <a:ext cx="0" cy="0"/>
          <a:chOff x="0" y="0"/>
          <a:chExt cx="0" cy="0"/>
        </a:xfrm>
      </p:grpSpPr>
      <p:sp>
        <p:nvSpPr>
          <p:cNvPr id="10" name="Picture Placeholder 9"/>
          <p:cNvSpPr>
            <a:spLocks noGrp="1"/>
          </p:cNvSpPr>
          <p:nvPr>
            <p:ph type="pic" sz="quarter" idx="16" hasCustomPrompt="1"/>
          </p:nvPr>
        </p:nvSpPr>
        <p:spPr>
          <a:xfrm>
            <a:off x="723900" y="2018170"/>
            <a:ext cx="3289300" cy="2217222"/>
          </a:xfrm>
          <a:custGeom>
            <a:avLst/>
            <a:gdLst>
              <a:gd name="connsiteX0" fmla="*/ 142213 w 3289300"/>
              <a:gd name="connsiteY0" fmla="*/ 0 h 2217222"/>
              <a:gd name="connsiteX1" fmla="*/ 3147087 w 3289300"/>
              <a:gd name="connsiteY1" fmla="*/ 0 h 2217222"/>
              <a:gd name="connsiteX2" fmla="*/ 3289300 w 3289300"/>
              <a:gd name="connsiteY2" fmla="*/ 142213 h 2217222"/>
              <a:gd name="connsiteX3" fmla="*/ 3289300 w 3289300"/>
              <a:gd name="connsiteY3" fmla="*/ 2075009 h 2217222"/>
              <a:gd name="connsiteX4" fmla="*/ 3147087 w 3289300"/>
              <a:gd name="connsiteY4" fmla="*/ 2217222 h 2217222"/>
              <a:gd name="connsiteX5" fmla="*/ 142213 w 3289300"/>
              <a:gd name="connsiteY5" fmla="*/ 2217222 h 2217222"/>
              <a:gd name="connsiteX6" fmla="*/ 0 w 3289300"/>
              <a:gd name="connsiteY6" fmla="*/ 2075009 h 2217222"/>
              <a:gd name="connsiteX7" fmla="*/ 0 w 3289300"/>
              <a:gd name="connsiteY7" fmla="*/ 142213 h 2217222"/>
              <a:gd name="connsiteX8" fmla="*/ 142213 w 3289300"/>
              <a:gd name="connsiteY8" fmla="*/ 0 h 22172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89300" h="2217222">
                <a:moveTo>
                  <a:pt x="142213" y="0"/>
                </a:moveTo>
                <a:lnTo>
                  <a:pt x="3147087" y="0"/>
                </a:lnTo>
                <a:cubicBezTo>
                  <a:pt x="3225629" y="0"/>
                  <a:pt x="3289300" y="63671"/>
                  <a:pt x="3289300" y="142213"/>
                </a:cubicBezTo>
                <a:lnTo>
                  <a:pt x="3289300" y="2075009"/>
                </a:lnTo>
                <a:cubicBezTo>
                  <a:pt x="3289300" y="2153551"/>
                  <a:pt x="3225629" y="2217222"/>
                  <a:pt x="3147087" y="2217222"/>
                </a:cubicBezTo>
                <a:lnTo>
                  <a:pt x="142213" y="2217222"/>
                </a:lnTo>
                <a:cubicBezTo>
                  <a:pt x="63671" y="2217222"/>
                  <a:pt x="0" y="2153551"/>
                  <a:pt x="0" y="2075009"/>
                </a:cubicBezTo>
                <a:lnTo>
                  <a:pt x="0" y="142213"/>
                </a:lnTo>
                <a:cubicBezTo>
                  <a:pt x="0" y="63671"/>
                  <a:pt x="63671" y="0"/>
                  <a:pt x="142213" y="0"/>
                </a:cubicBezTo>
                <a:close/>
              </a:path>
            </a:pathLst>
          </a:custGeom>
        </p:spPr>
        <p:txBody>
          <a:bodyPr wrap="square" anchor="ctr">
            <a:noAutofit/>
          </a:bodyPr>
          <a:lstStyle>
            <a:lvl1pPr marL="0" indent="0" algn="ctr">
              <a:buNone/>
              <a:defRPr sz="1500" baseline="0"/>
            </a:lvl1pPr>
          </a:lstStyle>
          <a:p>
            <a:r>
              <a:rPr lang="en-US"/>
              <a:t>Image Placeholder</a:t>
            </a:r>
          </a:p>
        </p:txBody>
      </p:sp>
      <p:sp>
        <p:nvSpPr>
          <p:cNvPr id="8" name="Picture Placeholder 7"/>
          <p:cNvSpPr>
            <a:spLocks noGrp="1"/>
          </p:cNvSpPr>
          <p:nvPr>
            <p:ph type="pic" sz="quarter" idx="15" hasCustomPrompt="1"/>
          </p:nvPr>
        </p:nvSpPr>
        <p:spPr>
          <a:xfrm>
            <a:off x="4451350" y="2018170"/>
            <a:ext cx="3289300" cy="2217222"/>
          </a:xfrm>
          <a:custGeom>
            <a:avLst/>
            <a:gdLst>
              <a:gd name="connsiteX0" fmla="*/ 142213 w 3289300"/>
              <a:gd name="connsiteY0" fmla="*/ 0 h 2217222"/>
              <a:gd name="connsiteX1" fmla="*/ 3147087 w 3289300"/>
              <a:gd name="connsiteY1" fmla="*/ 0 h 2217222"/>
              <a:gd name="connsiteX2" fmla="*/ 3289300 w 3289300"/>
              <a:gd name="connsiteY2" fmla="*/ 142213 h 2217222"/>
              <a:gd name="connsiteX3" fmla="*/ 3289300 w 3289300"/>
              <a:gd name="connsiteY3" fmla="*/ 2075009 h 2217222"/>
              <a:gd name="connsiteX4" fmla="*/ 3147087 w 3289300"/>
              <a:gd name="connsiteY4" fmla="*/ 2217222 h 2217222"/>
              <a:gd name="connsiteX5" fmla="*/ 142213 w 3289300"/>
              <a:gd name="connsiteY5" fmla="*/ 2217222 h 2217222"/>
              <a:gd name="connsiteX6" fmla="*/ 0 w 3289300"/>
              <a:gd name="connsiteY6" fmla="*/ 2075009 h 2217222"/>
              <a:gd name="connsiteX7" fmla="*/ 0 w 3289300"/>
              <a:gd name="connsiteY7" fmla="*/ 142213 h 2217222"/>
              <a:gd name="connsiteX8" fmla="*/ 142213 w 3289300"/>
              <a:gd name="connsiteY8" fmla="*/ 0 h 22172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89300" h="2217222">
                <a:moveTo>
                  <a:pt x="142213" y="0"/>
                </a:moveTo>
                <a:lnTo>
                  <a:pt x="3147087" y="0"/>
                </a:lnTo>
                <a:cubicBezTo>
                  <a:pt x="3225629" y="0"/>
                  <a:pt x="3289300" y="63671"/>
                  <a:pt x="3289300" y="142213"/>
                </a:cubicBezTo>
                <a:lnTo>
                  <a:pt x="3289300" y="2075009"/>
                </a:lnTo>
                <a:cubicBezTo>
                  <a:pt x="3289300" y="2153551"/>
                  <a:pt x="3225629" y="2217222"/>
                  <a:pt x="3147087" y="2217222"/>
                </a:cubicBezTo>
                <a:lnTo>
                  <a:pt x="142213" y="2217222"/>
                </a:lnTo>
                <a:cubicBezTo>
                  <a:pt x="63671" y="2217222"/>
                  <a:pt x="0" y="2153551"/>
                  <a:pt x="0" y="2075009"/>
                </a:cubicBezTo>
                <a:lnTo>
                  <a:pt x="0" y="142213"/>
                </a:lnTo>
                <a:cubicBezTo>
                  <a:pt x="0" y="63671"/>
                  <a:pt x="63671" y="0"/>
                  <a:pt x="142213" y="0"/>
                </a:cubicBezTo>
                <a:close/>
              </a:path>
            </a:pathLst>
          </a:custGeom>
        </p:spPr>
        <p:txBody>
          <a:bodyPr wrap="square" anchor="ctr">
            <a:noAutofit/>
          </a:bodyPr>
          <a:lstStyle>
            <a:lvl1pPr marL="0" indent="0" algn="ctr">
              <a:buNone/>
              <a:defRPr sz="1500" baseline="0"/>
            </a:lvl1pPr>
          </a:lstStyle>
          <a:p>
            <a:r>
              <a:rPr lang="en-US"/>
              <a:t>Image Placeholder</a:t>
            </a:r>
          </a:p>
        </p:txBody>
      </p:sp>
      <p:sp>
        <p:nvSpPr>
          <p:cNvPr id="6" name="Picture Placeholder 5"/>
          <p:cNvSpPr>
            <a:spLocks noGrp="1"/>
          </p:cNvSpPr>
          <p:nvPr>
            <p:ph type="pic" sz="quarter" idx="14" hasCustomPrompt="1"/>
          </p:nvPr>
        </p:nvSpPr>
        <p:spPr>
          <a:xfrm>
            <a:off x="8178800" y="2018170"/>
            <a:ext cx="3289300" cy="2217222"/>
          </a:xfrm>
          <a:custGeom>
            <a:avLst/>
            <a:gdLst>
              <a:gd name="connsiteX0" fmla="*/ 142213 w 3289300"/>
              <a:gd name="connsiteY0" fmla="*/ 0 h 2217222"/>
              <a:gd name="connsiteX1" fmla="*/ 3147087 w 3289300"/>
              <a:gd name="connsiteY1" fmla="*/ 0 h 2217222"/>
              <a:gd name="connsiteX2" fmla="*/ 3289300 w 3289300"/>
              <a:gd name="connsiteY2" fmla="*/ 142213 h 2217222"/>
              <a:gd name="connsiteX3" fmla="*/ 3289300 w 3289300"/>
              <a:gd name="connsiteY3" fmla="*/ 2075009 h 2217222"/>
              <a:gd name="connsiteX4" fmla="*/ 3147087 w 3289300"/>
              <a:gd name="connsiteY4" fmla="*/ 2217222 h 2217222"/>
              <a:gd name="connsiteX5" fmla="*/ 142213 w 3289300"/>
              <a:gd name="connsiteY5" fmla="*/ 2217222 h 2217222"/>
              <a:gd name="connsiteX6" fmla="*/ 0 w 3289300"/>
              <a:gd name="connsiteY6" fmla="*/ 2075009 h 2217222"/>
              <a:gd name="connsiteX7" fmla="*/ 0 w 3289300"/>
              <a:gd name="connsiteY7" fmla="*/ 142213 h 2217222"/>
              <a:gd name="connsiteX8" fmla="*/ 142213 w 3289300"/>
              <a:gd name="connsiteY8" fmla="*/ 0 h 22172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89300" h="2217222">
                <a:moveTo>
                  <a:pt x="142213" y="0"/>
                </a:moveTo>
                <a:lnTo>
                  <a:pt x="3147087" y="0"/>
                </a:lnTo>
                <a:cubicBezTo>
                  <a:pt x="3225629" y="0"/>
                  <a:pt x="3289300" y="63671"/>
                  <a:pt x="3289300" y="142213"/>
                </a:cubicBezTo>
                <a:lnTo>
                  <a:pt x="3289300" y="2075009"/>
                </a:lnTo>
                <a:cubicBezTo>
                  <a:pt x="3289300" y="2153551"/>
                  <a:pt x="3225629" y="2217222"/>
                  <a:pt x="3147087" y="2217222"/>
                </a:cubicBezTo>
                <a:lnTo>
                  <a:pt x="142213" y="2217222"/>
                </a:lnTo>
                <a:cubicBezTo>
                  <a:pt x="63671" y="2217222"/>
                  <a:pt x="0" y="2153551"/>
                  <a:pt x="0" y="2075009"/>
                </a:cubicBezTo>
                <a:lnTo>
                  <a:pt x="0" y="142213"/>
                </a:lnTo>
                <a:cubicBezTo>
                  <a:pt x="0" y="63671"/>
                  <a:pt x="63671" y="0"/>
                  <a:pt x="142213" y="0"/>
                </a:cubicBezTo>
                <a:close/>
              </a:path>
            </a:pathLst>
          </a:custGeom>
        </p:spPr>
        <p:txBody>
          <a:bodyPr wrap="square" anchor="ctr">
            <a:noAutofit/>
          </a:bodyPr>
          <a:lstStyle>
            <a:lvl1pPr marL="0" indent="0" algn="ctr">
              <a:buNone/>
              <a:defRPr sz="1500" baseline="0"/>
            </a:lvl1pPr>
          </a:lstStyle>
          <a:p>
            <a:r>
              <a:rPr lang="en-US"/>
              <a:t>Image Placeholder</a:t>
            </a:r>
          </a:p>
        </p:txBody>
      </p:sp>
    </p:spTree>
    <p:extLst>
      <p:ext uri="{BB962C8B-B14F-4D97-AF65-F5344CB8AC3E}">
        <p14:creationId xmlns:p14="http://schemas.microsoft.com/office/powerpoint/2010/main" val="652763632"/>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8_0">
    <p:spTree>
      <p:nvGrpSpPr>
        <p:cNvPr id="1" name=""/>
        <p:cNvGrpSpPr/>
        <p:nvPr/>
      </p:nvGrpSpPr>
      <p:grpSpPr>
        <a:xfrm>
          <a:off x="0" y="0"/>
          <a:ext cx="0" cy="0"/>
          <a:chOff x="0" y="0"/>
          <a:chExt cx="0" cy="0"/>
        </a:xfrm>
      </p:grpSpPr>
      <p:sp>
        <p:nvSpPr>
          <p:cNvPr id="4" name="Picture Placeholder 3"/>
          <p:cNvSpPr>
            <a:spLocks noGrp="1"/>
          </p:cNvSpPr>
          <p:nvPr>
            <p:ph type="pic" sz="quarter" idx="14" hasCustomPrompt="1"/>
          </p:nvPr>
        </p:nvSpPr>
        <p:spPr>
          <a:xfrm>
            <a:off x="5930901" y="582614"/>
            <a:ext cx="6261100" cy="3252786"/>
          </a:xfrm>
          <a:custGeom>
            <a:avLst/>
            <a:gdLst>
              <a:gd name="connsiteX0" fmla="*/ 0 w 6261100"/>
              <a:gd name="connsiteY0" fmla="*/ 0 h 3252786"/>
              <a:gd name="connsiteX1" fmla="*/ 6261100 w 6261100"/>
              <a:gd name="connsiteY1" fmla="*/ 0 h 3252786"/>
              <a:gd name="connsiteX2" fmla="*/ 6261100 w 6261100"/>
              <a:gd name="connsiteY2" fmla="*/ 3252786 h 3252786"/>
              <a:gd name="connsiteX3" fmla="*/ 0 w 6261100"/>
              <a:gd name="connsiteY3" fmla="*/ 3252786 h 3252786"/>
            </a:gdLst>
            <a:ahLst/>
            <a:cxnLst>
              <a:cxn ang="0">
                <a:pos x="connsiteX0" y="connsiteY0"/>
              </a:cxn>
              <a:cxn ang="0">
                <a:pos x="connsiteX1" y="connsiteY1"/>
              </a:cxn>
              <a:cxn ang="0">
                <a:pos x="connsiteX2" y="connsiteY2"/>
              </a:cxn>
              <a:cxn ang="0">
                <a:pos x="connsiteX3" y="connsiteY3"/>
              </a:cxn>
            </a:cxnLst>
            <a:rect l="l" t="t" r="r" b="b"/>
            <a:pathLst>
              <a:path w="6261100" h="3252786">
                <a:moveTo>
                  <a:pt x="0" y="0"/>
                </a:moveTo>
                <a:lnTo>
                  <a:pt x="6261100" y="0"/>
                </a:lnTo>
                <a:lnTo>
                  <a:pt x="6261100" y="3252786"/>
                </a:lnTo>
                <a:lnTo>
                  <a:pt x="0" y="3252786"/>
                </a:lnTo>
                <a:close/>
              </a:path>
            </a:pathLst>
          </a:custGeom>
        </p:spPr>
        <p:txBody>
          <a:bodyPr wrap="square" anchor="ctr">
            <a:noAutofit/>
          </a:bodyPr>
          <a:lstStyle>
            <a:lvl1pPr marL="0" indent="0" algn="ctr">
              <a:buNone/>
              <a:defRPr sz="1500" baseline="0"/>
            </a:lvl1pPr>
          </a:lstStyle>
          <a:p>
            <a:r>
              <a:rPr lang="en-US"/>
              <a:t>Image Placeholder</a:t>
            </a:r>
          </a:p>
        </p:txBody>
      </p:sp>
    </p:spTree>
    <p:extLst>
      <p:ext uri="{BB962C8B-B14F-4D97-AF65-F5344CB8AC3E}">
        <p14:creationId xmlns:p14="http://schemas.microsoft.com/office/powerpoint/2010/main" val="2132736562"/>
      </p:ext>
    </p:extLst>
  </p:cSld>
  <p:clrMapOvr>
    <a:masterClrMapping/>
  </p:clrMapOvr>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7_0">
    <p:spTree>
      <p:nvGrpSpPr>
        <p:cNvPr id="1" name=""/>
        <p:cNvGrpSpPr/>
        <p:nvPr/>
      </p:nvGrpSpPr>
      <p:grpSpPr>
        <a:xfrm>
          <a:off x="0" y="0"/>
          <a:ext cx="0" cy="0"/>
          <a:chOff x="0" y="0"/>
          <a:chExt cx="0" cy="0"/>
        </a:xfrm>
      </p:grpSpPr>
      <p:sp>
        <p:nvSpPr>
          <p:cNvPr id="14" name="Picture Placeholder 13"/>
          <p:cNvSpPr>
            <a:spLocks noGrp="1"/>
          </p:cNvSpPr>
          <p:nvPr>
            <p:ph type="pic" sz="quarter" idx="14" hasCustomPrompt="1"/>
          </p:nvPr>
        </p:nvSpPr>
        <p:spPr>
          <a:xfrm>
            <a:off x="10058401" y="1"/>
            <a:ext cx="2133600" cy="2943225"/>
          </a:xfrm>
          <a:custGeom>
            <a:avLst/>
            <a:gdLst>
              <a:gd name="connsiteX0" fmla="*/ 0 w 1624117"/>
              <a:gd name="connsiteY0" fmla="*/ 0 h 1854855"/>
              <a:gd name="connsiteX1" fmla="*/ 1624117 w 1624117"/>
              <a:gd name="connsiteY1" fmla="*/ 0 h 1854855"/>
              <a:gd name="connsiteX2" fmla="*/ 1624117 w 1624117"/>
              <a:gd name="connsiteY2" fmla="*/ 1854855 h 1854855"/>
              <a:gd name="connsiteX3" fmla="*/ 0 w 1624117"/>
              <a:gd name="connsiteY3" fmla="*/ 1854855 h 1854855"/>
            </a:gdLst>
            <a:ahLst/>
            <a:cxnLst>
              <a:cxn ang="0">
                <a:pos x="connsiteX0" y="connsiteY0"/>
              </a:cxn>
              <a:cxn ang="0">
                <a:pos x="connsiteX1" y="connsiteY1"/>
              </a:cxn>
              <a:cxn ang="0">
                <a:pos x="connsiteX2" y="connsiteY2"/>
              </a:cxn>
              <a:cxn ang="0">
                <a:pos x="connsiteX3" y="connsiteY3"/>
              </a:cxn>
            </a:cxnLst>
            <a:rect l="l" t="t" r="r" b="b"/>
            <a:pathLst>
              <a:path w="1624117" h="1854855">
                <a:moveTo>
                  <a:pt x="0" y="0"/>
                </a:moveTo>
                <a:lnTo>
                  <a:pt x="1624117" y="0"/>
                </a:lnTo>
                <a:lnTo>
                  <a:pt x="1624117" y="1854855"/>
                </a:lnTo>
                <a:lnTo>
                  <a:pt x="0" y="1854855"/>
                </a:lnTo>
                <a:close/>
              </a:path>
            </a:pathLst>
          </a:custGeom>
        </p:spPr>
        <p:txBody>
          <a:bodyPr wrap="square" anchor="ctr">
            <a:noAutofit/>
          </a:bodyPr>
          <a:lstStyle>
            <a:lvl1pPr marL="0" indent="0" algn="ctr">
              <a:buNone/>
              <a:defRPr sz="1500" baseline="0"/>
            </a:lvl1pPr>
          </a:lstStyle>
          <a:p>
            <a:r>
              <a:rPr lang="en-US"/>
              <a:t>Image Placeholder</a:t>
            </a:r>
          </a:p>
        </p:txBody>
      </p:sp>
      <p:sp>
        <p:nvSpPr>
          <p:cNvPr id="13" name="Picture Placeholder 12"/>
          <p:cNvSpPr>
            <a:spLocks noGrp="1"/>
          </p:cNvSpPr>
          <p:nvPr>
            <p:ph type="pic" sz="quarter" idx="13" hasCustomPrompt="1"/>
          </p:nvPr>
        </p:nvSpPr>
        <p:spPr>
          <a:xfrm>
            <a:off x="5479843" y="1583671"/>
            <a:ext cx="1624117" cy="1854855"/>
          </a:xfrm>
          <a:custGeom>
            <a:avLst/>
            <a:gdLst>
              <a:gd name="connsiteX0" fmla="*/ 0 w 1624117"/>
              <a:gd name="connsiteY0" fmla="*/ 0 h 1854855"/>
              <a:gd name="connsiteX1" fmla="*/ 1624117 w 1624117"/>
              <a:gd name="connsiteY1" fmla="*/ 0 h 1854855"/>
              <a:gd name="connsiteX2" fmla="*/ 1624117 w 1624117"/>
              <a:gd name="connsiteY2" fmla="*/ 1854855 h 1854855"/>
              <a:gd name="connsiteX3" fmla="*/ 0 w 1624117"/>
              <a:gd name="connsiteY3" fmla="*/ 1854855 h 1854855"/>
            </a:gdLst>
            <a:ahLst/>
            <a:cxnLst>
              <a:cxn ang="0">
                <a:pos x="connsiteX0" y="connsiteY0"/>
              </a:cxn>
              <a:cxn ang="0">
                <a:pos x="connsiteX1" y="connsiteY1"/>
              </a:cxn>
              <a:cxn ang="0">
                <a:pos x="connsiteX2" y="connsiteY2"/>
              </a:cxn>
              <a:cxn ang="0">
                <a:pos x="connsiteX3" y="connsiteY3"/>
              </a:cxn>
            </a:cxnLst>
            <a:rect l="l" t="t" r="r" b="b"/>
            <a:pathLst>
              <a:path w="1624117" h="1854855">
                <a:moveTo>
                  <a:pt x="0" y="0"/>
                </a:moveTo>
                <a:lnTo>
                  <a:pt x="1624117" y="0"/>
                </a:lnTo>
                <a:lnTo>
                  <a:pt x="1624117" y="1854855"/>
                </a:lnTo>
                <a:lnTo>
                  <a:pt x="0" y="1854855"/>
                </a:lnTo>
                <a:close/>
              </a:path>
            </a:pathLst>
          </a:custGeom>
        </p:spPr>
        <p:txBody>
          <a:bodyPr wrap="square" anchor="ctr">
            <a:noAutofit/>
          </a:bodyPr>
          <a:lstStyle>
            <a:lvl1pPr marL="0" indent="0" algn="ctr">
              <a:buNone/>
              <a:defRPr sz="1500" baseline="0"/>
            </a:lvl1pPr>
          </a:lstStyle>
          <a:p>
            <a:r>
              <a:rPr lang="en-US"/>
              <a:t>Image Placeholder</a:t>
            </a:r>
          </a:p>
        </p:txBody>
      </p:sp>
      <p:sp>
        <p:nvSpPr>
          <p:cNvPr id="11" name="Picture Placeholder 10"/>
          <p:cNvSpPr>
            <a:spLocks noGrp="1"/>
          </p:cNvSpPr>
          <p:nvPr>
            <p:ph type="pic" sz="quarter" idx="12" hasCustomPrompt="1"/>
          </p:nvPr>
        </p:nvSpPr>
        <p:spPr>
          <a:xfrm>
            <a:off x="7224505" y="1583671"/>
            <a:ext cx="1624117" cy="1854855"/>
          </a:xfrm>
          <a:custGeom>
            <a:avLst/>
            <a:gdLst>
              <a:gd name="connsiteX0" fmla="*/ 0 w 1624117"/>
              <a:gd name="connsiteY0" fmla="*/ 0 h 1854855"/>
              <a:gd name="connsiteX1" fmla="*/ 1624117 w 1624117"/>
              <a:gd name="connsiteY1" fmla="*/ 0 h 1854855"/>
              <a:gd name="connsiteX2" fmla="*/ 1624117 w 1624117"/>
              <a:gd name="connsiteY2" fmla="*/ 1854855 h 1854855"/>
              <a:gd name="connsiteX3" fmla="*/ 0 w 1624117"/>
              <a:gd name="connsiteY3" fmla="*/ 1854855 h 1854855"/>
            </a:gdLst>
            <a:ahLst/>
            <a:cxnLst>
              <a:cxn ang="0">
                <a:pos x="connsiteX0" y="connsiteY0"/>
              </a:cxn>
              <a:cxn ang="0">
                <a:pos x="connsiteX1" y="connsiteY1"/>
              </a:cxn>
              <a:cxn ang="0">
                <a:pos x="connsiteX2" y="connsiteY2"/>
              </a:cxn>
              <a:cxn ang="0">
                <a:pos x="connsiteX3" y="connsiteY3"/>
              </a:cxn>
            </a:cxnLst>
            <a:rect l="l" t="t" r="r" b="b"/>
            <a:pathLst>
              <a:path w="1624117" h="1854855">
                <a:moveTo>
                  <a:pt x="0" y="0"/>
                </a:moveTo>
                <a:lnTo>
                  <a:pt x="1624117" y="0"/>
                </a:lnTo>
                <a:lnTo>
                  <a:pt x="1624117" y="1854855"/>
                </a:lnTo>
                <a:lnTo>
                  <a:pt x="0" y="1854855"/>
                </a:lnTo>
                <a:close/>
              </a:path>
            </a:pathLst>
          </a:custGeom>
        </p:spPr>
        <p:txBody>
          <a:bodyPr wrap="square" anchor="ctr">
            <a:noAutofit/>
          </a:bodyPr>
          <a:lstStyle>
            <a:lvl1pPr marL="0" indent="0" algn="ctr">
              <a:buNone/>
              <a:defRPr sz="1500" baseline="0"/>
            </a:lvl1pPr>
          </a:lstStyle>
          <a:p>
            <a:r>
              <a:rPr lang="en-US"/>
              <a:t>Image Placeholder</a:t>
            </a:r>
          </a:p>
        </p:txBody>
      </p:sp>
      <p:sp>
        <p:nvSpPr>
          <p:cNvPr id="9" name="Picture Placeholder 8"/>
          <p:cNvSpPr>
            <a:spLocks noGrp="1"/>
          </p:cNvSpPr>
          <p:nvPr>
            <p:ph type="pic" sz="quarter" idx="11" hasCustomPrompt="1"/>
          </p:nvPr>
        </p:nvSpPr>
        <p:spPr>
          <a:xfrm>
            <a:off x="8969168" y="1583671"/>
            <a:ext cx="1624117" cy="1854855"/>
          </a:xfrm>
          <a:custGeom>
            <a:avLst/>
            <a:gdLst>
              <a:gd name="connsiteX0" fmla="*/ 0 w 1624117"/>
              <a:gd name="connsiteY0" fmla="*/ 0 h 1854855"/>
              <a:gd name="connsiteX1" fmla="*/ 1624117 w 1624117"/>
              <a:gd name="connsiteY1" fmla="*/ 0 h 1854855"/>
              <a:gd name="connsiteX2" fmla="*/ 1624117 w 1624117"/>
              <a:gd name="connsiteY2" fmla="*/ 1854855 h 1854855"/>
              <a:gd name="connsiteX3" fmla="*/ 0 w 1624117"/>
              <a:gd name="connsiteY3" fmla="*/ 1854855 h 1854855"/>
            </a:gdLst>
            <a:ahLst/>
            <a:cxnLst>
              <a:cxn ang="0">
                <a:pos x="connsiteX0" y="connsiteY0"/>
              </a:cxn>
              <a:cxn ang="0">
                <a:pos x="connsiteX1" y="connsiteY1"/>
              </a:cxn>
              <a:cxn ang="0">
                <a:pos x="connsiteX2" y="connsiteY2"/>
              </a:cxn>
              <a:cxn ang="0">
                <a:pos x="connsiteX3" y="connsiteY3"/>
              </a:cxn>
            </a:cxnLst>
            <a:rect l="l" t="t" r="r" b="b"/>
            <a:pathLst>
              <a:path w="1624117" h="1854855">
                <a:moveTo>
                  <a:pt x="0" y="0"/>
                </a:moveTo>
                <a:lnTo>
                  <a:pt x="1624117" y="0"/>
                </a:lnTo>
                <a:lnTo>
                  <a:pt x="1624117" y="1854855"/>
                </a:lnTo>
                <a:lnTo>
                  <a:pt x="0" y="1854855"/>
                </a:lnTo>
                <a:close/>
              </a:path>
            </a:pathLst>
          </a:custGeom>
        </p:spPr>
        <p:txBody>
          <a:bodyPr wrap="square" anchor="ctr">
            <a:noAutofit/>
          </a:bodyPr>
          <a:lstStyle>
            <a:lvl1pPr marL="0" indent="0" algn="ctr">
              <a:buNone/>
              <a:defRPr sz="1500" baseline="0"/>
            </a:lvl1pPr>
          </a:lstStyle>
          <a:p>
            <a:r>
              <a:rPr lang="en-US"/>
              <a:t>Image Placeholder</a:t>
            </a:r>
          </a:p>
        </p:txBody>
      </p:sp>
    </p:spTree>
    <p:extLst>
      <p:ext uri="{BB962C8B-B14F-4D97-AF65-F5344CB8AC3E}">
        <p14:creationId xmlns:p14="http://schemas.microsoft.com/office/powerpoint/2010/main" val="664879578"/>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6_0">
    <p:spTree>
      <p:nvGrpSpPr>
        <p:cNvPr id="1" name=""/>
        <p:cNvGrpSpPr/>
        <p:nvPr/>
      </p:nvGrpSpPr>
      <p:grpSpPr>
        <a:xfrm>
          <a:off x="0" y="0"/>
          <a:ext cx="0" cy="0"/>
          <a:chOff x="0" y="0"/>
          <a:chExt cx="0" cy="0"/>
        </a:xfrm>
      </p:grpSpPr>
      <p:sp>
        <p:nvSpPr>
          <p:cNvPr id="10" name="Picture Placeholder 9"/>
          <p:cNvSpPr>
            <a:spLocks noGrp="1"/>
          </p:cNvSpPr>
          <p:nvPr>
            <p:ph type="pic" sz="quarter" idx="13" hasCustomPrompt="1"/>
          </p:nvPr>
        </p:nvSpPr>
        <p:spPr>
          <a:xfrm>
            <a:off x="1202108" y="1923214"/>
            <a:ext cx="2142384" cy="2142384"/>
          </a:xfrm>
          <a:custGeom>
            <a:avLst/>
            <a:gdLst>
              <a:gd name="connsiteX0" fmla="*/ 1071192 w 2142384"/>
              <a:gd name="connsiteY0" fmla="*/ 0 h 2142384"/>
              <a:gd name="connsiteX1" fmla="*/ 2142384 w 2142384"/>
              <a:gd name="connsiteY1" fmla="*/ 1071192 h 2142384"/>
              <a:gd name="connsiteX2" fmla="*/ 1071192 w 2142384"/>
              <a:gd name="connsiteY2" fmla="*/ 2142384 h 2142384"/>
              <a:gd name="connsiteX3" fmla="*/ 0 w 2142384"/>
              <a:gd name="connsiteY3" fmla="*/ 1071192 h 2142384"/>
              <a:gd name="connsiteX4" fmla="*/ 1071192 w 2142384"/>
              <a:gd name="connsiteY4" fmla="*/ 0 h 21423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42384" h="2142384">
                <a:moveTo>
                  <a:pt x="1071192" y="0"/>
                </a:moveTo>
                <a:cubicBezTo>
                  <a:pt x="1662795" y="0"/>
                  <a:pt x="2142384" y="479589"/>
                  <a:pt x="2142384" y="1071192"/>
                </a:cubicBezTo>
                <a:cubicBezTo>
                  <a:pt x="2142384" y="1662795"/>
                  <a:pt x="1662795" y="2142384"/>
                  <a:pt x="1071192" y="2142384"/>
                </a:cubicBezTo>
                <a:cubicBezTo>
                  <a:pt x="479589" y="2142384"/>
                  <a:pt x="0" y="1662795"/>
                  <a:pt x="0" y="1071192"/>
                </a:cubicBezTo>
                <a:cubicBezTo>
                  <a:pt x="0" y="479589"/>
                  <a:pt x="479589" y="0"/>
                  <a:pt x="1071192" y="0"/>
                </a:cubicBezTo>
                <a:close/>
              </a:path>
            </a:pathLst>
          </a:custGeom>
        </p:spPr>
        <p:txBody>
          <a:bodyPr wrap="square" anchor="ctr">
            <a:noAutofit/>
          </a:bodyPr>
          <a:lstStyle>
            <a:lvl1pPr marL="0" indent="0" algn="ctr">
              <a:buNone/>
              <a:defRPr sz="1500" baseline="0"/>
            </a:lvl1pPr>
          </a:lstStyle>
          <a:p>
            <a:r>
              <a:rPr lang="en-US"/>
              <a:t>Image Placeholder</a:t>
            </a:r>
          </a:p>
        </p:txBody>
      </p:sp>
      <p:sp>
        <p:nvSpPr>
          <p:cNvPr id="8" name="Picture Placeholder 7"/>
          <p:cNvSpPr>
            <a:spLocks noGrp="1"/>
          </p:cNvSpPr>
          <p:nvPr>
            <p:ph type="pic" sz="quarter" idx="12" hasCustomPrompt="1"/>
          </p:nvPr>
        </p:nvSpPr>
        <p:spPr>
          <a:xfrm>
            <a:off x="5024808" y="1923214"/>
            <a:ext cx="2142384" cy="2142384"/>
          </a:xfrm>
          <a:custGeom>
            <a:avLst/>
            <a:gdLst>
              <a:gd name="connsiteX0" fmla="*/ 1071192 w 2142384"/>
              <a:gd name="connsiteY0" fmla="*/ 0 h 2142384"/>
              <a:gd name="connsiteX1" fmla="*/ 2142384 w 2142384"/>
              <a:gd name="connsiteY1" fmla="*/ 1071192 h 2142384"/>
              <a:gd name="connsiteX2" fmla="*/ 1071192 w 2142384"/>
              <a:gd name="connsiteY2" fmla="*/ 2142384 h 2142384"/>
              <a:gd name="connsiteX3" fmla="*/ 0 w 2142384"/>
              <a:gd name="connsiteY3" fmla="*/ 1071192 h 2142384"/>
              <a:gd name="connsiteX4" fmla="*/ 1071192 w 2142384"/>
              <a:gd name="connsiteY4" fmla="*/ 0 h 21423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42384" h="2142384">
                <a:moveTo>
                  <a:pt x="1071192" y="0"/>
                </a:moveTo>
                <a:cubicBezTo>
                  <a:pt x="1662795" y="0"/>
                  <a:pt x="2142384" y="479589"/>
                  <a:pt x="2142384" y="1071192"/>
                </a:cubicBezTo>
                <a:cubicBezTo>
                  <a:pt x="2142384" y="1662795"/>
                  <a:pt x="1662795" y="2142384"/>
                  <a:pt x="1071192" y="2142384"/>
                </a:cubicBezTo>
                <a:cubicBezTo>
                  <a:pt x="479589" y="2142384"/>
                  <a:pt x="0" y="1662795"/>
                  <a:pt x="0" y="1071192"/>
                </a:cubicBezTo>
                <a:cubicBezTo>
                  <a:pt x="0" y="479589"/>
                  <a:pt x="479589" y="0"/>
                  <a:pt x="1071192" y="0"/>
                </a:cubicBezTo>
                <a:close/>
              </a:path>
            </a:pathLst>
          </a:custGeom>
        </p:spPr>
        <p:txBody>
          <a:bodyPr wrap="square" anchor="ctr">
            <a:noAutofit/>
          </a:bodyPr>
          <a:lstStyle>
            <a:lvl1pPr marL="0" indent="0" algn="ctr">
              <a:buNone/>
              <a:defRPr sz="1500" baseline="0"/>
            </a:lvl1pPr>
          </a:lstStyle>
          <a:p>
            <a:r>
              <a:rPr lang="en-US"/>
              <a:t>Image Placeholder</a:t>
            </a:r>
          </a:p>
        </p:txBody>
      </p:sp>
      <p:sp>
        <p:nvSpPr>
          <p:cNvPr id="6" name="Picture Placeholder 5"/>
          <p:cNvSpPr>
            <a:spLocks noGrp="1"/>
          </p:cNvSpPr>
          <p:nvPr>
            <p:ph type="pic" sz="quarter" idx="11" hasCustomPrompt="1"/>
          </p:nvPr>
        </p:nvSpPr>
        <p:spPr>
          <a:xfrm>
            <a:off x="8847508" y="1923214"/>
            <a:ext cx="2142384" cy="2142384"/>
          </a:xfrm>
          <a:custGeom>
            <a:avLst/>
            <a:gdLst>
              <a:gd name="connsiteX0" fmla="*/ 1071192 w 2142384"/>
              <a:gd name="connsiteY0" fmla="*/ 0 h 2142384"/>
              <a:gd name="connsiteX1" fmla="*/ 2142384 w 2142384"/>
              <a:gd name="connsiteY1" fmla="*/ 1071192 h 2142384"/>
              <a:gd name="connsiteX2" fmla="*/ 1071192 w 2142384"/>
              <a:gd name="connsiteY2" fmla="*/ 2142384 h 2142384"/>
              <a:gd name="connsiteX3" fmla="*/ 0 w 2142384"/>
              <a:gd name="connsiteY3" fmla="*/ 1071192 h 2142384"/>
              <a:gd name="connsiteX4" fmla="*/ 1071192 w 2142384"/>
              <a:gd name="connsiteY4" fmla="*/ 0 h 21423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42384" h="2142384">
                <a:moveTo>
                  <a:pt x="1071192" y="0"/>
                </a:moveTo>
                <a:cubicBezTo>
                  <a:pt x="1662795" y="0"/>
                  <a:pt x="2142384" y="479589"/>
                  <a:pt x="2142384" y="1071192"/>
                </a:cubicBezTo>
                <a:cubicBezTo>
                  <a:pt x="2142384" y="1662795"/>
                  <a:pt x="1662795" y="2142384"/>
                  <a:pt x="1071192" y="2142384"/>
                </a:cubicBezTo>
                <a:cubicBezTo>
                  <a:pt x="479589" y="2142384"/>
                  <a:pt x="0" y="1662795"/>
                  <a:pt x="0" y="1071192"/>
                </a:cubicBezTo>
                <a:cubicBezTo>
                  <a:pt x="0" y="479589"/>
                  <a:pt x="479589" y="0"/>
                  <a:pt x="1071192" y="0"/>
                </a:cubicBezTo>
                <a:close/>
              </a:path>
            </a:pathLst>
          </a:custGeom>
        </p:spPr>
        <p:txBody>
          <a:bodyPr wrap="square" anchor="ctr">
            <a:noAutofit/>
          </a:bodyPr>
          <a:lstStyle>
            <a:lvl1pPr marL="0" indent="0" algn="ctr">
              <a:buNone/>
              <a:defRPr sz="1500" baseline="0"/>
            </a:lvl1pPr>
          </a:lstStyle>
          <a:p>
            <a:r>
              <a:rPr lang="en-US"/>
              <a:t>Image Placeholder</a:t>
            </a:r>
          </a:p>
        </p:txBody>
      </p:sp>
    </p:spTree>
    <p:extLst>
      <p:ext uri="{BB962C8B-B14F-4D97-AF65-F5344CB8AC3E}">
        <p14:creationId xmlns:p14="http://schemas.microsoft.com/office/powerpoint/2010/main" val="152802909"/>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4_0">
    <p:spTree>
      <p:nvGrpSpPr>
        <p:cNvPr id="1" name=""/>
        <p:cNvGrpSpPr/>
        <p:nvPr/>
      </p:nvGrpSpPr>
      <p:grpSpPr>
        <a:xfrm>
          <a:off x="0" y="0"/>
          <a:ext cx="0" cy="0"/>
          <a:chOff x="0" y="0"/>
          <a:chExt cx="0" cy="0"/>
        </a:xfrm>
      </p:grpSpPr>
      <p:sp>
        <p:nvSpPr>
          <p:cNvPr id="7" name="Picture Placeholder 6"/>
          <p:cNvSpPr>
            <a:spLocks noGrp="1"/>
          </p:cNvSpPr>
          <p:nvPr>
            <p:ph type="pic" sz="quarter" idx="11" hasCustomPrompt="1"/>
          </p:nvPr>
        </p:nvSpPr>
        <p:spPr>
          <a:xfrm>
            <a:off x="6153151" y="3409950"/>
            <a:ext cx="3019425" cy="2541928"/>
          </a:xfrm>
          <a:custGeom>
            <a:avLst/>
            <a:gdLst>
              <a:gd name="connsiteX0" fmla="*/ 57092 w 3019425"/>
              <a:gd name="connsiteY0" fmla="*/ 0 h 2541928"/>
              <a:gd name="connsiteX1" fmla="*/ 2962333 w 3019425"/>
              <a:gd name="connsiteY1" fmla="*/ 0 h 2541928"/>
              <a:gd name="connsiteX2" fmla="*/ 3019425 w 3019425"/>
              <a:gd name="connsiteY2" fmla="*/ 57092 h 2541928"/>
              <a:gd name="connsiteX3" fmla="*/ 3019425 w 3019425"/>
              <a:gd name="connsiteY3" fmla="*/ 2484836 h 2541928"/>
              <a:gd name="connsiteX4" fmla="*/ 2962333 w 3019425"/>
              <a:gd name="connsiteY4" fmla="*/ 2541928 h 2541928"/>
              <a:gd name="connsiteX5" fmla="*/ 57092 w 3019425"/>
              <a:gd name="connsiteY5" fmla="*/ 2541928 h 2541928"/>
              <a:gd name="connsiteX6" fmla="*/ 0 w 3019425"/>
              <a:gd name="connsiteY6" fmla="*/ 2484836 h 2541928"/>
              <a:gd name="connsiteX7" fmla="*/ 0 w 3019425"/>
              <a:gd name="connsiteY7" fmla="*/ 57092 h 2541928"/>
              <a:gd name="connsiteX8" fmla="*/ 57092 w 3019425"/>
              <a:gd name="connsiteY8" fmla="*/ 0 h 25419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019425" h="2541928">
                <a:moveTo>
                  <a:pt x="57092" y="0"/>
                </a:moveTo>
                <a:lnTo>
                  <a:pt x="2962333" y="0"/>
                </a:lnTo>
                <a:cubicBezTo>
                  <a:pt x="2993864" y="0"/>
                  <a:pt x="3019425" y="25561"/>
                  <a:pt x="3019425" y="57092"/>
                </a:cubicBezTo>
                <a:lnTo>
                  <a:pt x="3019425" y="2484836"/>
                </a:lnTo>
                <a:cubicBezTo>
                  <a:pt x="3019425" y="2516367"/>
                  <a:pt x="2993864" y="2541928"/>
                  <a:pt x="2962333" y="2541928"/>
                </a:cubicBezTo>
                <a:lnTo>
                  <a:pt x="57092" y="2541928"/>
                </a:lnTo>
                <a:cubicBezTo>
                  <a:pt x="25561" y="2541928"/>
                  <a:pt x="0" y="2516367"/>
                  <a:pt x="0" y="2484836"/>
                </a:cubicBezTo>
                <a:lnTo>
                  <a:pt x="0" y="57092"/>
                </a:lnTo>
                <a:cubicBezTo>
                  <a:pt x="0" y="25561"/>
                  <a:pt x="25561" y="0"/>
                  <a:pt x="57092" y="0"/>
                </a:cubicBezTo>
                <a:close/>
              </a:path>
            </a:pathLst>
          </a:custGeom>
        </p:spPr>
        <p:txBody>
          <a:bodyPr wrap="square" anchor="ctr">
            <a:noAutofit/>
          </a:bodyPr>
          <a:lstStyle>
            <a:lvl1pPr marL="0" indent="0" algn="ctr">
              <a:buNone/>
              <a:defRPr sz="1500" baseline="0"/>
            </a:lvl1pPr>
          </a:lstStyle>
          <a:p>
            <a:r>
              <a:rPr lang="en-US"/>
              <a:t>Image Placeholder</a:t>
            </a:r>
          </a:p>
        </p:txBody>
      </p:sp>
      <p:sp>
        <p:nvSpPr>
          <p:cNvPr id="5" name="Picture Placeholder 4"/>
          <p:cNvSpPr>
            <a:spLocks noGrp="1"/>
          </p:cNvSpPr>
          <p:nvPr>
            <p:ph type="pic" sz="quarter" idx="10" hasCustomPrompt="1"/>
          </p:nvPr>
        </p:nvSpPr>
        <p:spPr>
          <a:xfrm>
            <a:off x="8291172" y="723900"/>
            <a:ext cx="3176928" cy="3854850"/>
          </a:xfrm>
          <a:custGeom>
            <a:avLst/>
            <a:gdLst>
              <a:gd name="connsiteX0" fmla="*/ 300887 w 3176928"/>
              <a:gd name="connsiteY0" fmla="*/ 0 h 3854850"/>
              <a:gd name="connsiteX1" fmla="*/ 2876041 w 3176928"/>
              <a:gd name="connsiteY1" fmla="*/ 0 h 3854850"/>
              <a:gd name="connsiteX2" fmla="*/ 3176928 w 3176928"/>
              <a:gd name="connsiteY2" fmla="*/ 300887 h 3854850"/>
              <a:gd name="connsiteX3" fmla="*/ 3176928 w 3176928"/>
              <a:gd name="connsiteY3" fmla="*/ 3553963 h 3854850"/>
              <a:gd name="connsiteX4" fmla="*/ 2876041 w 3176928"/>
              <a:gd name="connsiteY4" fmla="*/ 3854850 h 3854850"/>
              <a:gd name="connsiteX5" fmla="*/ 960604 w 3176928"/>
              <a:gd name="connsiteY5" fmla="*/ 3854850 h 3854850"/>
              <a:gd name="connsiteX6" fmla="*/ 960604 w 3176928"/>
              <a:gd name="connsiteY6" fmla="*/ 2679462 h 3854850"/>
              <a:gd name="connsiteX7" fmla="*/ 900517 w 3176928"/>
              <a:gd name="connsiteY7" fmla="*/ 2619375 h 3854850"/>
              <a:gd name="connsiteX8" fmla="*/ 0 w 3176928"/>
              <a:gd name="connsiteY8" fmla="*/ 2619375 h 3854850"/>
              <a:gd name="connsiteX9" fmla="*/ 0 w 3176928"/>
              <a:gd name="connsiteY9" fmla="*/ 300887 h 3854850"/>
              <a:gd name="connsiteX10" fmla="*/ 300887 w 3176928"/>
              <a:gd name="connsiteY10" fmla="*/ 0 h 3854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176928" h="3854850">
                <a:moveTo>
                  <a:pt x="300887" y="0"/>
                </a:moveTo>
                <a:lnTo>
                  <a:pt x="2876041" y="0"/>
                </a:lnTo>
                <a:cubicBezTo>
                  <a:pt x="3042216" y="0"/>
                  <a:pt x="3176928" y="134712"/>
                  <a:pt x="3176928" y="300887"/>
                </a:cubicBezTo>
                <a:lnTo>
                  <a:pt x="3176928" y="3553963"/>
                </a:lnTo>
                <a:cubicBezTo>
                  <a:pt x="3176928" y="3720138"/>
                  <a:pt x="3042216" y="3854850"/>
                  <a:pt x="2876041" y="3854850"/>
                </a:cubicBezTo>
                <a:lnTo>
                  <a:pt x="960604" y="3854850"/>
                </a:lnTo>
                <a:lnTo>
                  <a:pt x="960604" y="2679462"/>
                </a:lnTo>
                <a:cubicBezTo>
                  <a:pt x="960604" y="2646277"/>
                  <a:pt x="933702" y="2619375"/>
                  <a:pt x="900517" y="2619375"/>
                </a:cubicBezTo>
                <a:lnTo>
                  <a:pt x="0" y="2619375"/>
                </a:lnTo>
                <a:lnTo>
                  <a:pt x="0" y="300887"/>
                </a:lnTo>
                <a:cubicBezTo>
                  <a:pt x="0" y="134712"/>
                  <a:pt x="134712" y="0"/>
                  <a:pt x="300887" y="0"/>
                </a:cubicBezTo>
                <a:close/>
              </a:path>
            </a:pathLst>
          </a:custGeom>
        </p:spPr>
        <p:txBody>
          <a:bodyPr wrap="square" anchor="ctr">
            <a:noAutofit/>
          </a:bodyPr>
          <a:lstStyle>
            <a:lvl1pPr marL="0" indent="0" algn="ctr">
              <a:buNone/>
              <a:defRPr sz="1500" baseline="0"/>
            </a:lvl1pPr>
          </a:lstStyle>
          <a:p>
            <a:r>
              <a:rPr lang="en-US"/>
              <a:t>Image Placeholder</a:t>
            </a:r>
          </a:p>
        </p:txBody>
      </p:sp>
    </p:spTree>
    <p:extLst>
      <p:ext uri="{BB962C8B-B14F-4D97-AF65-F5344CB8AC3E}">
        <p14:creationId xmlns:p14="http://schemas.microsoft.com/office/powerpoint/2010/main" val="3798812154"/>
      </p:ext>
    </p:extLst>
  </p:cSld>
  <p:clrMapOvr>
    <a:masterClrMapping/>
  </p:clrMapOvr>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3_0">
    <p:spTree>
      <p:nvGrpSpPr>
        <p:cNvPr id="1" name=""/>
        <p:cNvGrpSpPr/>
        <p:nvPr/>
      </p:nvGrpSpPr>
      <p:grpSpPr>
        <a:xfrm>
          <a:off x="0" y="0"/>
          <a:ext cx="0" cy="0"/>
          <a:chOff x="0" y="0"/>
          <a:chExt cx="0" cy="0"/>
        </a:xfrm>
      </p:grpSpPr>
      <p:sp>
        <p:nvSpPr>
          <p:cNvPr id="4" name="Picture Placeholder 3"/>
          <p:cNvSpPr>
            <a:spLocks noGrp="1"/>
          </p:cNvSpPr>
          <p:nvPr>
            <p:ph type="pic" sz="quarter" idx="10" hasCustomPrompt="1"/>
          </p:nvPr>
        </p:nvSpPr>
        <p:spPr>
          <a:xfrm>
            <a:off x="8592938" y="0"/>
            <a:ext cx="3599062" cy="6858000"/>
          </a:xfrm>
          <a:custGeom>
            <a:avLst/>
            <a:gdLst>
              <a:gd name="connsiteX0" fmla="*/ 0 w 3599062"/>
              <a:gd name="connsiteY0" fmla="*/ 0 h 6858000"/>
              <a:gd name="connsiteX1" fmla="*/ 3599062 w 3599062"/>
              <a:gd name="connsiteY1" fmla="*/ 0 h 6858000"/>
              <a:gd name="connsiteX2" fmla="*/ 3599062 w 3599062"/>
              <a:gd name="connsiteY2" fmla="*/ 6858000 h 6858000"/>
              <a:gd name="connsiteX3" fmla="*/ 0 w 35990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3599062" h="6858000">
                <a:moveTo>
                  <a:pt x="0" y="0"/>
                </a:moveTo>
                <a:lnTo>
                  <a:pt x="3599062" y="0"/>
                </a:lnTo>
                <a:lnTo>
                  <a:pt x="3599062" y="6858000"/>
                </a:lnTo>
                <a:lnTo>
                  <a:pt x="0" y="6858000"/>
                </a:lnTo>
                <a:close/>
              </a:path>
            </a:pathLst>
          </a:custGeom>
        </p:spPr>
        <p:txBody>
          <a:bodyPr wrap="square" anchor="ctr">
            <a:noAutofit/>
          </a:bodyPr>
          <a:lstStyle>
            <a:lvl1pPr marL="0" indent="0" algn="ctr">
              <a:buNone/>
              <a:defRPr sz="1500" baseline="0"/>
            </a:lvl1pPr>
          </a:lstStyle>
          <a:p>
            <a:r>
              <a:rPr lang="en-US"/>
              <a:t>Image Placeholder</a:t>
            </a:r>
          </a:p>
        </p:txBody>
      </p:sp>
    </p:spTree>
    <p:extLst>
      <p:ext uri="{BB962C8B-B14F-4D97-AF65-F5344CB8AC3E}">
        <p14:creationId xmlns:p14="http://schemas.microsoft.com/office/powerpoint/2010/main" val="617075999"/>
      </p:ext>
    </p:extLst>
  </p:cSld>
  <p:clrMapOvr>
    <a:masterClrMapping/>
  </p:clrMapOvr>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_0">
    <p:spTree>
      <p:nvGrpSpPr>
        <p:cNvPr id="1" name=""/>
        <p:cNvGrpSpPr/>
        <p:nvPr/>
      </p:nvGrpSpPr>
      <p:grpSpPr>
        <a:xfrm>
          <a:off x="0" y="0"/>
          <a:ext cx="0" cy="0"/>
          <a:chOff x="0" y="0"/>
          <a:chExt cx="0" cy="0"/>
        </a:xfrm>
      </p:grpSpPr>
      <p:sp>
        <p:nvSpPr>
          <p:cNvPr id="4" name="Picture Placeholder 3"/>
          <p:cNvSpPr>
            <a:spLocks noGrp="1"/>
          </p:cNvSpPr>
          <p:nvPr>
            <p:ph type="pic" sz="quarter" idx="10" hasCustomPrompt="1"/>
          </p:nvPr>
        </p:nvSpPr>
        <p:spPr>
          <a:xfrm>
            <a:off x="6148252" y="723901"/>
            <a:ext cx="5319848" cy="3829635"/>
          </a:xfrm>
          <a:custGeom>
            <a:avLst/>
            <a:gdLst>
              <a:gd name="connsiteX0" fmla="*/ 233531 w 5319848"/>
              <a:gd name="connsiteY0" fmla="*/ 0 h 3829635"/>
              <a:gd name="connsiteX1" fmla="*/ 5086317 w 5319848"/>
              <a:gd name="connsiteY1" fmla="*/ 0 h 3829635"/>
              <a:gd name="connsiteX2" fmla="*/ 5319848 w 5319848"/>
              <a:gd name="connsiteY2" fmla="*/ 233531 h 3829635"/>
              <a:gd name="connsiteX3" fmla="*/ 5319848 w 5319848"/>
              <a:gd name="connsiteY3" fmla="*/ 3596104 h 3829635"/>
              <a:gd name="connsiteX4" fmla="*/ 5086317 w 5319848"/>
              <a:gd name="connsiteY4" fmla="*/ 3829635 h 3829635"/>
              <a:gd name="connsiteX5" fmla="*/ 233531 w 5319848"/>
              <a:gd name="connsiteY5" fmla="*/ 3829635 h 3829635"/>
              <a:gd name="connsiteX6" fmla="*/ 0 w 5319848"/>
              <a:gd name="connsiteY6" fmla="*/ 3596104 h 3829635"/>
              <a:gd name="connsiteX7" fmla="*/ 0 w 5319848"/>
              <a:gd name="connsiteY7" fmla="*/ 233531 h 3829635"/>
              <a:gd name="connsiteX8" fmla="*/ 233531 w 5319848"/>
              <a:gd name="connsiteY8" fmla="*/ 0 h 38296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319848" h="3829635">
                <a:moveTo>
                  <a:pt x="233531" y="0"/>
                </a:moveTo>
                <a:lnTo>
                  <a:pt x="5086317" y="0"/>
                </a:lnTo>
                <a:cubicBezTo>
                  <a:pt x="5215293" y="0"/>
                  <a:pt x="5319848" y="104555"/>
                  <a:pt x="5319848" y="233531"/>
                </a:cubicBezTo>
                <a:lnTo>
                  <a:pt x="5319848" y="3596104"/>
                </a:lnTo>
                <a:cubicBezTo>
                  <a:pt x="5319848" y="3725080"/>
                  <a:pt x="5215293" y="3829635"/>
                  <a:pt x="5086317" y="3829635"/>
                </a:cubicBezTo>
                <a:lnTo>
                  <a:pt x="233531" y="3829635"/>
                </a:lnTo>
                <a:cubicBezTo>
                  <a:pt x="104555" y="3829635"/>
                  <a:pt x="0" y="3725080"/>
                  <a:pt x="0" y="3596104"/>
                </a:cubicBezTo>
                <a:lnTo>
                  <a:pt x="0" y="233531"/>
                </a:lnTo>
                <a:cubicBezTo>
                  <a:pt x="0" y="104555"/>
                  <a:pt x="104555" y="0"/>
                  <a:pt x="233531" y="0"/>
                </a:cubicBezTo>
                <a:close/>
              </a:path>
            </a:pathLst>
          </a:custGeom>
        </p:spPr>
        <p:txBody>
          <a:bodyPr wrap="square" anchor="ctr">
            <a:noAutofit/>
          </a:bodyPr>
          <a:lstStyle>
            <a:lvl1pPr marL="0" indent="0" algn="ctr">
              <a:buNone/>
              <a:defRPr sz="1500" baseline="0"/>
            </a:lvl1pPr>
          </a:lstStyle>
          <a:p>
            <a:r>
              <a:rPr lang="en-US"/>
              <a:t>Image Placeholder</a:t>
            </a:r>
          </a:p>
        </p:txBody>
      </p:sp>
    </p:spTree>
    <p:extLst>
      <p:ext uri="{BB962C8B-B14F-4D97-AF65-F5344CB8AC3E}">
        <p14:creationId xmlns:p14="http://schemas.microsoft.com/office/powerpoint/2010/main" val="1504073392"/>
      </p:ext>
    </p:extLst>
  </p:cSld>
  <p:clrMapOvr>
    <a:masterClrMapping/>
  </p:clrMapOvr>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0">
    <p:spTree>
      <p:nvGrpSpPr>
        <p:cNvPr id="1" name=""/>
        <p:cNvGrpSpPr/>
        <p:nvPr/>
      </p:nvGrpSpPr>
      <p:grpSpPr>
        <a:xfrm>
          <a:off x="0" y="0"/>
          <a:ext cx="0" cy="0"/>
          <a:chOff x="0" y="0"/>
          <a:chExt cx="0" cy="0"/>
        </a:xfrm>
      </p:grpSpPr>
      <p:sp>
        <p:nvSpPr>
          <p:cNvPr id="7" name="Picture Placeholder 6"/>
          <p:cNvSpPr>
            <a:spLocks noGrp="1"/>
          </p:cNvSpPr>
          <p:nvPr>
            <p:ph type="pic" sz="quarter" idx="11" hasCustomPrompt="1"/>
          </p:nvPr>
        </p:nvSpPr>
        <p:spPr>
          <a:xfrm>
            <a:off x="7249238" y="2865375"/>
            <a:ext cx="2150626" cy="2150626"/>
          </a:xfrm>
          <a:custGeom>
            <a:avLst/>
            <a:gdLst>
              <a:gd name="connsiteX0" fmla="*/ 1075313 w 2150626"/>
              <a:gd name="connsiteY0" fmla="*/ 0 h 2150626"/>
              <a:gd name="connsiteX1" fmla="*/ 2150626 w 2150626"/>
              <a:gd name="connsiteY1" fmla="*/ 1075313 h 2150626"/>
              <a:gd name="connsiteX2" fmla="*/ 1075313 w 2150626"/>
              <a:gd name="connsiteY2" fmla="*/ 2150626 h 2150626"/>
              <a:gd name="connsiteX3" fmla="*/ 0 w 2150626"/>
              <a:gd name="connsiteY3" fmla="*/ 1075313 h 2150626"/>
              <a:gd name="connsiteX4" fmla="*/ 1075313 w 2150626"/>
              <a:gd name="connsiteY4" fmla="*/ 0 h 21506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50626" h="2150626">
                <a:moveTo>
                  <a:pt x="1075313" y="0"/>
                </a:moveTo>
                <a:cubicBezTo>
                  <a:pt x="1669192" y="0"/>
                  <a:pt x="2150626" y="481434"/>
                  <a:pt x="2150626" y="1075313"/>
                </a:cubicBezTo>
                <a:cubicBezTo>
                  <a:pt x="2150626" y="1669192"/>
                  <a:pt x="1669192" y="2150626"/>
                  <a:pt x="1075313" y="2150626"/>
                </a:cubicBezTo>
                <a:cubicBezTo>
                  <a:pt x="481434" y="2150626"/>
                  <a:pt x="0" y="1669192"/>
                  <a:pt x="0" y="1075313"/>
                </a:cubicBezTo>
                <a:cubicBezTo>
                  <a:pt x="0" y="481434"/>
                  <a:pt x="481434" y="0"/>
                  <a:pt x="1075313" y="0"/>
                </a:cubicBezTo>
                <a:close/>
              </a:path>
            </a:pathLst>
          </a:custGeom>
        </p:spPr>
        <p:txBody>
          <a:bodyPr wrap="square" anchor="ctr">
            <a:noAutofit/>
          </a:bodyPr>
          <a:lstStyle>
            <a:lvl1pPr marL="0" indent="0" algn="ctr">
              <a:buNone/>
              <a:defRPr sz="1500" baseline="0"/>
            </a:lvl1pPr>
          </a:lstStyle>
          <a:p>
            <a:r>
              <a:rPr lang="en-US"/>
              <a:t>Image Placeholder</a:t>
            </a:r>
          </a:p>
        </p:txBody>
      </p:sp>
      <p:sp>
        <p:nvSpPr>
          <p:cNvPr id="5" name="Picture Placeholder 4"/>
          <p:cNvSpPr>
            <a:spLocks noGrp="1"/>
          </p:cNvSpPr>
          <p:nvPr>
            <p:ph type="pic" sz="quarter" idx="10" hasCustomPrompt="1"/>
          </p:nvPr>
        </p:nvSpPr>
        <p:spPr>
          <a:xfrm>
            <a:off x="8966200" y="870445"/>
            <a:ext cx="2501900" cy="2501900"/>
          </a:xfrm>
          <a:custGeom>
            <a:avLst/>
            <a:gdLst>
              <a:gd name="connsiteX0" fmla="*/ 1250950 w 2501900"/>
              <a:gd name="connsiteY0" fmla="*/ 0 h 2501900"/>
              <a:gd name="connsiteX1" fmla="*/ 2501900 w 2501900"/>
              <a:gd name="connsiteY1" fmla="*/ 1250950 h 2501900"/>
              <a:gd name="connsiteX2" fmla="*/ 1250950 w 2501900"/>
              <a:gd name="connsiteY2" fmla="*/ 2501900 h 2501900"/>
              <a:gd name="connsiteX3" fmla="*/ 0 w 2501900"/>
              <a:gd name="connsiteY3" fmla="*/ 1250950 h 2501900"/>
              <a:gd name="connsiteX4" fmla="*/ 1250950 w 2501900"/>
              <a:gd name="connsiteY4" fmla="*/ 0 h 25019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01900" h="2501900">
                <a:moveTo>
                  <a:pt x="1250950" y="0"/>
                </a:moveTo>
                <a:cubicBezTo>
                  <a:pt x="1941831" y="0"/>
                  <a:pt x="2501900" y="560069"/>
                  <a:pt x="2501900" y="1250950"/>
                </a:cubicBezTo>
                <a:cubicBezTo>
                  <a:pt x="2501900" y="1941831"/>
                  <a:pt x="1941831" y="2501900"/>
                  <a:pt x="1250950" y="2501900"/>
                </a:cubicBezTo>
                <a:cubicBezTo>
                  <a:pt x="560069" y="2501900"/>
                  <a:pt x="0" y="1941831"/>
                  <a:pt x="0" y="1250950"/>
                </a:cubicBezTo>
                <a:cubicBezTo>
                  <a:pt x="0" y="560069"/>
                  <a:pt x="560069" y="0"/>
                  <a:pt x="1250950" y="0"/>
                </a:cubicBezTo>
                <a:close/>
              </a:path>
            </a:pathLst>
          </a:custGeom>
        </p:spPr>
        <p:txBody>
          <a:bodyPr wrap="square" anchor="ctr">
            <a:noAutofit/>
          </a:bodyPr>
          <a:lstStyle>
            <a:lvl1pPr marL="0" indent="0" algn="ctr">
              <a:buNone/>
              <a:defRPr sz="1500" baseline="0"/>
            </a:lvl1pPr>
          </a:lstStyle>
          <a:p>
            <a:r>
              <a:rPr lang="en-US"/>
              <a:t>Image Placeholder</a:t>
            </a:r>
          </a:p>
        </p:txBody>
      </p:sp>
    </p:spTree>
    <p:extLst>
      <p:ext uri="{BB962C8B-B14F-4D97-AF65-F5344CB8AC3E}">
        <p14:creationId xmlns:p14="http://schemas.microsoft.com/office/powerpoint/2010/main" val="3626452438"/>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5_0">
    <p:spTree>
      <p:nvGrpSpPr>
        <p:cNvPr id="1" name=""/>
        <p:cNvGrpSpPr/>
        <p:nvPr/>
      </p:nvGrpSpPr>
      <p:grpSpPr>
        <a:xfrm>
          <a:off x="0" y="0"/>
          <a:ext cx="0" cy="0"/>
          <a:chOff x="0" y="0"/>
          <a:chExt cx="0" cy="0"/>
        </a:xfrm>
      </p:grpSpPr>
      <p:sp>
        <p:nvSpPr>
          <p:cNvPr id="5" name="Picture Placeholder 4"/>
          <p:cNvSpPr>
            <a:spLocks noGrp="1"/>
          </p:cNvSpPr>
          <p:nvPr>
            <p:ph type="pic" sz="quarter" idx="10" hasCustomPrompt="1"/>
          </p:nvPr>
        </p:nvSpPr>
        <p:spPr>
          <a:xfrm>
            <a:off x="5543550" y="431800"/>
            <a:ext cx="6184900" cy="3187700"/>
          </a:xfrm>
          <a:custGeom>
            <a:avLst/>
            <a:gdLst>
              <a:gd name="connsiteX0" fmla="*/ 270923 w 6184900"/>
              <a:gd name="connsiteY0" fmla="*/ 0 h 3187700"/>
              <a:gd name="connsiteX1" fmla="*/ 5913977 w 6184900"/>
              <a:gd name="connsiteY1" fmla="*/ 0 h 3187700"/>
              <a:gd name="connsiteX2" fmla="*/ 6184900 w 6184900"/>
              <a:gd name="connsiteY2" fmla="*/ 270923 h 3187700"/>
              <a:gd name="connsiteX3" fmla="*/ 6184900 w 6184900"/>
              <a:gd name="connsiteY3" fmla="*/ 2916777 h 3187700"/>
              <a:gd name="connsiteX4" fmla="*/ 5913977 w 6184900"/>
              <a:gd name="connsiteY4" fmla="*/ 3187700 h 3187700"/>
              <a:gd name="connsiteX5" fmla="*/ 270923 w 6184900"/>
              <a:gd name="connsiteY5" fmla="*/ 3187700 h 3187700"/>
              <a:gd name="connsiteX6" fmla="*/ 0 w 6184900"/>
              <a:gd name="connsiteY6" fmla="*/ 2916777 h 3187700"/>
              <a:gd name="connsiteX7" fmla="*/ 0 w 6184900"/>
              <a:gd name="connsiteY7" fmla="*/ 270923 h 3187700"/>
              <a:gd name="connsiteX8" fmla="*/ 270923 w 6184900"/>
              <a:gd name="connsiteY8" fmla="*/ 0 h 3187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184900" h="3187700">
                <a:moveTo>
                  <a:pt x="270923" y="0"/>
                </a:moveTo>
                <a:lnTo>
                  <a:pt x="5913977" y="0"/>
                </a:lnTo>
                <a:cubicBezTo>
                  <a:pt x="6063604" y="0"/>
                  <a:pt x="6184900" y="121296"/>
                  <a:pt x="6184900" y="270923"/>
                </a:cubicBezTo>
                <a:lnTo>
                  <a:pt x="6184900" y="2916777"/>
                </a:lnTo>
                <a:cubicBezTo>
                  <a:pt x="6184900" y="3066404"/>
                  <a:pt x="6063604" y="3187700"/>
                  <a:pt x="5913977" y="3187700"/>
                </a:cubicBezTo>
                <a:lnTo>
                  <a:pt x="270923" y="3187700"/>
                </a:lnTo>
                <a:cubicBezTo>
                  <a:pt x="121296" y="3187700"/>
                  <a:pt x="0" y="3066404"/>
                  <a:pt x="0" y="2916777"/>
                </a:cubicBezTo>
                <a:lnTo>
                  <a:pt x="0" y="270923"/>
                </a:lnTo>
                <a:cubicBezTo>
                  <a:pt x="0" y="121296"/>
                  <a:pt x="121296" y="0"/>
                  <a:pt x="270923" y="0"/>
                </a:cubicBezTo>
                <a:close/>
              </a:path>
            </a:pathLst>
          </a:custGeom>
        </p:spPr>
        <p:txBody>
          <a:bodyPr wrap="square" anchor="ctr">
            <a:noAutofit/>
          </a:bodyPr>
          <a:lstStyle>
            <a:lvl1pPr marL="0" indent="0" algn="ctr">
              <a:buNone/>
              <a:defRPr sz="1500" baseline="0"/>
            </a:lvl1pPr>
          </a:lstStyle>
          <a:p>
            <a:r>
              <a:rPr lang="en-US"/>
              <a:t>Image Placeholder</a:t>
            </a:r>
          </a:p>
        </p:txBody>
      </p:sp>
    </p:spTree>
    <p:extLst>
      <p:ext uri="{BB962C8B-B14F-4D97-AF65-F5344CB8AC3E}">
        <p14:creationId xmlns:p14="http://schemas.microsoft.com/office/powerpoint/2010/main" val="2534844576"/>
      </p:ext>
    </p:extLst>
  </p:cSld>
  <p:clrMapOvr>
    <a:masterClrMapping/>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Cover Page">
    <p:spTree>
      <p:nvGrpSpPr>
        <p:cNvPr id="1" name=""/>
        <p:cNvGrpSpPr/>
        <p:nvPr/>
      </p:nvGrpSpPr>
      <p:grpSpPr>
        <a:xfrm>
          <a:off x="0" y="0"/>
          <a:ext cx="0" cy="0"/>
          <a:chOff x="0" y="0"/>
          <a:chExt cx="0" cy="0"/>
        </a:xfrm>
      </p:grpSpPr>
      <p:sp>
        <p:nvSpPr>
          <p:cNvPr id="5" name="Picture Placeholder 4"/>
          <p:cNvSpPr>
            <a:spLocks noGrp="1"/>
          </p:cNvSpPr>
          <p:nvPr>
            <p:ph type="pic" sz="quarter" idx="10" hasCustomPrompt="1"/>
          </p:nvPr>
        </p:nvSpPr>
        <p:spPr>
          <a:xfrm>
            <a:off x="5457371" y="1505856"/>
            <a:ext cx="5384800" cy="4049484"/>
          </a:xfrm>
          <a:custGeom>
            <a:avLst/>
            <a:gdLst>
              <a:gd name="connsiteX0" fmla="*/ 0 w 5384800"/>
              <a:gd name="connsiteY0" fmla="*/ 0 h 4049484"/>
              <a:gd name="connsiteX1" fmla="*/ 5384800 w 5384800"/>
              <a:gd name="connsiteY1" fmla="*/ 0 h 4049484"/>
              <a:gd name="connsiteX2" fmla="*/ 5384800 w 5384800"/>
              <a:gd name="connsiteY2" fmla="*/ 4049484 h 4049484"/>
              <a:gd name="connsiteX3" fmla="*/ 0 w 5384800"/>
              <a:gd name="connsiteY3" fmla="*/ 4049484 h 4049484"/>
            </a:gdLst>
            <a:ahLst/>
            <a:cxnLst>
              <a:cxn ang="0">
                <a:pos x="connsiteX0" y="connsiteY0"/>
              </a:cxn>
              <a:cxn ang="0">
                <a:pos x="connsiteX1" y="connsiteY1"/>
              </a:cxn>
              <a:cxn ang="0">
                <a:pos x="connsiteX2" y="connsiteY2"/>
              </a:cxn>
              <a:cxn ang="0">
                <a:pos x="connsiteX3" y="connsiteY3"/>
              </a:cxn>
            </a:cxnLst>
            <a:rect l="l" t="t" r="r" b="b"/>
            <a:pathLst>
              <a:path w="5384800" h="4049484">
                <a:moveTo>
                  <a:pt x="0" y="0"/>
                </a:moveTo>
                <a:lnTo>
                  <a:pt x="5384800" y="0"/>
                </a:lnTo>
                <a:lnTo>
                  <a:pt x="5384800" y="4049484"/>
                </a:lnTo>
                <a:lnTo>
                  <a:pt x="0" y="4049484"/>
                </a:lnTo>
                <a:close/>
              </a:path>
            </a:pathLst>
          </a:custGeom>
        </p:spPr>
        <p:txBody>
          <a:bodyPr wrap="square" anchor="ctr">
            <a:noAutofit/>
          </a:bodyPr>
          <a:lstStyle>
            <a:lvl1pPr marL="0" indent="0" algn="ctr">
              <a:buFontTx/>
              <a:buNone/>
              <a:defRPr sz="1500"/>
            </a:lvl1pPr>
          </a:lstStyle>
          <a:p>
            <a:r>
              <a:rPr lang="en-US"/>
              <a:t>Image holder</a:t>
            </a:r>
          </a:p>
        </p:txBody>
      </p:sp>
    </p:spTree>
    <p:extLst>
      <p:ext uri="{BB962C8B-B14F-4D97-AF65-F5344CB8AC3E}">
        <p14:creationId xmlns:p14="http://schemas.microsoft.com/office/powerpoint/2010/main" val="1794933919"/>
      </p:ext>
    </p:extLst>
  </p:cSld>
  <p:clrMapOvr>
    <a:masterClrMapping/>
  </p:clrMapOvr>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Welcome Message">
    <p:spTree>
      <p:nvGrpSpPr>
        <p:cNvPr id="1" name=""/>
        <p:cNvGrpSpPr/>
        <p:nvPr/>
      </p:nvGrpSpPr>
      <p:grpSpPr>
        <a:xfrm>
          <a:off x="0" y="0"/>
          <a:ext cx="0" cy="0"/>
          <a:chOff x="0" y="0"/>
          <a:chExt cx="0" cy="0"/>
        </a:xfrm>
      </p:grpSpPr>
      <p:sp>
        <p:nvSpPr>
          <p:cNvPr id="4" name="Picture Placeholder 3"/>
          <p:cNvSpPr>
            <a:spLocks noGrp="1"/>
          </p:cNvSpPr>
          <p:nvPr>
            <p:ph type="pic" sz="quarter" idx="10" hasCustomPrompt="1"/>
          </p:nvPr>
        </p:nvSpPr>
        <p:spPr>
          <a:xfrm>
            <a:off x="7214869" y="1653636"/>
            <a:ext cx="3941618" cy="3941616"/>
          </a:xfrm>
          <a:custGeom>
            <a:avLst/>
            <a:gdLst>
              <a:gd name="connsiteX0" fmla="*/ 1970809 w 3941618"/>
              <a:gd name="connsiteY0" fmla="*/ 0 h 3941616"/>
              <a:gd name="connsiteX1" fmla="*/ 3941618 w 3941618"/>
              <a:gd name="connsiteY1" fmla="*/ 1970808 h 3941616"/>
              <a:gd name="connsiteX2" fmla="*/ 1970809 w 3941618"/>
              <a:gd name="connsiteY2" fmla="*/ 3941616 h 3941616"/>
              <a:gd name="connsiteX3" fmla="*/ 0 w 3941618"/>
              <a:gd name="connsiteY3" fmla="*/ 1970808 h 3941616"/>
              <a:gd name="connsiteX4" fmla="*/ 1970809 w 3941618"/>
              <a:gd name="connsiteY4" fmla="*/ 0 h 39416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41618" h="3941616">
                <a:moveTo>
                  <a:pt x="1970809" y="0"/>
                </a:moveTo>
                <a:cubicBezTo>
                  <a:pt x="3059257" y="0"/>
                  <a:pt x="3941618" y="882361"/>
                  <a:pt x="3941618" y="1970808"/>
                </a:cubicBezTo>
                <a:cubicBezTo>
                  <a:pt x="3941618" y="3059255"/>
                  <a:pt x="3059257" y="3941616"/>
                  <a:pt x="1970809" y="3941616"/>
                </a:cubicBezTo>
                <a:cubicBezTo>
                  <a:pt x="882361" y="3941616"/>
                  <a:pt x="0" y="3059255"/>
                  <a:pt x="0" y="1970808"/>
                </a:cubicBezTo>
                <a:cubicBezTo>
                  <a:pt x="0" y="882361"/>
                  <a:pt x="882361" y="0"/>
                  <a:pt x="1970809" y="0"/>
                </a:cubicBezTo>
                <a:close/>
              </a:path>
            </a:pathLst>
          </a:custGeom>
        </p:spPr>
        <p:txBody>
          <a:bodyPr wrap="square" anchor="ctr">
            <a:noAutofit/>
          </a:bodyPr>
          <a:lstStyle>
            <a:lvl1pPr marL="0" indent="0" algn="ctr">
              <a:buFontTx/>
              <a:buNone/>
              <a:defRPr sz="1500"/>
            </a:lvl1pPr>
          </a:lstStyle>
          <a:p>
            <a:r>
              <a:rPr lang="en-US"/>
              <a:t>Image holder</a:t>
            </a:r>
          </a:p>
        </p:txBody>
      </p:sp>
    </p:spTree>
    <p:extLst>
      <p:ext uri="{BB962C8B-B14F-4D97-AF65-F5344CB8AC3E}">
        <p14:creationId xmlns:p14="http://schemas.microsoft.com/office/powerpoint/2010/main" val="263355367"/>
      </p:ext>
    </p:extLst>
  </p:cSld>
  <p:clrMapOvr>
    <a:masterClrMapping/>
  </p:clrMapOvr>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Table Of Contents">
    <p:spTree>
      <p:nvGrpSpPr>
        <p:cNvPr id="1" name=""/>
        <p:cNvGrpSpPr/>
        <p:nvPr/>
      </p:nvGrpSpPr>
      <p:grpSpPr>
        <a:xfrm>
          <a:off x="0" y="0"/>
          <a:ext cx="0" cy="0"/>
          <a:chOff x="0" y="0"/>
          <a:chExt cx="0" cy="0"/>
        </a:xfrm>
      </p:grpSpPr>
      <p:sp>
        <p:nvSpPr>
          <p:cNvPr id="4" name="Picture Placeholder 3"/>
          <p:cNvSpPr>
            <a:spLocks noGrp="1"/>
          </p:cNvSpPr>
          <p:nvPr>
            <p:ph type="pic" sz="quarter" idx="10" hasCustomPrompt="1"/>
          </p:nvPr>
        </p:nvSpPr>
        <p:spPr>
          <a:xfrm>
            <a:off x="723900" y="3265714"/>
            <a:ext cx="4849586" cy="2868386"/>
          </a:xfrm>
          <a:custGeom>
            <a:avLst/>
            <a:gdLst>
              <a:gd name="connsiteX0" fmla="*/ 0 w 4849586"/>
              <a:gd name="connsiteY0" fmla="*/ 0 h 2868386"/>
              <a:gd name="connsiteX1" fmla="*/ 4849586 w 4849586"/>
              <a:gd name="connsiteY1" fmla="*/ 0 h 2868386"/>
              <a:gd name="connsiteX2" fmla="*/ 4849586 w 4849586"/>
              <a:gd name="connsiteY2" fmla="*/ 2868386 h 2868386"/>
              <a:gd name="connsiteX3" fmla="*/ 0 w 4849586"/>
              <a:gd name="connsiteY3" fmla="*/ 2868386 h 2868386"/>
            </a:gdLst>
            <a:ahLst/>
            <a:cxnLst>
              <a:cxn ang="0">
                <a:pos x="connsiteX0" y="connsiteY0"/>
              </a:cxn>
              <a:cxn ang="0">
                <a:pos x="connsiteX1" y="connsiteY1"/>
              </a:cxn>
              <a:cxn ang="0">
                <a:pos x="connsiteX2" y="connsiteY2"/>
              </a:cxn>
              <a:cxn ang="0">
                <a:pos x="connsiteX3" y="connsiteY3"/>
              </a:cxn>
            </a:cxnLst>
            <a:rect l="l" t="t" r="r" b="b"/>
            <a:pathLst>
              <a:path w="4849586" h="2868386">
                <a:moveTo>
                  <a:pt x="0" y="0"/>
                </a:moveTo>
                <a:lnTo>
                  <a:pt x="4849586" y="0"/>
                </a:lnTo>
                <a:lnTo>
                  <a:pt x="4849586" y="2868386"/>
                </a:lnTo>
                <a:lnTo>
                  <a:pt x="0" y="2868386"/>
                </a:lnTo>
                <a:close/>
              </a:path>
            </a:pathLst>
          </a:custGeom>
        </p:spPr>
        <p:txBody>
          <a:bodyPr wrap="square" anchor="ctr">
            <a:noAutofit/>
          </a:bodyPr>
          <a:lstStyle>
            <a:lvl1pPr marL="0" indent="0" algn="ctr">
              <a:buFontTx/>
              <a:buNone/>
              <a:defRPr sz="1500"/>
            </a:lvl1pPr>
          </a:lstStyle>
          <a:p>
            <a:r>
              <a:rPr lang="en-US"/>
              <a:t>Image holder</a:t>
            </a:r>
          </a:p>
        </p:txBody>
      </p:sp>
    </p:spTree>
    <p:extLst>
      <p:ext uri="{BB962C8B-B14F-4D97-AF65-F5344CB8AC3E}">
        <p14:creationId xmlns:p14="http://schemas.microsoft.com/office/powerpoint/2010/main" val="4151852485"/>
      </p:ext>
    </p:extLst>
  </p:cSld>
  <p:clrMapOvr>
    <a:masterClrMapping/>
  </p:clrMapOvr>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About Us">
    <p:spTree>
      <p:nvGrpSpPr>
        <p:cNvPr id="1" name=""/>
        <p:cNvGrpSpPr/>
        <p:nvPr/>
      </p:nvGrpSpPr>
      <p:grpSpPr>
        <a:xfrm>
          <a:off x="0" y="0"/>
          <a:ext cx="0" cy="0"/>
          <a:chOff x="0" y="0"/>
          <a:chExt cx="0" cy="0"/>
        </a:xfrm>
      </p:grpSpPr>
      <p:sp>
        <p:nvSpPr>
          <p:cNvPr id="4" name="Picture Placeholder 3"/>
          <p:cNvSpPr>
            <a:spLocks noGrp="1"/>
          </p:cNvSpPr>
          <p:nvPr>
            <p:ph type="pic" sz="quarter" idx="10" hasCustomPrompt="1"/>
          </p:nvPr>
        </p:nvSpPr>
        <p:spPr>
          <a:xfrm>
            <a:off x="723900" y="723901"/>
            <a:ext cx="6229351" cy="2107539"/>
          </a:xfrm>
          <a:custGeom>
            <a:avLst/>
            <a:gdLst>
              <a:gd name="connsiteX0" fmla="*/ 0 w 6229351"/>
              <a:gd name="connsiteY0" fmla="*/ 0 h 2107539"/>
              <a:gd name="connsiteX1" fmla="*/ 6229351 w 6229351"/>
              <a:gd name="connsiteY1" fmla="*/ 0 h 2107539"/>
              <a:gd name="connsiteX2" fmla="*/ 6229351 w 6229351"/>
              <a:gd name="connsiteY2" fmla="*/ 2107539 h 2107539"/>
              <a:gd name="connsiteX3" fmla="*/ 0 w 6229351"/>
              <a:gd name="connsiteY3" fmla="*/ 2107539 h 2107539"/>
            </a:gdLst>
            <a:ahLst/>
            <a:cxnLst>
              <a:cxn ang="0">
                <a:pos x="connsiteX0" y="connsiteY0"/>
              </a:cxn>
              <a:cxn ang="0">
                <a:pos x="connsiteX1" y="connsiteY1"/>
              </a:cxn>
              <a:cxn ang="0">
                <a:pos x="connsiteX2" y="connsiteY2"/>
              </a:cxn>
              <a:cxn ang="0">
                <a:pos x="connsiteX3" y="connsiteY3"/>
              </a:cxn>
            </a:cxnLst>
            <a:rect l="l" t="t" r="r" b="b"/>
            <a:pathLst>
              <a:path w="6229351" h="2107539">
                <a:moveTo>
                  <a:pt x="0" y="0"/>
                </a:moveTo>
                <a:lnTo>
                  <a:pt x="6229351" y="0"/>
                </a:lnTo>
                <a:lnTo>
                  <a:pt x="6229351" y="2107539"/>
                </a:lnTo>
                <a:lnTo>
                  <a:pt x="0" y="2107539"/>
                </a:lnTo>
                <a:close/>
              </a:path>
            </a:pathLst>
          </a:custGeom>
        </p:spPr>
        <p:txBody>
          <a:bodyPr wrap="square" anchor="ctr">
            <a:noAutofit/>
          </a:bodyPr>
          <a:lstStyle>
            <a:lvl1pPr marL="0" indent="0" algn="ctr">
              <a:buFontTx/>
              <a:buNone/>
              <a:defRPr sz="1500"/>
            </a:lvl1pPr>
          </a:lstStyle>
          <a:p>
            <a:r>
              <a:rPr lang="en-US"/>
              <a:t>Image holder</a:t>
            </a:r>
          </a:p>
        </p:txBody>
      </p:sp>
    </p:spTree>
    <p:extLst>
      <p:ext uri="{BB962C8B-B14F-4D97-AF65-F5344CB8AC3E}">
        <p14:creationId xmlns:p14="http://schemas.microsoft.com/office/powerpoint/2010/main" val="4170628845"/>
      </p:ext>
    </p:extLst>
  </p:cSld>
  <p:clrMapOvr>
    <a:masterClrMapping/>
  </p:clrMapOvr>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Who We Are">
    <p:spTree>
      <p:nvGrpSpPr>
        <p:cNvPr id="1" name=""/>
        <p:cNvGrpSpPr/>
        <p:nvPr/>
      </p:nvGrpSpPr>
      <p:grpSpPr>
        <a:xfrm>
          <a:off x="0" y="0"/>
          <a:ext cx="0" cy="0"/>
          <a:chOff x="0" y="0"/>
          <a:chExt cx="0" cy="0"/>
        </a:xfrm>
      </p:grpSpPr>
      <p:sp>
        <p:nvSpPr>
          <p:cNvPr id="4" name="Picture Placeholder 3"/>
          <p:cNvSpPr>
            <a:spLocks noGrp="1"/>
          </p:cNvSpPr>
          <p:nvPr>
            <p:ph type="pic" sz="quarter" idx="10" hasCustomPrompt="1"/>
          </p:nvPr>
        </p:nvSpPr>
        <p:spPr>
          <a:xfrm>
            <a:off x="501159" y="851564"/>
            <a:ext cx="5169878" cy="5154872"/>
          </a:xfrm>
          <a:custGeom>
            <a:avLst/>
            <a:gdLst>
              <a:gd name="connsiteX0" fmla="*/ 2661849 w 5169878"/>
              <a:gd name="connsiteY0" fmla="*/ 2652470 h 5154872"/>
              <a:gd name="connsiteX1" fmla="*/ 5169878 w 5169878"/>
              <a:gd name="connsiteY1" fmla="*/ 2652470 h 5154872"/>
              <a:gd name="connsiteX2" fmla="*/ 2661849 w 5169878"/>
              <a:gd name="connsiteY2" fmla="*/ 5154872 h 5154872"/>
              <a:gd name="connsiteX3" fmla="*/ 0 w 5169878"/>
              <a:gd name="connsiteY3" fmla="*/ 2652470 h 5154872"/>
              <a:gd name="connsiteX4" fmla="*/ 2508029 w 5169878"/>
              <a:gd name="connsiteY4" fmla="*/ 2652470 h 5154872"/>
              <a:gd name="connsiteX5" fmla="*/ 2508029 w 5169878"/>
              <a:gd name="connsiteY5" fmla="*/ 5154872 h 5154872"/>
              <a:gd name="connsiteX6" fmla="*/ 0 w 5169878"/>
              <a:gd name="connsiteY6" fmla="*/ 2652470 h 5154872"/>
              <a:gd name="connsiteX7" fmla="*/ 2661849 w 5169878"/>
              <a:gd name="connsiteY7" fmla="*/ 0 h 5154872"/>
              <a:gd name="connsiteX8" fmla="*/ 5169878 w 5169878"/>
              <a:gd name="connsiteY8" fmla="*/ 2498650 h 5154872"/>
              <a:gd name="connsiteX9" fmla="*/ 2661849 w 5169878"/>
              <a:gd name="connsiteY9" fmla="*/ 2498650 h 5154872"/>
              <a:gd name="connsiteX10" fmla="*/ 2661849 w 5169878"/>
              <a:gd name="connsiteY10" fmla="*/ 0 h 5154872"/>
              <a:gd name="connsiteX11" fmla="*/ 2508029 w 5169878"/>
              <a:gd name="connsiteY11" fmla="*/ 0 h 5154872"/>
              <a:gd name="connsiteX12" fmla="*/ 2508029 w 5169878"/>
              <a:gd name="connsiteY12" fmla="*/ 2498650 h 5154872"/>
              <a:gd name="connsiteX13" fmla="*/ 0 w 5169878"/>
              <a:gd name="connsiteY13" fmla="*/ 2498650 h 5154872"/>
              <a:gd name="connsiteX14" fmla="*/ 2508029 w 5169878"/>
              <a:gd name="connsiteY14" fmla="*/ 0 h 51548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169878" h="5154872">
                <a:moveTo>
                  <a:pt x="2661849" y="2652470"/>
                </a:moveTo>
                <a:cubicBezTo>
                  <a:pt x="2661849" y="2652470"/>
                  <a:pt x="2661849" y="2652470"/>
                  <a:pt x="5169878" y="2652470"/>
                </a:cubicBezTo>
                <a:cubicBezTo>
                  <a:pt x="5127608" y="4016139"/>
                  <a:pt x="4028584" y="5112697"/>
                  <a:pt x="2661849" y="5154872"/>
                </a:cubicBezTo>
                <a:close/>
                <a:moveTo>
                  <a:pt x="0" y="2652470"/>
                </a:moveTo>
                <a:lnTo>
                  <a:pt x="2508029" y="2652470"/>
                </a:lnTo>
                <a:cubicBezTo>
                  <a:pt x="2508029" y="2652470"/>
                  <a:pt x="2508029" y="2652470"/>
                  <a:pt x="2508029" y="5154872"/>
                </a:cubicBezTo>
                <a:cubicBezTo>
                  <a:pt x="1141294" y="5112697"/>
                  <a:pt x="42270" y="4016139"/>
                  <a:pt x="0" y="2652470"/>
                </a:cubicBezTo>
                <a:close/>
                <a:moveTo>
                  <a:pt x="2661849" y="0"/>
                </a:moveTo>
                <a:cubicBezTo>
                  <a:pt x="4028584" y="38657"/>
                  <a:pt x="5127608" y="1135111"/>
                  <a:pt x="5169878" y="2498650"/>
                </a:cubicBezTo>
                <a:lnTo>
                  <a:pt x="2661849" y="2498650"/>
                </a:lnTo>
                <a:cubicBezTo>
                  <a:pt x="2661849" y="2498650"/>
                  <a:pt x="2661849" y="2498650"/>
                  <a:pt x="2661849" y="0"/>
                </a:cubicBezTo>
                <a:close/>
                <a:moveTo>
                  <a:pt x="2508029" y="0"/>
                </a:moveTo>
                <a:lnTo>
                  <a:pt x="2508029" y="2498650"/>
                </a:lnTo>
                <a:cubicBezTo>
                  <a:pt x="2508029" y="2498650"/>
                  <a:pt x="2508029" y="2498650"/>
                  <a:pt x="0" y="2498650"/>
                </a:cubicBezTo>
                <a:cubicBezTo>
                  <a:pt x="42270" y="1135111"/>
                  <a:pt x="1141295" y="38657"/>
                  <a:pt x="2508029" y="0"/>
                </a:cubicBezTo>
                <a:close/>
              </a:path>
            </a:pathLst>
          </a:custGeom>
        </p:spPr>
        <p:txBody>
          <a:bodyPr wrap="square" anchor="ctr">
            <a:noAutofit/>
          </a:bodyPr>
          <a:lstStyle>
            <a:lvl1pPr marL="0" indent="0" algn="ctr">
              <a:buFontTx/>
              <a:buNone/>
              <a:defRPr sz="1500"/>
            </a:lvl1pPr>
          </a:lstStyle>
          <a:p>
            <a:r>
              <a:rPr lang="en-US"/>
              <a:t>Image holder</a:t>
            </a:r>
          </a:p>
        </p:txBody>
      </p:sp>
    </p:spTree>
    <p:extLst>
      <p:ext uri="{BB962C8B-B14F-4D97-AF65-F5344CB8AC3E}">
        <p14:creationId xmlns:p14="http://schemas.microsoft.com/office/powerpoint/2010/main" val="2545684459"/>
      </p:ext>
    </p:extLst>
  </p:cSld>
  <p:clrMapOvr>
    <a:masterClrMapping/>
  </p:clrMapOvr>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Our Company">
    <p:spTree>
      <p:nvGrpSpPr>
        <p:cNvPr id="1" name=""/>
        <p:cNvGrpSpPr/>
        <p:nvPr/>
      </p:nvGrpSpPr>
      <p:grpSpPr>
        <a:xfrm>
          <a:off x="0" y="0"/>
          <a:ext cx="0" cy="0"/>
          <a:chOff x="0" y="0"/>
          <a:chExt cx="0" cy="0"/>
        </a:xfrm>
      </p:grpSpPr>
      <p:sp>
        <p:nvSpPr>
          <p:cNvPr id="6" name="Picture Placeholder 5"/>
          <p:cNvSpPr>
            <a:spLocks noGrp="1"/>
          </p:cNvSpPr>
          <p:nvPr>
            <p:ph type="pic" sz="quarter" idx="10" hasCustomPrompt="1"/>
          </p:nvPr>
        </p:nvSpPr>
        <p:spPr>
          <a:xfrm>
            <a:off x="4034842" y="2706843"/>
            <a:ext cx="2654450" cy="3427258"/>
          </a:xfrm>
          <a:custGeom>
            <a:avLst/>
            <a:gdLst>
              <a:gd name="connsiteX0" fmla="*/ 0 w 2936442"/>
              <a:gd name="connsiteY0" fmla="*/ 0 h 3427258"/>
              <a:gd name="connsiteX1" fmla="*/ 2936442 w 2936442"/>
              <a:gd name="connsiteY1" fmla="*/ 0 h 3427258"/>
              <a:gd name="connsiteX2" fmla="*/ 2936442 w 2936442"/>
              <a:gd name="connsiteY2" fmla="*/ 3427258 h 3427258"/>
              <a:gd name="connsiteX3" fmla="*/ 0 w 2936442"/>
              <a:gd name="connsiteY3" fmla="*/ 3427258 h 3427258"/>
            </a:gdLst>
            <a:ahLst/>
            <a:cxnLst>
              <a:cxn ang="0">
                <a:pos x="connsiteX0" y="connsiteY0"/>
              </a:cxn>
              <a:cxn ang="0">
                <a:pos x="connsiteX1" y="connsiteY1"/>
              </a:cxn>
              <a:cxn ang="0">
                <a:pos x="connsiteX2" y="connsiteY2"/>
              </a:cxn>
              <a:cxn ang="0">
                <a:pos x="connsiteX3" y="connsiteY3"/>
              </a:cxn>
            </a:cxnLst>
            <a:rect l="l" t="t" r="r" b="b"/>
            <a:pathLst>
              <a:path w="2936442" h="3427258">
                <a:moveTo>
                  <a:pt x="0" y="0"/>
                </a:moveTo>
                <a:lnTo>
                  <a:pt x="2936442" y="0"/>
                </a:lnTo>
                <a:lnTo>
                  <a:pt x="2936442" y="3427258"/>
                </a:lnTo>
                <a:lnTo>
                  <a:pt x="0" y="3427258"/>
                </a:lnTo>
                <a:close/>
              </a:path>
            </a:pathLst>
          </a:custGeom>
        </p:spPr>
        <p:txBody>
          <a:bodyPr wrap="square" anchor="ctr">
            <a:noAutofit/>
          </a:bodyPr>
          <a:lstStyle>
            <a:lvl1pPr marL="0" indent="0" algn="ctr">
              <a:buFontTx/>
              <a:buNone/>
              <a:defRPr sz="1500"/>
            </a:lvl1pPr>
          </a:lstStyle>
          <a:p>
            <a:r>
              <a:rPr lang="en-US"/>
              <a:t>Image holder</a:t>
            </a:r>
          </a:p>
        </p:txBody>
      </p:sp>
    </p:spTree>
    <p:extLst>
      <p:ext uri="{BB962C8B-B14F-4D97-AF65-F5344CB8AC3E}">
        <p14:creationId xmlns:p14="http://schemas.microsoft.com/office/powerpoint/2010/main" val="1028270954"/>
      </p:ext>
    </p:extLst>
  </p:cSld>
  <p:clrMapOvr>
    <a:masterClrMapping/>
  </p:clrMapOvr>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Our Services">
    <p:spTree>
      <p:nvGrpSpPr>
        <p:cNvPr id="1" name=""/>
        <p:cNvGrpSpPr/>
        <p:nvPr/>
      </p:nvGrpSpPr>
      <p:grpSpPr>
        <a:xfrm>
          <a:off x="0" y="0"/>
          <a:ext cx="0" cy="0"/>
          <a:chOff x="0" y="0"/>
          <a:chExt cx="0" cy="0"/>
        </a:xfrm>
      </p:grpSpPr>
      <p:sp>
        <p:nvSpPr>
          <p:cNvPr id="11" name="Picture Placeholder 10"/>
          <p:cNvSpPr>
            <a:spLocks noGrp="1"/>
          </p:cNvSpPr>
          <p:nvPr>
            <p:ph type="pic" sz="quarter" idx="12" hasCustomPrompt="1"/>
          </p:nvPr>
        </p:nvSpPr>
        <p:spPr>
          <a:xfrm>
            <a:off x="9495954" y="4210050"/>
            <a:ext cx="1984846" cy="1932076"/>
          </a:xfrm>
          <a:custGeom>
            <a:avLst/>
            <a:gdLst>
              <a:gd name="connsiteX0" fmla="*/ 0 w 1984846"/>
              <a:gd name="connsiteY0" fmla="*/ 0 h 1932076"/>
              <a:gd name="connsiteX1" fmla="*/ 1984846 w 1984846"/>
              <a:gd name="connsiteY1" fmla="*/ 0 h 1932076"/>
              <a:gd name="connsiteX2" fmla="*/ 1984846 w 1984846"/>
              <a:gd name="connsiteY2" fmla="*/ 1932076 h 1932076"/>
              <a:gd name="connsiteX3" fmla="*/ 0 w 1984846"/>
              <a:gd name="connsiteY3" fmla="*/ 1932076 h 1932076"/>
            </a:gdLst>
            <a:ahLst/>
            <a:cxnLst>
              <a:cxn ang="0">
                <a:pos x="connsiteX0" y="connsiteY0"/>
              </a:cxn>
              <a:cxn ang="0">
                <a:pos x="connsiteX1" y="connsiteY1"/>
              </a:cxn>
              <a:cxn ang="0">
                <a:pos x="connsiteX2" y="connsiteY2"/>
              </a:cxn>
              <a:cxn ang="0">
                <a:pos x="connsiteX3" y="connsiteY3"/>
              </a:cxn>
            </a:cxnLst>
            <a:rect l="l" t="t" r="r" b="b"/>
            <a:pathLst>
              <a:path w="1984846" h="1932076">
                <a:moveTo>
                  <a:pt x="0" y="0"/>
                </a:moveTo>
                <a:lnTo>
                  <a:pt x="1984846" y="0"/>
                </a:lnTo>
                <a:lnTo>
                  <a:pt x="1984846" y="1932076"/>
                </a:lnTo>
                <a:lnTo>
                  <a:pt x="0" y="1932076"/>
                </a:lnTo>
                <a:close/>
              </a:path>
            </a:pathLst>
          </a:custGeom>
        </p:spPr>
        <p:txBody>
          <a:bodyPr wrap="square" anchor="ctr">
            <a:noAutofit/>
          </a:bodyPr>
          <a:lstStyle>
            <a:lvl1pPr marL="0" indent="0" algn="ctr">
              <a:buFontTx/>
              <a:buNone/>
              <a:defRPr sz="1500"/>
            </a:lvl1pPr>
          </a:lstStyle>
          <a:p>
            <a:r>
              <a:rPr lang="en-US"/>
              <a:t>Image holder</a:t>
            </a:r>
          </a:p>
        </p:txBody>
      </p:sp>
      <p:sp>
        <p:nvSpPr>
          <p:cNvPr id="9" name="Picture Placeholder 8"/>
          <p:cNvSpPr>
            <a:spLocks noGrp="1"/>
          </p:cNvSpPr>
          <p:nvPr>
            <p:ph type="pic" sz="quarter" idx="11" hasCustomPrompt="1"/>
          </p:nvPr>
        </p:nvSpPr>
        <p:spPr>
          <a:xfrm>
            <a:off x="7137400" y="2254250"/>
            <a:ext cx="1984846" cy="1932076"/>
          </a:xfrm>
          <a:custGeom>
            <a:avLst/>
            <a:gdLst>
              <a:gd name="connsiteX0" fmla="*/ 0 w 1984846"/>
              <a:gd name="connsiteY0" fmla="*/ 0 h 1932076"/>
              <a:gd name="connsiteX1" fmla="*/ 1984846 w 1984846"/>
              <a:gd name="connsiteY1" fmla="*/ 0 h 1932076"/>
              <a:gd name="connsiteX2" fmla="*/ 1984846 w 1984846"/>
              <a:gd name="connsiteY2" fmla="*/ 1932076 h 1932076"/>
              <a:gd name="connsiteX3" fmla="*/ 0 w 1984846"/>
              <a:gd name="connsiteY3" fmla="*/ 1932076 h 1932076"/>
            </a:gdLst>
            <a:ahLst/>
            <a:cxnLst>
              <a:cxn ang="0">
                <a:pos x="connsiteX0" y="connsiteY0"/>
              </a:cxn>
              <a:cxn ang="0">
                <a:pos x="connsiteX1" y="connsiteY1"/>
              </a:cxn>
              <a:cxn ang="0">
                <a:pos x="connsiteX2" y="connsiteY2"/>
              </a:cxn>
              <a:cxn ang="0">
                <a:pos x="connsiteX3" y="connsiteY3"/>
              </a:cxn>
            </a:cxnLst>
            <a:rect l="l" t="t" r="r" b="b"/>
            <a:pathLst>
              <a:path w="1984846" h="1932076">
                <a:moveTo>
                  <a:pt x="0" y="0"/>
                </a:moveTo>
                <a:lnTo>
                  <a:pt x="1984846" y="0"/>
                </a:lnTo>
                <a:lnTo>
                  <a:pt x="1984846" y="1932076"/>
                </a:lnTo>
                <a:lnTo>
                  <a:pt x="0" y="1932076"/>
                </a:lnTo>
                <a:close/>
              </a:path>
            </a:pathLst>
          </a:custGeom>
        </p:spPr>
        <p:txBody>
          <a:bodyPr wrap="square" anchor="ctr">
            <a:noAutofit/>
          </a:bodyPr>
          <a:lstStyle>
            <a:lvl1pPr marL="0" indent="0" algn="ctr">
              <a:buFontTx/>
              <a:buNone/>
              <a:defRPr sz="1500"/>
            </a:lvl1pPr>
          </a:lstStyle>
          <a:p>
            <a:r>
              <a:rPr lang="en-US"/>
              <a:t>Image holder</a:t>
            </a:r>
          </a:p>
        </p:txBody>
      </p:sp>
      <p:sp>
        <p:nvSpPr>
          <p:cNvPr id="6" name="Picture Placeholder 5"/>
          <p:cNvSpPr>
            <a:spLocks noGrp="1"/>
          </p:cNvSpPr>
          <p:nvPr>
            <p:ph type="pic" sz="quarter" idx="10" hasCustomPrompt="1"/>
          </p:nvPr>
        </p:nvSpPr>
        <p:spPr>
          <a:xfrm>
            <a:off x="4778846" y="4210050"/>
            <a:ext cx="1984846" cy="1932076"/>
          </a:xfrm>
          <a:custGeom>
            <a:avLst/>
            <a:gdLst>
              <a:gd name="connsiteX0" fmla="*/ 0 w 1984846"/>
              <a:gd name="connsiteY0" fmla="*/ 0 h 1932076"/>
              <a:gd name="connsiteX1" fmla="*/ 1984846 w 1984846"/>
              <a:gd name="connsiteY1" fmla="*/ 0 h 1932076"/>
              <a:gd name="connsiteX2" fmla="*/ 1984846 w 1984846"/>
              <a:gd name="connsiteY2" fmla="*/ 1932076 h 1932076"/>
              <a:gd name="connsiteX3" fmla="*/ 0 w 1984846"/>
              <a:gd name="connsiteY3" fmla="*/ 1932076 h 1932076"/>
            </a:gdLst>
            <a:ahLst/>
            <a:cxnLst>
              <a:cxn ang="0">
                <a:pos x="connsiteX0" y="connsiteY0"/>
              </a:cxn>
              <a:cxn ang="0">
                <a:pos x="connsiteX1" y="connsiteY1"/>
              </a:cxn>
              <a:cxn ang="0">
                <a:pos x="connsiteX2" y="connsiteY2"/>
              </a:cxn>
              <a:cxn ang="0">
                <a:pos x="connsiteX3" y="connsiteY3"/>
              </a:cxn>
            </a:cxnLst>
            <a:rect l="l" t="t" r="r" b="b"/>
            <a:pathLst>
              <a:path w="1984846" h="1932076">
                <a:moveTo>
                  <a:pt x="0" y="0"/>
                </a:moveTo>
                <a:lnTo>
                  <a:pt x="1984846" y="0"/>
                </a:lnTo>
                <a:lnTo>
                  <a:pt x="1984846" y="1932076"/>
                </a:lnTo>
                <a:lnTo>
                  <a:pt x="0" y="1932076"/>
                </a:lnTo>
                <a:close/>
              </a:path>
            </a:pathLst>
          </a:custGeom>
        </p:spPr>
        <p:txBody>
          <a:bodyPr wrap="square" anchor="ctr">
            <a:noAutofit/>
          </a:bodyPr>
          <a:lstStyle>
            <a:lvl1pPr marL="0" indent="0" algn="ctr">
              <a:buFontTx/>
              <a:buNone/>
              <a:defRPr sz="1500"/>
            </a:lvl1pPr>
          </a:lstStyle>
          <a:p>
            <a:r>
              <a:rPr lang="en-US"/>
              <a:t>Image holder</a:t>
            </a:r>
          </a:p>
        </p:txBody>
      </p:sp>
    </p:spTree>
    <p:extLst>
      <p:ext uri="{BB962C8B-B14F-4D97-AF65-F5344CB8AC3E}">
        <p14:creationId xmlns:p14="http://schemas.microsoft.com/office/powerpoint/2010/main" val="208109924"/>
      </p:ext>
    </p:extLst>
  </p:cSld>
  <p:clrMapOvr>
    <a:masterClrMapping/>
  </p:clrMapOvr>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Team Leader">
    <p:spTree>
      <p:nvGrpSpPr>
        <p:cNvPr id="1" name=""/>
        <p:cNvGrpSpPr/>
        <p:nvPr/>
      </p:nvGrpSpPr>
      <p:grpSpPr>
        <a:xfrm>
          <a:off x="0" y="0"/>
          <a:ext cx="0" cy="0"/>
          <a:chOff x="0" y="0"/>
          <a:chExt cx="0" cy="0"/>
        </a:xfrm>
      </p:grpSpPr>
      <p:sp>
        <p:nvSpPr>
          <p:cNvPr id="4" name="Picture Placeholder 3"/>
          <p:cNvSpPr>
            <a:spLocks noGrp="1"/>
          </p:cNvSpPr>
          <p:nvPr>
            <p:ph type="pic" sz="quarter" idx="11" hasCustomPrompt="1"/>
          </p:nvPr>
        </p:nvSpPr>
        <p:spPr>
          <a:xfrm>
            <a:off x="1382227" y="2571112"/>
            <a:ext cx="3407752" cy="3428206"/>
          </a:xfrm>
          <a:custGeom>
            <a:avLst/>
            <a:gdLst>
              <a:gd name="connsiteX0" fmla="*/ 1703876 w 3407752"/>
              <a:gd name="connsiteY0" fmla="*/ 0 h 3428206"/>
              <a:gd name="connsiteX1" fmla="*/ 3407752 w 3407752"/>
              <a:gd name="connsiteY1" fmla="*/ 1714103 h 3428206"/>
              <a:gd name="connsiteX2" fmla="*/ 1703876 w 3407752"/>
              <a:gd name="connsiteY2" fmla="*/ 3428206 h 3428206"/>
              <a:gd name="connsiteX3" fmla="*/ 0 w 3407752"/>
              <a:gd name="connsiteY3" fmla="*/ 1714103 h 3428206"/>
              <a:gd name="connsiteX4" fmla="*/ 1703876 w 3407752"/>
              <a:gd name="connsiteY4" fmla="*/ 0 h 34282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07752" h="3428206">
                <a:moveTo>
                  <a:pt x="1703876" y="0"/>
                </a:moveTo>
                <a:cubicBezTo>
                  <a:pt x="2644901" y="0"/>
                  <a:pt x="3407752" y="767430"/>
                  <a:pt x="3407752" y="1714103"/>
                </a:cubicBezTo>
                <a:cubicBezTo>
                  <a:pt x="3407752" y="2660776"/>
                  <a:pt x="2644901" y="3428206"/>
                  <a:pt x="1703876" y="3428206"/>
                </a:cubicBezTo>
                <a:cubicBezTo>
                  <a:pt x="762851" y="3428206"/>
                  <a:pt x="0" y="2660776"/>
                  <a:pt x="0" y="1714103"/>
                </a:cubicBezTo>
                <a:cubicBezTo>
                  <a:pt x="0" y="767430"/>
                  <a:pt x="762851" y="0"/>
                  <a:pt x="1703876" y="0"/>
                </a:cubicBezTo>
                <a:close/>
              </a:path>
            </a:pathLst>
          </a:custGeom>
        </p:spPr>
        <p:txBody>
          <a:bodyPr wrap="square" anchor="ctr">
            <a:noAutofit/>
          </a:bodyPr>
          <a:lstStyle>
            <a:lvl1pPr marL="0" indent="0" algn="ctr">
              <a:buFontTx/>
              <a:buNone/>
              <a:defRPr sz="1500"/>
            </a:lvl1pPr>
          </a:lstStyle>
          <a:p>
            <a:r>
              <a:rPr lang="en-US"/>
              <a:t>Image holder</a:t>
            </a:r>
          </a:p>
        </p:txBody>
      </p:sp>
    </p:spTree>
    <p:extLst>
      <p:ext uri="{BB962C8B-B14F-4D97-AF65-F5344CB8AC3E}">
        <p14:creationId xmlns:p14="http://schemas.microsoft.com/office/powerpoint/2010/main" val="1743969042"/>
      </p:ext>
    </p:extLst>
  </p:cSld>
  <p:clrMapOvr>
    <a:masterClrMapping/>
  </p:clrMapOvr>
  <p:extLst>
    <p:ext uri="{DCECCB84-F9BA-43D5-87BE-67443E8EF086}">
      <p15:sldGuideLst xmlns:p15="http://schemas.microsoft.com/office/powerpoint/2012/main"/>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Our Timeline">
    <p:spTree>
      <p:nvGrpSpPr>
        <p:cNvPr id="1" name=""/>
        <p:cNvGrpSpPr/>
        <p:nvPr/>
      </p:nvGrpSpPr>
      <p:grpSpPr>
        <a:xfrm>
          <a:off x="0" y="0"/>
          <a:ext cx="0" cy="0"/>
          <a:chOff x="0" y="0"/>
          <a:chExt cx="0" cy="0"/>
        </a:xfrm>
      </p:grpSpPr>
      <p:sp>
        <p:nvSpPr>
          <p:cNvPr id="7" name="Picture Placeholder 6"/>
          <p:cNvSpPr>
            <a:spLocks noGrp="1"/>
          </p:cNvSpPr>
          <p:nvPr>
            <p:ph type="pic" sz="quarter" idx="12" hasCustomPrompt="1"/>
          </p:nvPr>
        </p:nvSpPr>
        <p:spPr>
          <a:xfrm>
            <a:off x="6622471" y="4607330"/>
            <a:ext cx="2649538" cy="1646238"/>
          </a:xfrm>
          <a:custGeom>
            <a:avLst/>
            <a:gdLst>
              <a:gd name="connsiteX0" fmla="*/ 0 w 2649538"/>
              <a:gd name="connsiteY0" fmla="*/ 0 h 1646238"/>
              <a:gd name="connsiteX1" fmla="*/ 2649538 w 2649538"/>
              <a:gd name="connsiteY1" fmla="*/ 0 h 1646238"/>
              <a:gd name="connsiteX2" fmla="*/ 2649538 w 2649538"/>
              <a:gd name="connsiteY2" fmla="*/ 1646238 h 1646238"/>
              <a:gd name="connsiteX3" fmla="*/ 0 w 2649538"/>
              <a:gd name="connsiteY3" fmla="*/ 1646238 h 1646238"/>
            </a:gdLst>
            <a:ahLst/>
            <a:cxnLst>
              <a:cxn ang="0">
                <a:pos x="connsiteX0" y="connsiteY0"/>
              </a:cxn>
              <a:cxn ang="0">
                <a:pos x="connsiteX1" y="connsiteY1"/>
              </a:cxn>
              <a:cxn ang="0">
                <a:pos x="connsiteX2" y="connsiteY2"/>
              </a:cxn>
              <a:cxn ang="0">
                <a:pos x="connsiteX3" y="connsiteY3"/>
              </a:cxn>
            </a:cxnLst>
            <a:rect l="l" t="t" r="r" b="b"/>
            <a:pathLst>
              <a:path w="2649538" h="1646238">
                <a:moveTo>
                  <a:pt x="0" y="0"/>
                </a:moveTo>
                <a:lnTo>
                  <a:pt x="2649538" y="0"/>
                </a:lnTo>
                <a:lnTo>
                  <a:pt x="2649538" y="1646238"/>
                </a:lnTo>
                <a:lnTo>
                  <a:pt x="0" y="1646238"/>
                </a:lnTo>
                <a:close/>
              </a:path>
            </a:pathLst>
          </a:custGeom>
        </p:spPr>
        <p:txBody>
          <a:bodyPr wrap="square" anchor="ctr">
            <a:noAutofit/>
          </a:bodyPr>
          <a:lstStyle>
            <a:lvl1pPr marL="0" indent="0" algn="ctr">
              <a:buFontTx/>
              <a:buNone/>
              <a:defRPr sz="1500"/>
            </a:lvl1pPr>
          </a:lstStyle>
          <a:p>
            <a:r>
              <a:rPr lang="en-US"/>
              <a:t>Image holder</a:t>
            </a:r>
          </a:p>
        </p:txBody>
      </p:sp>
      <p:sp>
        <p:nvSpPr>
          <p:cNvPr id="5" name="Picture Placeholder 4"/>
          <p:cNvSpPr>
            <a:spLocks noGrp="1"/>
          </p:cNvSpPr>
          <p:nvPr>
            <p:ph type="pic" sz="quarter" idx="11" hasCustomPrompt="1"/>
          </p:nvPr>
        </p:nvSpPr>
        <p:spPr>
          <a:xfrm>
            <a:off x="2919988" y="2217796"/>
            <a:ext cx="2649538" cy="1646238"/>
          </a:xfrm>
          <a:custGeom>
            <a:avLst/>
            <a:gdLst>
              <a:gd name="connsiteX0" fmla="*/ 0 w 2649538"/>
              <a:gd name="connsiteY0" fmla="*/ 0 h 1646238"/>
              <a:gd name="connsiteX1" fmla="*/ 2649538 w 2649538"/>
              <a:gd name="connsiteY1" fmla="*/ 0 h 1646238"/>
              <a:gd name="connsiteX2" fmla="*/ 2649538 w 2649538"/>
              <a:gd name="connsiteY2" fmla="*/ 1646238 h 1646238"/>
              <a:gd name="connsiteX3" fmla="*/ 0 w 2649538"/>
              <a:gd name="connsiteY3" fmla="*/ 1646238 h 1646238"/>
            </a:gdLst>
            <a:ahLst/>
            <a:cxnLst>
              <a:cxn ang="0">
                <a:pos x="connsiteX0" y="connsiteY0"/>
              </a:cxn>
              <a:cxn ang="0">
                <a:pos x="connsiteX1" y="connsiteY1"/>
              </a:cxn>
              <a:cxn ang="0">
                <a:pos x="connsiteX2" y="connsiteY2"/>
              </a:cxn>
              <a:cxn ang="0">
                <a:pos x="connsiteX3" y="connsiteY3"/>
              </a:cxn>
            </a:cxnLst>
            <a:rect l="l" t="t" r="r" b="b"/>
            <a:pathLst>
              <a:path w="2649538" h="1646238">
                <a:moveTo>
                  <a:pt x="0" y="0"/>
                </a:moveTo>
                <a:lnTo>
                  <a:pt x="2649538" y="0"/>
                </a:lnTo>
                <a:lnTo>
                  <a:pt x="2649538" y="1646238"/>
                </a:lnTo>
                <a:lnTo>
                  <a:pt x="0" y="1646238"/>
                </a:lnTo>
                <a:close/>
              </a:path>
            </a:pathLst>
          </a:custGeom>
        </p:spPr>
        <p:txBody>
          <a:bodyPr wrap="square" anchor="ctr">
            <a:noAutofit/>
          </a:bodyPr>
          <a:lstStyle>
            <a:lvl1pPr marL="0" indent="0" algn="ctr">
              <a:buFontTx/>
              <a:buNone/>
              <a:defRPr sz="1500"/>
            </a:lvl1pPr>
          </a:lstStyle>
          <a:p>
            <a:r>
              <a:rPr lang="en-US"/>
              <a:t>Image holder</a:t>
            </a:r>
          </a:p>
        </p:txBody>
      </p:sp>
    </p:spTree>
    <p:extLst>
      <p:ext uri="{BB962C8B-B14F-4D97-AF65-F5344CB8AC3E}">
        <p14:creationId xmlns:p14="http://schemas.microsoft.com/office/powerpoint/2010/main" val="1931056552"/>
      </p:ext>
    </p:extLst>
  </p:cSld>
  <p:clrMapOvr>
    <a:masterClrMapping/>
  </p:clrMapOvr>
  <p:extLst>
    <p:ext uri="{DCECCB84-F9BA-43D5-87BE-67443E8EF086}">
      <p15:sldGuideLst xmlns:p15="http://schemas.microsoft.com/office/powerpoint/2012/main"/>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Our Timeline 02">
    <p:spTree>
      <p:nvGrpSpPr>
        <p:cNvPr id="1" name=""/>
        <p:cNvGrpSpPr/>
        <p:nvPr/>
      </p:nvGrpSpPr>
      <p:grpSpPr>
        <a:xfrm>
          <a:off x="0" y="0"/>
          <a:ext cx="0" cy="0"/>
          <a:chOff x="0" y="0"/>
          <a:chExt cx="0" cy="0"/>
        </a:xfrm>
      </p:grpSpPr>
      <p:sp>
        <p:nvSpPr>
          <p:cNvPr id="7" name="Picture Placeholder 6"/>
          <p:cNvSpPr>
            <a:spLocks noGrp="1"/>
          </p:cNvSpPr>
          <p:nvPr>
            <p:ph type="pic" sz="quarter" idx="12" hasCustomPrompt="1"/>
          </p:nvPr>
        </p:nvSpPr>
        <p:spPr>
          <a:xfrm>
            <a:off x="6622471" y="3394170"/>
            <a:ext cx="2649538" cy="1646238"/>
          </a:xfrm>
          <a:custGeom>
            <a:avLst/>
            <a:gdLst>
              <a:gd name="connsiteX0" fmla="*/ 0 w 2649538"/>
              <a:gd name="connsiteY0" fmla="*/ 0 h 1646238"/>
              <a:gd name="connsiteX1" fmla="*/ 2649538 w 2649538"/>
              <a:gd name="connsiteY1" fmla="*/ 0 h 1646238"/>
              <a:gd name="connsiteX2" fmla="*/ 2649538 w 2649538"/>
              <a:gd name="connsiteY2" fmla="*/ 1646238 h 1646238"/>
              <a:gd name="connsiteX3" fmla="*/ 0 w 2649538"/>
              <a:gd name="connsiteY3" fmla="*/ 1646238 h 1646238"/>
            </a:gdLst>
            <a:ahLst/>
            <a:cxnLst>
              <a:cxn ang="0">
                <a:pos x="connsiteX0" y="connsiteY0"/>
              </a:cxn>
              <a:cxn ang="0">
                <a:pos x="connsiteX1" y="connsiteY1"/>
              </a:cxn>
              <a:cxn ang="0">
                <a:pos x="connsiteX2" y="connsiteY2"/>
              </a:cxn>
              <a:cxn ang="0">
                <a:pos x="connsiteX3" y="connsiteY3"/>
              </a:cxn>
            </a:cxnLst>
            <a:rect l="l" t="t" r="r" b="b"/>
            <a:pathLst>
              <a:path w="2649538" h="1646238">
                <a:moveTo>
                  <a:pt x="0" y="0"/>
                </a:moveTo>
                <a:lnTo>
                  <a:pt x="2649538" y="0"/>
                </a:lnTo>
                <a:lnTo>
                  <a:pt x="2649538" y="1646238"/>
                </a:lnTo>
                <a:lnTo>
                  <a:pt x="0" y="1646238"/>
                </a:lnTo>
                <a:close/>
              </a:path>
            </a:pathLst>
          </a:custGeom>
        </p:spPr>
        <p:txBody>
          <a:bodyPr wrap="square" anchor="ctr">
            <a:noAutofit/>
          </a:bodyPr>
          <a:lstStyle>
            <a:lvl1pPr marL="0" indent="0" algn="ctr">
              <a:buFontTx/>
              <a:buNone/>
              <a:defRPr sz="1500"/>
            </a:lvl1pPr>
          </a:lstStyle>
          <a:p>
            <a:r>
              <a:rPr lang="en-US"/>
              <a:t>Image holder</a:t>
            </a:r>
          </a:p>
        </p:txBody>
      </p:sp>
      <p:sp>
        <p:nvSpPr>
          <p:cNvPr id="5" name="Picture Placeholder 4"/>
          <p:cNvSpPr>
            <a:spLocks noGrp="1"/>
          </p:cNvSpPr>
          <p:nvPr>
            <p:ph type="pic" sz="quarter" idx="11" hasCustomPrompt="1"/>
          </p:nvPr>
        </p:nvSpPr>
        <p:spPr>
          <a:xfrm>
            <a:off x="2919988" y="1004636"/>
            <a:ext cx="2649538" cy="1646238"/>
          </a:xfrm>
          <a:custGeom>
            <a:avLst/>
            <a:gdLst>
              <a:gd name="connsiteX0" fmla="*/ 0 w 2649538"/>
              <a:gd name="connsiteY0" fmla="*/ 0 h 1646238"/>
              <a:gd name="connsiteX1" fmla="*/ 2649538 w 2649538"/>
              <a:gd name="connsiteY1" fmla="*/ 0 h 1646238"/>
              <a:gd name="connsiteX2" fmla="*/ 2649538 w 2649538"/>
              <a:gd name="connsiteY2" fmla="*/ 1646238 h 1646238"/>
              <a:gd name="connsiteX3" fmla="*/ 0 w 2649538"/>
              <a:gd name="connsiteY3" fmla="*/ 1646238 h 1646238"/>
            </a:gdLst>
            <a:ahLst/>
            <a:cxnLst>
              <a:cxn ang="0">
                <a:pos x="connsiteX0" y="connsiteY0"/>
              </a:cxn>
              <a:cxn ang="0">
                <a:pos x="connsiteX1" y="connsiteY1"/>
              </a:cxn>
              <a:cxn ang="0">
                <a:pos x="connsiteX2" y="connsiteY2"/>
              </a:cxn>
              <a:cxn ang="0">
                <a:pos x="connsiteX3" y="connsiteY3"/>
              </a:cxn>
            </a:cxnLst>
            <a:rect l="l" t="t" r="r" b="b"/>
            <a:pathLst>
              <a:path w="2649538" h="1646238">
                <a:moveTo>
                  <a:pt x="0" y="0"/>
                </a:moveTo>
                <a:lnTo>
                  <a:pt x="2649538" y="0"/>
                </a:lnTo>
                <a:lnTo>
                  <a:pt x="2649538" y="1646238"/>
                </a:lnTo>
                <a:lnTo>
                  <a:pt x="0" y="1646238"/>
                </a:lnTo>
                <a:close/>
              </a:path>
            </a:pathLst>
          </a:custGeom>
        </p:spPr>
        <p:txBody>
          <a:bodyPr wrap="square" anchor="ctr">
            <a:noAutofit/>
          </a:bodyPr>
          <a:lstStyle>
            <a:lvl1pPr marL="0" indent="0" algn="ctr">
              <a:buFontTx/>
              <a:buNone/>
              <a:defRPr sz="1500"/>
            </a:lvl1pPr>
          </a:lstStyle>
          <a:p>
            <a:r>
              <a:rPr lang="en-US"/>
              <a:t>Image holder</a:t>
            </a:r>
          </a:p>
        </p:txBody>
      </p:sp>
    </p:spTree>
    <p:extLst>
      <p:ext uri="{BB962C8B-B14F-4D97-AF65-F5344CB8AC3E}">
        <p14:creationId xmlns:p14="http://schemas.microsoft.com/office/powerpoint/2010/main" val="1610800108"/>
      </p:ext>
    </p:extLst>
  </p:cSld>
  <p:clrMapOvr>
    <a:masterClrMapping/>
  </p:clrMapOvr>
  <p:extLst>
    <p:ext uri="{DCECCB84-F9BA-43D5-87BE-67443E8EF086}">
      <p15:sldGuideLst xmlns:p15="http://schemas.microsoft.com/office/powerpoint/2012/main"/>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Mix Marketing">
    <p:spTree>
      <p:nvGrpSpPr>
        <p:cNvPr id="1" name=""/>
        <p:cNvGrpSpPr/>
        <p:nvPr/>
      </p:nvGrpSpPr>
      <p:grpSpPr>
        <a:xfrm>
          <a:off x="0" y="0"/>
          <a:ext cx="0" cy="0"/>
          <a:chOff x="0" y="0"/>
          <a:chExt cx="0" cy="0"/>
        </a:xfrm>
      </p:grpSpPr>
      <p:sp>
        <p:nvSpPr>
          <p:cNvPr id="4" name="Picture Placeholder 3"/>
          <p:cNvSpPr>
            <a:spLocks noGrp="1"/>
          </p:cNvSpPr>
          <p:nvPr>
            <p:ph type="pic" sz="quarter" idx="11" hasCustomPrompt="1"/>
          </p:nvPr>
        </p:nvSpPr>
        <p:spPr>
          <a:xfrm>
            <a:off x="9004301" y="723901"/>
            <a:ext cx="3187699" cy="5410200"/>
          </a:xfrm>
          <a:custGeom>
            <a:avLst/>
            <a:gdLst>
              <a:gd name="connsiteX0" fmla="*/ 0 w 3187699"/>
              <a:gd name="connsiteY0" fmla="*/ 0 h 5410200"/>
              <a:gd name="connsiteX1" fmla="*/ 3187699 w 3187699"/>
              <a:gd name="connsiteY1" fmla="*/ 0 h 5410200"/>
              <a:gd name="connsiteX2" fmla="*/ 3187699 w 3187699"/>
              <a:gd name="connsiteY2" fmla="*/ 5410200 h 5410200"/>
              <a:gd name="connsiteX3" fmla="*/ 0 w 3187699"/>
              <a:gd name="connsiteY3" fmla="*/ 5410200 h 5410200"/>
            </a:gdLst>
            <a:ahLst/>
            <a:cxnLst>
              <a:cxn ang="0">
                <a:pos x="connsiteX0" y="connsiteY0"/>
              </a:cxn>
              <a:cxn ang="0">
                <a:pos x="connsiteX1" y="connsiteY1"/>
              </a:cxn>
              <a:cxn ang="0">
                <a:pos x="connsiteX2" y="connsiteY2"/>
              </a:cxn>
              <a:cxn ang="0">
                <a:pos x="connsiteX3" y="connsiteY3"/>
              </a:cxn>
            </a:cxnLst>
            <a:rect l="l" t="t" r="r" b="b"/>
            <a:pathLst>
              <a:path w="3187699" h="5410200">
                <a:moveTo>
                  <a:pt x="0" y="0"/>
                </a:moveTo>
                <a:lnTo>
                  <a:pt x="3187699" y="0"/>
                </a:lnTo>
                <a:lnTo>
                  <a:pt x="3187699" y="5410200"/>
                </a:lnTo>
                <a:lnTo>
                  <a:pt x="0" y="5410200"/>
                </a:lnTo>
                <a:close/>
              </a:path>
            </a:pathLst>
          </a:custGeom>
        </p:spPr>
        <p:txBody>
          <a:bodyPr wrap="square" anchor="ctr">
            <a:noAutofit/>
          </a:bodyPr>
          <a:lstStyle>
            <a:lvl1pPr marL="0" indent="0" algn="ctr">
              <a:buFontTx/>
              <a:buNone/>
              <a:defRPr sz="1500"/>
            </a:lvl1pPr>
          </a:lstStyle>
          <a:p>
            <a:r>
              <a:rPr lang="en-US"/>
              <a:t>Image holder</a:t>
            </a:r>
          </a:p>
        </p:txBody>
      </p:sp>
    </p:spTree>
    <p:extLst>
      <p:ext uri="{BB962C8B-B14F-4D97-AF65-F5344CB8AC3E}">
        <p14:creationId xmlns:p14="http://schemas.microsoft.com/office/powerpoint/2010/main" val="2080198449"/>
      </p:ext>
    </p:extLst>
  </p:cSld>
  <p:clrMapOvr>
    <a:masterClrMapping/>
  </p:clrMapOvr>
  <p:extLst>
    <p:ext uri="{DCECCB84-F9BA-43D5-87BE-67443E8EF086}">
      <p15:sldGuideLst xmlns:p15="http://schemas.microsoft.com/office/powerpoint/2012/main"/>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Product Benefits">
    <p:spTree>
      <p:nvGrpSpPr>
        <p:cNvPr id="1" name=""/>
        <p:cNvGrpSpPr/>
        <p:nvPr/>
      </p:nvGrpSpPr>
      <p:grpSpPr>
        <a:xfrm>
          <a:off x="0" y="0"/>
          <a:ext cx="0" cy="0"/>
          <a:chOff x="0" y="0"/>
          <a:chExt cx="0" cy="0"/>
        </a:xfrm>
      </p:grpSpPr>
      <p:sp>
        <p:nvSpPr>
          <p:cNvPr id="9" name="Picture Placeholder 8"/>
          <p:cNvSpPr>
            <a:spLocks noGrp="1"/>
          </p:cNvSpPr>
          <p:nvPr>
            <p:ph type="pic" sz="quarter" idx="13" hasCustomPrompt="1"/>
          </p:nvPr>
        </p:nvSpPr>
        <p:spPr>
          <a:xfrm>
            <a:off x="4451613" y="4816234"/>
            <a:ext cx="1460425" cy="1460425"/>
          </a:xfrm>
          <a:custGeom>
            <a:avLst/>
            <a:gdLst>
              <a:gd name="connsiteX0" fmla="*/ 730213 w 1460425"/>
              <a:gd name="connsiteY0" fmla="*/ 0 h 1460425"/>
              <a:gd name="connsiteX1" fmla="*/ 1460425 w 1460425"/>
              <a:gd name="connsiteY1" fmla="*/ 730213 h 1460425"/>
              <a:gd name="connsiteX2" fmla="*/ 730213 w 1460425"/>
              <a:gd name="connsiteY2" fmla="*/ 1460425 h 1460425"/>
              <a:gd name="connsiteX3" fmla="*/ 0 w 1460425"/>
              <a:gd name="connsiteY3" fmla="*/ 730213 h 1460425"/>
              <a:gd name="connsiteX4" fmla="*/ 730213 w 1460425"/>
              <a:gd name="connsiteY4" fmla="*/ 0 h 14604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60425" h="1460425">
                <a:moveTo>
                  <a:pt x="730213" y="0"/>
                </a:moveTo>
                <a:cubicBezTo>
                  <a:pt x="1133498" y="0"/>
                  <a:pt x="1460425" y="326927"/>
                  <a:pt x="1460425" y="730213"/>
                </a:cubicBezTo>
                <a:cubicBezTo>
                  <a:pt x="1460425" y="1133498"/>
                  <a:pt x="1133498" y="1460425"/>
                  <a:pt x="730213" y="1460425"/>
                </a:cubicBezTo>
                <a:cubicBezTo>
                  <a:pt x="326927" y="1460425"/>
                  <a:pt x="0" y="1133498"/>
                  <a:pt x="0" y="730213"/>
                </a:cubicBezTo>
                <a:cubicBezTo>
                  <a:pt x="0" y="326927"/>
                  <a:pt x="326927" y="0"/>
                  <a:pt x="730213" y="0"/>
                </a:cubicBezTo>
                <a:close/>
              </a:path>
            </a:pathLst>
          </a:custGeom>
        </p:spPr>
        <p:txBody>
          <a:bodyPr wrap="square" anchor="ctr">
            <a:noAutofit/>
          </a:bodyPr>
          <a:lstStyle>
            <a:lvl1pPr marL="0" indent="0" algn="ctr">
              <a:buFontTx/>
              <a:buNone/>
              <a:defRPr sz="1500"/>
            </a:lvl1pPr>
          </a:lstStyle>
          <a:p>
            <a:r>
              <a:rPr lang="en-US"/>
              <a:t>Image holder</a:t>
            </a:r>
          </a:p>
        </p:txBody>
      </p:sp>
      <p:sp>
        <p:nvSpPr>
          <p:cNvPr id="10" name="Picture Placeholder 9"/>
          <p:cNvSpPr>
            <a:spLocks noGrp="1"/>
          </p:cNvSpPr>
          <p:nvPr>
            <p:ph type="pic" sz="quarter" idx="14" hasCustomPrompt="1"/>
          </p:nvPr>
        </p:nvSpPr>
        <p:spPr>
          <a:xfrm>
            <a:off x="723901" y="4816234"/>
            <a:ext cx="1460425" cy="1460425"/>
          </a:xfrm>
          <a:custGeom>
            <a:avLst/>
            <a:gdLst>
              <a:gd name="connsiteX0" fmla="*/ 730213 w 1460425"/>
              <a:gd name="connsiteY0" fmla="*/ 0 h 1460425"/>
              <a:gd name="connsiteX1" fmla="*/ 1460425 w 1460425"/>
              <a:gd name="connsiteY1" fmla="*/ 730213 h 1460425"/>
              <a:gd name="connsiteX2" fmla="*/ 730213 w 1460425"/>
              <a:gd name="connsiteY2" fmla="*/ 1460425 h 1460425"/>
              <a:gd name="connsiteX3" fmla="*/ 0 w 1460425"/>
              <a:gd name="connsiteY3" fmla="*/ 730213 h 1460425"/>
              <a:gd name="connsiteX4" fmla="*/ 730213 w 1460425"/>
              <a:gd name="connsiteY4" fmla="*/ 0 h 14604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60425" h="1460425">
                <a:moveTo>
                  <a:pt x="730213" y="0"/>
                </a:moveTo>
                <a:cubicBezTo>
                  <a:pt x="1133498" y="0"/>
                  <a:pt x="1460425" y="326927"/>
                  <a:pt x="1460425" y="730213"/>
                </a:cubicBezTo>
                <a:cubicBezTo>
                  <a:pt x="1460425" y="1133498"/>
                  <a:pt x="1133498" y="1460425"/>
                  <a:pt x="730213" y="1460425"/>
                </a:cubicBezTo>
                <a:cubicBezTo>
                  <a:pt x="326927" y="1460425"/>
                  <a:pt x="0" y="1133498"/>
                  <a:pt x="0" y="730213"/>
                </a:cubicBezTo>
                <a:cubicBezTo>
                  <a:pt x="0" y="326927"/>
                  <a:pt x="326927" y="0"/>
                  <a:pt x="730213" y="0"/>
                </a:cubicBezTo>
                <a:close/>
              </a:path>
            </a:pathLst>
          </a:custGeom>
        </p:spPr>
        <p:txBody>
          <a:bodyPr wrap="square" anchor="ctr">
            <a:noAutofit/>
          </a:bodyPr>
          <a:lstStyle>
            <a:lvl1pPr marL="0" indent="0" algn="ctr">
              <a:buFontTx/>
              <a:buNone/>
              <a:defRPr sz="1500"/>
            </a:lvl1pPr>
          </a:lstStyle>
          <a:p>
            <a:r>
              <a:rPr lang="en-US"/>
              <a:t>Image holder</a:t>
            </a:r>
          </a:p>
        </p:txBody>
      </p:sp>
      <p:sp>
        <p:nvSpPr>
          <p:cNvPr id="8" name="Picture Placeholder 7"/>
          <p:cNvSpPr>
            <a:spLocks noGrp="1"/>
          </p:cNvSpPr>
          <p:nvPr>
            <p:ph type="pic" sz="quarter" idx="12" hasCustomPrompt="1"/>
          </p:nvPr>
        </p:nvSpPr>
        <p:spPr>
          <a:xfrm>
            <a:off x="4451613" y="2787295"/>
            <a:ext cx="1460425" cy="1460425"/>
          </a:xfrm>
          <a:custGeom>
            <a:avLst/>
            <a:gdLst>
              <a:gd name="connsiteX0" fmla="*/ 730213 w 1460425"/>
              <a:gd name="connsiteY0" fmla="*/ 0 h 1460425"/>
              <a:gd name="connsiteX1" fmla="*/ 1460425 w 1460425"/>
              <a:gd name="connsiteY1" fmla="*/ 730213 h 1460425"/>
              <a:gd name="connsiteX2" fmla="*/ 730213 w 1460425"/>
              <a:gd name="connsiteY2" fmla="*/ 1460425 h 1460425"/>
              <a:gd name="connsiteX3" fmla="*/ 0 w 1460425"/>
              <a:gd name="connsiteY3" fmla="*/ 730213 h 1460425"/>
              <a:gd name="connsiteX4" fmla="*/ 730213 w 1460425"/>
              <a:gd name="connsiteY4" fmla="*/ 0 h 14604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60425" h="1460425">
                <a:moveTo>
                  <a:pt x="730213" y="0"/>
                </a:moveTo>
                <a:cubicBezTo>
                  <a:pt x="1133498" y="0"/>
                  <a:pt x="1460425" y="326927"/>
                  <a:pt x="1460425" y="730213"/>
                </a:cubicBezTo>
                <a:cubicBezTo>
                  <a:pt x="1460425" y="1133498"/>
                  <a:pt x="1133498" y="1460425"/>
                  <a:pt x="730213" y="1460425"/>
                </a:cubicBezTo>
                <a:cubicBezTo>
                  <a:pt x="326927" y="1460425"/>
                  <a:pt x="0" y="1133498"/>
                  <a:pt x="0" y="730213"/>
                </a:cubicBezTo>
                <a:cubicBezTo>
                  <a:pt x="0" y="326927"/>
                  <a:pt x="326927" y="0"/>
                  <a:pt x="730213" y="0"/>
                </a:cubicBezTo>
                <a:close/>
              </a:path>
            </a:pathLst>
          </a:custGeom>
        </p:spPr>
        <p:txBody>
          <a:bodyPr wrap="square" anchor="ctr">
            <a:noAutofit/>
          </a:bodyPr>
          <a:lstStyle>
            <a:lvl1pPr marL="0" indent="0" algn="ctr">
              <a:buFontTx/>
              <a:buNone/>
              <a:defRPr sz="1500"/>
            </a:lvl1pPr>
          </a:lstStyle>
          <a:p>
            <a:r>
              <a:rPr lang="en-US"/>
              <a:t>Image holder</a:t>
            </a:r>
          </a:p>
        </p:txBody>
      </p:sp>
      <p:sp>
        <p:nvSpPr>
          <p:cNvPr id="7" name="Picture Placeholder 6"/>
          <p:cNvSpPr>
            <a:spLocks noGrp="1"/>
          </p:cNvSpPr>
          <p:nvPr>
            <p:ph type="pic" sz="quarter" idx="11" hasCustomPrompt="1"/>
          </p:nvPr>
        </p:nvSpPr>
        <p:spPr>
          <a:xfrm>
            <a:off x="723901" y="2787295"/>
            <a:ext cx="1460425" cy="1460425"/>
          </a:xfrm>
          <a:custGeom>
            <a:avLst/>
            <a:gdLst>
              <a:gd name="connsiteX0" fmla="*/ 730213 w 1460425"/>
              <a:gd name="connsiteY0" fmla="*/ 0 h 1460425"/>
              <a:gd name="connsiteX1" fmla="*/ 1460425 w 1460425"/>
              <a:gd name="connsiteY1" fmla="*/ 730213 h 1460425"/>
              <a:gd name="connsiteX2" fmla="*/ 730213 w 1460425"/>
              <a:gd name="connsiteY2" fmla="*/ 1460425 h 1460425"/>
              <a:gd name="connsiteX3" fmla="*/ 0 w 1460425"/>
              <a:gd name="connsiteY3" fmla="*/ 730213 h 1460425"/>
              <a:gd name="connsiteX4" fmla="*/ 730213 w 1460425"/>
              <a:gd name="connsiteY4" fmla="*/ 0 h 14604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60425" h="1460425">
                <a:moveTo>
                  <a:pt x="730213" y="0"/>
                </a:moveTo>
                <a:cubicBezTo>
                  <a:pt x="1133498" y="0"/>
                  <a:pt x="1460425" y="326927"/>
                  <a:pt x="1460425" y="730213"/>
                </a:cubicBezTo>
                <a:cubicBezTo>
                  <a:pt x="1460425" y="1133498"/>
                  <a:pt x="1133498" y="1460425"/>
                  <a:pt x="730213" y="1460425"/>
                </a:cubicBezTo>
                <a:cubicBezTo>
                  <a:pt x="326927" y="1460425"/>
                  <a:pt x="0" y="1133498"/>
                  <a:pt x="0" y="730213"/>
                </a:cubicBezTo>
                <a:cubicBezTo>
                  <a:pt x="0" y="326927"/>
                  <a:pt x="326927" y="0"/>
                  <a:pt x="730213" y="0"/>
                </a:cubicBezTo>
                <a:close/>
              </a:path>
            </a:pathLst>
          </a:custGeom>
        </p:spPr>
        <p:txBody>
          <a:bodyPr wrap="square" anchor="ctr">
            <a:noAutofit/>
          </a:bodyPr>
          <a:lstStyle>
            <a:lvl1pPr marL="0" indent="0" algn="ctr">
              <a:buFontTx/>
              <a:buNone/>
              <a:defRPr sz="1500"/>
            </a:lvl1pPr>
          </a:lstStyle>
          <a:p>
            <a:r>
              <a:rPr lang="en-US"/>
              <a:t>Image holder</a:t>
            </a:r>
          </a:p>
        </p:txBody>
      </p:sp>
    </p:spTree>
    <p:extLst>
      <p:ext uri="{BB962C8B-B14F-4D97-AF65-F5344CB8AC3E}">
        <p14:creationId xmlns:p14="http://schemas.microsoft.com/office/powerpoint/2010/main" val="254115352"/>
      </p:ext>
    </p:extLst>
  </p:cSld>
  <p:clrMapOvr>
    <a:masterClrMapping/>
  </p:clrMapOvr>
  <p:extLst>
    <p:ext uri="{DCECCB84-F9BA-43D5-87BE-67443E8EF086}">
      <p15:sldGuideLst xmlns:p15="http://schemas.microsoft.com/office/powerpoint/2012/main"/>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01">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927659B8-4C4E-102F-691E-97C451DD1B2C}"/>
              </a:ext>
            </a:extLst>
          </p:cNvPr>
          <p:cNvSpPr>
            <a:spLocks noGrp="1"/>
          </p:cNvSpPr>
          <p:nvPr>
            <p:ph type="sldNum" sz="quarter" idx="4"/>
          </p:nvPr>
        </p:nvSpPr>
        <p:spPr>
          <a:xfrm>
            <a:off x="219075" y="6356350"/>
            <a:ext cx="742950" cy="365125"/>
          </a:xfrm>
          <a:prstGeom prst="rect">
            <a:avLst/>
          </a:prstGeom>
        </p:spPr>
        <p:txBody>
          <a:bodyPr/>
          <a:lstStyle>
            <a:lvl1pPr>
              <a:defRPr sz="1200">
                <a:latin typeface="Montserrat" pitchFamily="2" charset="0"/>
              </a:defRPr>
            </a:lvl1pPr>
          </a:lstStyle>
          <a:p>
            <a:fld id="{13579B3A-2141-45F3-85CA-FD785128D729}" type="slidenum">
              <a:rPr lang="en-US" smtClean="0"/>
              <a:pPr/>
              <a:t>‹Nº›</a:t>
            </a:fld>
            <a:endParaRPr lang="en-US"/>
          </a:p>
        </p:txBody>
      </p:sp>
    </p:spTree>
    <p:extLst>
      <p:ext uri="{BB962C8B-B14F-4D97-AF65-F5344CB8AC3E}">
        <p14:creationId xmlns:p14="http://schemas.microsoft.com/office/powerpoint/2010/main" val="810567691"/>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EBECF0"/>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90569639"/>
      </p:ext>
    </p:extLst>
  </p:cSld>
  <p:clrMap bg1="lt1" tx1="dk1" bg2="lt2" tx2="dk2" accent1="accent1" accent2="accent2" accent3="accent3" accent4="accent4" accent5="accent5" accent6="accent6" hlink="hlink" folHlink="folHlink"/>
  <p:sldLayoutIdLst>
    <p:sldLayoutId id="2147483726" r:id="rId1"/>
    <p:sldLayoutId id="2147483742" r:id="rId2"/>
    <p:sldLayoutId id="2147483741" r:id="rId3"/>
    <p:sldLayoutId id="2147483740" r:id="rId4"/>
    <p:sldLayoutId id="2147483739" r:id="rId5"/>
    <p:sldLayoutId id="2147483738" r:id="rId6"/>
    <p:sldLayoutId id="2147483737" r:id="rId7"/>
    <p:sldLayoutId id="2147483736" r:id="rId8"/>
    <p:sldLayoutId id="2147483735" r:id="rId9"/>
    <p:sldLayoutId id="2147483734" r:id="rId10"/>
    <p:sldLayoutId id="2147483733" r:id="rId11"/>
    <p:sldLayoutId id="2147483732" r:id="rId12"/>
    <p:sldLayoutId id="2147483731" r:id="rId13"/>
    <p:sldLayoutId id="2147483743" r:id="rId14"/>
    <p:sldLayoutId id="2147483744" r:id="rId15"/>
    <p:sldLayoutId id="2147483745" r:id="rId16"/>
    <p:sldLayoutId id="2147483746" r:id="rId17"/>
    <p:sldLayoutId id="2147483747" r:id="rId18"/>
    <p:sldLayoutId id="2147483748" r:id="rId19"/>
    <p:sldLayoutId id="2147483749" r:id="rId20"/>
    <p:sldLayoutId id="2147483756" r:id="rId21"/>
    <p:sldLayoutId id="2147483758" r:id="rId22"/>
    <p:sldLayoutId id="2147483759" r:id="rId23"/>
    <p:sldLayoutId id="2147483760" r:id="rId24"/>
    <p:sldLayoutId id="2147483761" r:id="rId25"/>
    <p:sldLayoutId id="2147483762" r:id="rId26"/>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7224">
          <p15:clr>
            <a:srgbClr val="F26B43"/>
          </p15:clr>
        </p15:guide>
        <p15:guide id="2" pos="456">
          <p15:clr>
            <a:srgbClr val="F26B43"/>
          </p15:clr>
        </p15:guide>
        <p15:guide id="3" orient="horz" pos="456">
          <p15:clr>
            <a:srgbClr val="F26B43"/>
          </p15:clr>
        </p15:guide>
        <p15:guide id="4" orient="horz" pos="3864">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4.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6.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7.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1.xml"/></Relationships>
</file>

<file path=ppt/slides/_rels/slide2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2.xml"/></Relationships>
</file>

<file path=ppt/slides/_rels/slide2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3.xml"/></Relationships>
</file>

<file path=ppt/slides/_rels/slide2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4.xml"/></Relationships>
</file>

<file path=ppt/slides/_rels/slide2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5.xml"/></Relationships>
</file>

<file path=ppt/slides/_rels/slide2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6.xml"/></Relationships>
</file>

<file path=ppt/slides/_rels/slide2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6.xml"/></Relationships>
</file>

<file path=ppt/slides/_rels/slide3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6.xml"/></Relationships>
</file>

<file path=ppt/slides/_rels/slide3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6.xml"/></Relationships>
</file>

<file path=ppt/slides/_rels/slide3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6.xml"/></Relationships>
</file>

<file path=ppt/slides/_rels/slide3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6.xml"/></Relationships>
</file>

<file path=ppt/slides/_rels/slide3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6.xml"/></Relationships>
</file>

<file path=ppt/slides/_rels/slide3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8382000" y="0"/>
            <a:ext cx="3810000" cy="6858000"/>
          </a:xfrm>
          <a:prstGeom prst="rect">
            <a:avLst/>
          </a:prstGeom>
          <a:solidFill>
            <a:srgbClr val="605F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68" name="Group 67"/>
          <p:cNvGrpSpPr/>
          <p:nvPr/>
        </p:nvGrpSpPr>
        <p:grpSpPr>
          <a:xfrm>
            <a:off x="11238626" y="296981"/>
            <a:ext cx="409339" cy="409339"/>
            <a:chOff x="10998200" y="295275"/>
            <a:chExt cx="495300" cy="495300"/>
          </a:xfrm>
        </p:grpSpPr>
        <p:sp>
          <p:nvSpPr>
            <p:cNvPr id="11" name="Oval 10"/>
            <p:cNvSpPr/>
            <p:nvPr/>
          </p:nvSpPr>
          <p:spPr>
            <a:xfrm>
              <a:off x="10998200" y="295275"/>
              <a:ext cx="495300" cy="4953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Oval 28"/>
            <p:cNvSpPr/>
            <p:nvPr/>
          </p:nvSpPr>
          <p:spPr>
            <a:xfrm>
              <a:off x="11041181" y="338256"/>
              <a:ext cx="409339" cy="409339"/>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6" name="Freeform 122">
              <a:extLst>
                <a:ext uri="{FF2B5EF4-FFF2-40B4-BE49-F238E27FC236}">
                  <a16:creationId xmlns:a16="http://schemas.microsoft.com/office/drawing/2014/main" id="{83F84677-A7A5-FAB8-C432-6CAA17D28978}"/>
                </a:ext>
              </a:extLst>
            </p:cNvPr>
            <p:cNvSpPr>
              <a:spLocks noChangeAspect="1" noEditPoints="1"/>
            </p:cNvSpPr>
            <p:nvPr/>
          </p:nvSpPr>
          <p:spPr bwMode="auto">
            <a:xfrm>
              <a:off x="11128543" y="425618"/>
              <a:ext cx="234615" cy="234615"/>
            </a:xfrm>
            <a:custGeom>
              <a:avLst/>
              <a:gdLst>
                <a:gd name="T0" fmla="*/ 61 w 160"/>
                <a:gd name="T1" fmla="*/ 39 h 160"/>
                <a:gd name="T2" fmla="*/ 85 w 160"/>
                <a:gd name="T3" fmla="*/ 11 h 160"/>
                <a:gd name="T4" fmla="*/ 85 w 160"/>
                <a:gd name="T5" fmla="*/ 11 h 160"/>
                <a:gd name="T6" fmla="*/ 51 w 160"/>
                <a:gd name="T7" fmla="*/ 46 h 160"/>
                <a:gd name="T8" fmla="*/ 47 w 160"/>
                <a:gd name="T9" fmla="*/ 38 h 160"/>
                <a:gd name="T10" fmla="*/ 47 w 160"/>
                <a:gd name="T11" fmla="*/ 29 h 160"/>
                <a:gd name="T12" fmla="*/ 56 w 160"/>
                <a:gd name="T13" fmla="*/ 14 h 160"/>
                <a:gd name="T14" fmla="*/ 147 w 160"/>
                <a:gd name="T15" fmla="*/ 57 h 160"/>
                <a:gd name="T16" fmla="*/ 109 w 160"/>
                <a:gd name="T17" fmla="*/ 22 h 160"/>
                <a:gd name="T18" fmla="*/ 40 w 160"/>
                <a:gd name="T19" fmla="*/ 55 h 160"/>
                <a:gd name="T20" fmla="*/ 39 w 160"/>
                <a:gd name="T21" fmla="*/ 54 h 160"/>
                <a:gd name="T22" fmla="*/ 47 w 160"/>
                <a:gd name="T23" fmla="*/ 76 h 160"/>
                <a:gd name="T24" fmla="*/ 60 w 160"/>
                <a:gd name="T25" fmla="*/ 49 h 160"/>
                <a:gd name="T26" fmla="*/ 110 w 160"/>
                <a:gd name="T27" fmla="*/ 51 h 160"/>
                <a:gd name="T28" fmla="*/ 85 w 160"/>
                <a:gd name="T29" fmla="*/ 76 h 160"/>
                <a:gd name="T30" fmla="*/ 120 w 160"/>
                <a:gd name="T31" fmla="*/ 54 h 160"/>
                <a:gd name="T32" fmla="*/ 131 w 160"/>
                <a:gd name="T33" fmla="*/ 76 h 160"/>
                <a:gd name="T34" fmla="*/ 118 w 160"/>
                <a:gd name="T35" fmla="*/ 76 h 160"/>
                <a:gd name="T36" fmla="*/ 118 w 160"/>
                <a:gd name="T37" fmla="*/ 85 h 160"/>
                <a:gd name="T38" fmla="*/ 118 w 160"/>
                <a:gd name="T39" fmla="*/ 76 h 160"/>
                <a:gd name="T40" fmla="*/ 120 w 160"/>
                <a:gd name="T41" fmla="*/ 108 h 160"/>
                <a:gd name="T42" fmla="*/ 131 w 160"/>
                <a:gd name="T43" fmla="*/ 85 h 160"/>
                <a:gd name="T44" fmla="*/ 40 w 160"/>
                <a:gd name="T45" fmla="*/ 108 h 160"/>
                <a:gd name="T46" fmla="*/ 75 w 160"/>
                <a:gd name="T47" fmla="*/ 85 h 160"/>
                <a:gd name="T48" fmla="*/ 50 w 160"/>
                <a:gd name="T49" fmla="*/ 110 h 160"/>
                <a:gd name="T50" fmla="*/ 105 w 160"/>
                <a:gd name="T51" fmla="*/ 85 h 160"/>
                <a:gd name="T52" fmla="*/ 93 w 160"/>
                <a:gd name="T53" fmla="*/ 113 h 160"/>
                <a:gd name="T54" fmla="*/ 105 w 160"/>
                <a:gd name="T55" fmla="*/ 85 h 160"/>
                <a:gd name="T56" fmla="*/ 85 w 160"/>
                <a:gd name="T57" fmla="*/ 118 h 160"/>
                <a:gd name="T58" fmla="*/ 75 w 160"/>
                <a:gd name="T59" fmla="*/ 118 h 160"/>
                <a:gd name="T60" fmla="*/ 80 w 160"/>
                <a:gd name="T61" fmla="*/ 114 h 160"/>
                <a:gd name="T62" fmla="*/ 22 w 160"/>
                <a:gd name="T63" fmla="*/ 110 h 160"/>
                <a:gd name="T64" fmla="*/ 14 w 160"/>
                <a:gd name="T65" fmla="*/ 105 h 160"/>
                <a:gd name="T66" fmla="*/ 109 w 160"/>
                <a:gd name="T67" fmla="*/ 139 h 160"/>
                <a:gd name="T68" fmla="*/ 147 w 160"/>
                <a:gd name="T69" fmla="*/ 104 h 160"/>
                <a:gd name="T70" fmla="*/ 75 w 160"/>
                <a:gd name="T71" fmla="*/ 132 h 160"/>
                <a:gd name="T72" fmla="*/ 53 w 160"/>
                <a:gd name="T73" fmla="*/ 121 h 160"/>
                <a:gd name="T74" fmla="*/ 85 w 160"/>
                <a:gd name="T75" fmla="*/ 150 h 160"/>
                <a:gd name="T76" fmla="*/ 107 w 160"/>
                <a:gd name="T77" fmla="*/ 120 h 160"/>
                <a:gd name="T78" fmla="*/ 0 w 160"/>
                <a:gd name="T79" fmla="*/ 81 h 160"/>
                <a:gd name="T80" fmla="*/ 137 w 160"/>
                <a:gd name="T81" fmla="*/ 137 h 160"/>
                <a:gd name="T82" fmla="*/ 137 w 160"/>
                <a:gd name="T83" fmla="*/ 24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60" h="160">
                  <a:moveTo>
                    <a:pt x="75" y="11"/>
                  </a:moveTo>
                  <a:cubicBezTo>
                    <a:pt x="75" y="38"/>
                    <a:pt x="75" y="38"/>
                    <a:pt x="75" y="38"/>
                  </a:cubicBezTo>
                  <a:cubicBezTo>
                    <a:pt x="71" y="38"/>
                    <a:pt x="66" y="39"/>
                    <a:pt x="61" y="39"/>
                  </a:cubicBezTo>
                  <a:cubicBezTo>
                    <a:pt x="60" y="36"/>
                    <a:pt x="59" y="34"/>
                    <a:pt x="56" y="32"/>
                  </a:cubicBezTo>
                  <a:cubicBezTo>
                    <a:pt x="62" y="21"/>
                    <a:pt x="68" y="13"/>
                    <a:pt x="75" y="11"/>
                  </a:cubicBezTo>
                  <a:close/>
                  <a:moveTo>
                    <a:pt x="85" y="11"/>
                  </a:moveTo>
                  <a:cubicBezTo>
                    <a:pt x="94" y="14"/>
                    <a:pt x="102" y="25"/>
                    <a:pt x="107" y="40"/>
                  </a:cubicBezTo>
                  <a:cubicBezTo>
                    <a:pt x="100" y="39"/>
                    <a:pt x="92" y="38"/>
                    <a:pt x="85" y="38"/>
                  </a:cubicBezTo>
                  <a:cubicBezTo>
                    <a:pt x="85" y="11"/>
                    <a:pt x="85" y="11"/>
                    <a:pt x="85" y="11"/>
                  </a:cubicBezTo>
                  <a:cubicBezTo>
                    <a:pt x="85" y="11"/>
                    <a:pt x="85" y="11"/>
                    <a:pt x="85" y="11"/>
                  </a:cubicBezTo>
                  <a:close/>
                  <a:moveTo>
                    <a:pt x="47" y="38"/>
                  </a:moveTo>
                  <a:cubicBezTo>
                    <a:pt x="51" y="38"/>
                    <a:pt x="54" y="43"/>
                    <a:pt x="51" y="46"/>
                  </a:cubicBezTo>
                  <a:cubicBezTo>
                    <a:pt x="50" y="47"/>
                    <a:pt x="48" y="47"/>
                    <a:pt x="47" y="47"/>
                  </a:cubicBezTo>
                  <a:cubicBezTo>
                    <a:pt x="45" y="47"/>
                    <a:pt x="43" y="45"/>
                    <a:pt x="43" y="43"/>
                  </a:cubicBezTo>
                  <a:cubicBezTo>
                    <a:pt x="43" y="40"/>
                    <a:pt x="45" y="38"/>
                    <a:pt x="47" y="38"/>
                  </a:cubicBezTo>
                  <a:close/>
                  <a:moveTo>
                    <a:pt x="56" y="14"/>
                  </a:moveTo>
                  <a:cubicBezTo>
                    <a:pt x="53" y="18"/>
                    <a:pt x="50" y="23"/>
                    <a:pt x="48" y="29"/>
                  </a:cubicBezTo>
                  <a:cubicBezTo>
                    <a:pt x="47" y="29"/>
                    <a:pt x="47" y="29"/>
                    <a:pt x="47" y="29"/>
                  </a:cubicBezTo>
                  <a:cubicBezTo>
                    <a:pt x="38" y="29"/>
                    <a:pt x="32" y="37"/>
                    <a:pt x="34" y="46"/>
                  </a:cubicBezTo>
                  <a:cubicBezTo>
                    <a:pt x="26" y="49"/>
                    <a:pt x="19" y="52"/>
                    <a:pt x="14" y="57"/>
                  </a:cubicBezTo>
                  <a:cubicBezTo>
                    <a:pt x="21" y="37"/>
                    <a:pt x="37" y="21"/>
                    <a:pt x="56" y="14"/>
                  </a:cubicBezTo>
                  <a:close/>
                  <a:moveTo>
                    <a:pt x="104" y="14"/>
                  </a:moveTo>
                  <a:cubicBezTo>
                    <a:pt x="104" y="14"/>
                    <a:pt x="104" y="14"/>
                    <a:pt x="104" y="14"/>
                  </a:cubicBezTo>
                  <a:cubicBezTo>
                    <a:pt x="124" y="21"/>
                    <a:pt x="140" y="37"/>
                    <a:pt x="147" y="57"/>
                  </a:cubicBezTo>
                  <a:cubicBezTo>
                    <a:pt x="143" y="54"/>
                    <a:pt x="140" y="52"/>
                    <a:pt x="136" y="50"/>
                  </a:cubicBezTo>
                  <a:cubicBezTo>
                    <a:pt x="130" y="47"/>
                    <a:pt x="124" y="45"/>
                    <a:pt x="118" y="43"/>
                  </a:cubicBezTo>
                  <a:cubicBezTo>
                    <a:pt x="116" y="35"/>
                    <a:pt x="113" y="28"/>
                    <a:pt x="109" y="22"/>
                  </a:cubicBezTo>
                  <a:cubicBezTo>
                    <a:pt x="108" y="19"/>
                    <a:pt x="106" y="17"/>
                    <a:pt x="104" y="14"/>
                  </a:cubicBezTo>
                  <a:close/>
                  <a:moveTo>
                    <a:pt x="39" y="54"/>
                  </a:moveTo>
                  <a:cubicBezTo>
                    <a:pt x="39" y="54"/>
                    <a:pt x="40" y="54"/>
                    <a:pt x="40" y="55"/>
                  </a:cubicBezTo>
                  <a:cubicBezTo>
                    <a:pt x="39" y="62"/>
                    <a:pt x="38" y="69"/>
                    <a:pt x="38" y="76"/>
                  </a:cubicBezTo>
                  <a:cubicBezTo>
                    <a:pt x="11" y="76"/>
                    <a:pt x="11" y="76"/>
                    <a:pt x="11" y="76"/>
                  </a:cubicBezTo>
                  <a:cubicBezTo>
                    <a:pt x="13" y="67"/>
                    <a:pt x="24" y="59"/>
                    <a:pt x="39" y="54"/>
                  </a:cubicBezTo>
                  <a:close/>
                  <a:moveTo>
                    <a:pt x="75" y="47"/>
                  </a:moveTo>
                  <a:cubicBezTo>
                    <a:pt x="75" y="76"/>
                    <a:pt x="75" y="76"/>
                    <a:pt x="75" y="76"/>
                  </a:cubicBezTo>
                  <a:cubicBezTo>
                    <a:pt x="47" y="76"/>
                    <a:pt x="47" y="76"/>
                    <a:pt x="47" y="76"/>
                  </a:cubicBezTo>
                  <a:cubicBezTo>
                    <a:pt x="48" y="70"/>
                    <a:pt x="48" y="63"/>
                    <a:pt x="49" y="57"/>
                  </a:cubicBezTo>
                  <a:cubicBezTo>
                    <a:pt x="49" y="57"/>
                    <a:pt x="49" y="57"/>
                    <a:pt x="49" y="57"/>
                  </a:cubicBezTo>
                  <a:cubicBezTo>
                    <a:pt x="54" y="56"/>
                    <a:pt x="58" y="53"/>
                    <a:pt x="60" y="49"/>
                  </a:cubicBezTo>
                  <a:cubicBezTo>
                    <a:pt x="65" y="48"/>
                    <a:pt x="70" y="48"/>
                    <a:pt x="75" y="47"/>
                  </a:cubicBezTo>
                  <a:close/>
                  <a:moveTo>
                    <a:pt x="85" y="47"/>
                  </a:moveTo>
                  <a:cubicBezTo>
                    <a:pt x="93" y="48"/>
                    <a:pt x="102" y="49"/>
                    <a:pt x="110" y="51"/>
                  </a:cubicBezTo>
                  <a:cubicBezTo>
                    <a:pt x="112" y="56"/>
                    <a:pt x="112" y="62"/>
                    <a:pt x="113" y="68"/>
                  </a:cubicBezTo>
                  <a:cubicBezTo>
                    <a:pt x="109" y="69"/>
                    <a:pt x="106" y="72"/>
                    <a:pt x="105" y="76"/>
                  </a:cubicBezTo>
                  <a:cubicBezTo>
                    <a:pt x="85" y="76"/>
                    <a:pt x="85" y="76"/>
                    <a:pt x="85" y="76"/>
                  </a:cubicBezTo>
                  <a:cubicBezTo>
                    <a:pt x="85" y="47"/>
                    <a:pt x="85" y="47"/>
                    <a:pt x="85" y="47"/>
                  </a:cubicBezTo>
                  <a:cubicBezTo>
                    <a:pt x="85" y="47"/>
                    <a:pt x="85" y="47"/>
                    <a:pt x="85" y="47"/>
                  </a:cubicBezTo>
                  <a:close/>
                  <a:moveTo>
                    <a:pt x="120" y="54"/>
                  </a:moveTo>
                  <a:cubicBezTo>
                    <a:pt x="124" y="55"/>
                    <a:pt x="128" y="56"/>
                    <a:pt x="131" y="58"/>
                  </a:cubicBezTo>
                  <a:cubicBezTo>
                    <a:pt x="141" y="63"/>
                    <a:pt x="148" y="70"/>
                    <a:pt x="150" y="76"/>
                  </a:cubicBezTo>
                  <a:cubicBezTo>
                    <a:pt x="131" y="76"/>
                    <a:pt x="131" y="76"/>
                    <a:pt x="131" y="76"/>
                  </a:cubicBezTo>
                  <a:cubicBezTo>
                    <a:pt x="130" y="72"/>
                    <a:pt x="127" y="69"/>
                    <a:pt x="122" y="67"/>
                  </a:cubicBezTo>
                  <a:cubicBezTo>
                    <a:pt x="122" y="63"/>
                    <a:pt x="121" y="58"/>
                    <a:pt x="120" y="54"/>
                  </a:cubicBezTo>
                  <a:close/>
                  <a:moveTo>
                    <a:pt x="118" y="76"/>
                  </a:moveTo>
                  <a:cubicBezTo>
                    <a:pt x="121" y="76"/>
                    <a:pt x="123" y="78"/>
                    <a:pt x="123" y="81"/>
                  </a:cubicBezTo>
                  <a:cubicBezTo>
                    <a:pt x="123" y="83"/>
                    <a:pt x="121" y="85"/>
                    <a:pt x="118" y="85"/>
                  </a:cubicBezTo>
                  <a:cubicBezTo>
                    <a:pt x="118" y="85"/>
                    <a:pt x="118" y="85"/>
                    <a:pt x="118" y="85"/>
                  </a:cubicBezTo>
                  <a:cubicBezTo>
                    <a:pt x="118" y="85"/>
                    <a:pt x="118" y="85"/>
                    <a:pt x="118" y="85"/>
                  </a:cubicBezTo>
                  <a:cubicBezTo>
                    <a:pt x="115" y="85"/>
                    <a:pt x="114" y="83"/>
                    <a:pt x="114" y="81"/>
                  </a:cubicBezTo>
                  <a:cubicBezTo>
                    <a:pt x="114" y="78"/>
                    <a:pt x="115" y="76"/>
                    <a:pt x="118" y="76"/>
                  </a:cubicBezTo>
                  <a:close/>
                  <a:moveTo>
                    <a:pt x="150" y="85"/>
                  </a:moveTo>
                  <a:cubicBezTo>
                    <a:pt x="148" y="91"/>
                    <a:pt x="143" y="97"/>
                    <a:pt x="134" y="102"/>
                  </a:cubicBezTo>
                  <a:cubicBezTo>
                    <a:pt x="130" y="104"/>
                    <a:pt x="125" y="106"/>
                    <a:pt x="120" y="108"/>
                  </a:cubicBezTo>
                  <a:cubicBezTo>
                    <a:pt x="121" y="103"/>
                    <a:pt x="122" y="99"/>
                    <a:pt x="122" y="94"/>
                  </a:cubicBezTo>
                  <a:cubicBezTo>
                    <a:pt x="122" y="94"/>
                    <a:pt x="122" y="94"/>
                    <a:pt x="122" y="94"/>
                  </a:cubicBezTo>
                  <a:cubicBezTo>
                    <a:pt x="127" y="93"/>
                    <a:pt x="130" y="90"/>
                    <a:pt x="131" y="85"/>
                  </a:cubicBezTo>
                  <a:lnTo>
                    <a:pt x="150" y="85"/>
                  </a:lnTo>
                  <a:close/>
                  <a:moveTo>
                    <a:pt x="38" y="85"/>
                  </a:moveTo>
                  <a:cubicBezTo>
                    <a:pt x="38" y="93"/>
                    <a:pt x="39" y="100"/>
                    <a:pt x="40" y="108"/>
                  </a:cubicBezTo>
                  <a:cubicBezTo>
                    <a:pt x="25" y="102"/>
                    <a:pt x="14" y="94"/>
                    <a:pt x="11" y="85"/>
                  </a:cubicBezTo>
                  <a:lnTo>
                    <a:pt x="38" y="85"/>
                  </a:lnTo>
                  <a:close/>
                  <a:moveTo>
                    <a:pt x="75" y="85"/>
                  </a:moveTo>
                  <a:cubicBezTo>
                    <a:pt x="75" y="105"/>
                    <a:pt x="75" y="105"/>
                    <a:pt x="75" y="105"/>
                  </a:cubicBezTo>
                  <a:cubicBezTo>
                    <a:pt x="72" y="106"/>
                    <a:pt x="69" y="109"/>
                    <a:pt x="67" y="113"/>
                  </a:cubicBezTo>
                  <a:cubicBezTo>
                    <a:pt x="61" y="113"/>
                    <a:pt x="56" y="112"/>
                    <a:pt x="50" y="110"/>
                  </a:cubicBezTo>
                  <a:cubicBezTo>
                    <a:pt x="49" y="102"/>
                    <a:pt x="48" y="94"/>
                    <a:pt x="47" y="85"/>
                  </a:cubicBezTo>
                  <a:lnTo>
                    <a:pt x="75" y="85"/>
                  </a:lnTo>
                  <a:close/>
                  <a:moveTo>
                    <a:pt x="105" y="85"/>
                  </a:moveTo>
                  <a:cubicBezTo>
                    <a:pt x="106" y="89"/>
                    <a:pt x="109" y="92"/>
                    <a:pt x="113" y="94"/>
                  </a:cubicBezTo>
                  <a:cubicBezTo>
                    <a:pt x="112" y="99"/>
                    <a:pt x="112" y="105"/>
                    <a:pt x="110" y="110"/>
                  </a:cubicBezTo>
                  <a:cubicBezTo>
                    <a:pt x="105" y="112"/>
                    <a:pt x="99" y="112"/>
                    <a:pt x="93" y="113"/>
                  </a:cubicBezTo>
                  <a:cubicBezTo>
                    <a:pt x="92" y="109"/>
                    <a:pt x="89" y="106"/>
                    <a:pt x="85" y="105"/>
                  </a:cubicBezTo>
                  <a:cubicBezTo>
                    <a:pt x="85" y="85"/>
                    <a:pt x="85" y="85"/>
                    <a:pt x="85" y="85"/>
                  </a:cubicBezTo>
                  <a:cubicBezTo>
                    <a:pt x="105" y="85"/>
                    <a:pt x="105" y="85"/>
                    <a:pt x="105" y="85"/>
                  </a:cubicBezTo>
                  <a:close/>
                  <a:moveTo>
                    <a:pt x="80" y="114"/>
                  </a:moveTo>
                  <a:cubicBezTo>
                    <a:pt x="83" y="114"/>
                    <a:pt x="85" y="116"/>
                    <a:pt x="85" y="118"/>
                  </a:cubicBezTo>
                  <a:cubicBezTo>
                    <a:pt x="85" y="118"/>
                    <a:pt x="85" y="118"/>
                    <a:pt x="85" y="118"/>
                  </a:cubicBezTo>
                  <a:cubicBezTo>
                    <a:pt x="85" y="118"/>
                    <a:pt x="85" y="118"/>
                    <a:pt x="85" y="118"/>
                  </a:cubicBezTo>
                  <a:cubicBezTo>
                    <a:pt x="85" y="121"/>
                    <a:pt x="83" y="123"/>
                    <a:pt x="80" y="123"/>
                  </a:cubicBezTo>
                  <a:cubicBezTo>
                    <a:pt x="78" y="123"/>
                    <a:pt x="75" y="121"/>
                    <a:pt x="75" y="118"/>
                  </a:cubicBezTo>
                  <a:cubicBezTo>
                    <a:pt x="75" y="118"/>
                    <a:pt x="75" y="118"/>
                    <a:pt x="75" y="118"/>
                  </a:cubicBezTo>
                  <a:cubicBezTo>
                    <a:pt x="75" y="118"/>
                    <a:pt x="75" y="118"/>
                    <a:pt x="75" y="118"/>
                  </a:cubicBezTo>
                  <a:cubicBezTo>
                    <a:pt x="76" y="116"/>
                    <a:pt x="78" y="114"/>
                    <a:pt x="80" y="114"/>
                  </a:cubicBezTo>
                  <a:close/>
                  <a:moveTo>
                    <a:pt x="14" y="105"/>
                  </a:moveTo>
                  <a:cubicBezTo>
                    <a:pt x="14" y="105"/>
                    <a:pt x="14" y="105"/>
                    <a:pt x="14" y="105"/>
                  </a:cubicBezTo>
                  <a:cubicBezTo>
                    <a:pt x="16" y="107"/>
                    <a:pt x="19" y="108"/>
                    <a:pt x="22" y="110"/>
                  </a:cubicBezTo>
                  <a:cubicBezTo>
                    <a:pt x="28" y="113"/>
                    <a:pt x="35" y="116"/>
                    <a:pt x="43" y="118"/>
                  </a:cubicBezTo>
                  <a:cubicBezTo>
                    <a:pt x="46" y="130"/>
                    <a:pt x="51" y="140"/>
                    <a:pt x="56" y="147"/>
                  </a:cubicBezTo>
                  <a:cubicBezTo>
                    <a:pt x="37" y="140"/>
                    <a:pt x="21" y="124"/>
                    <a:pt x="14" y="105"/>
                  </a:cubicBezTo>
                  <a:close/>
                  <a:moveTo>
                    <a:pt x="147" y="104"/>
                  </a:moveTo>
                  <a:cubicBezTo>
                    <a:pt x="140" y="124"/>
                    <a:pt x="124" y="140"/>
                    <a:pt x="104" y="147"/>
                  </a:cubicBezTo>
                  <a:cubicBezTo>
                    <a:pt x="106" y="144"/>
                    <a:pt x="108" y="142"/>
                    <a:pt x="109" y="139"/>
                  </a:cubicBezTo>
                  <a:cubicBezTo>
                    <a:pt x="113" y="133"/>
                    <a:pt x="116" y="126"/>
                    <a:pt x="118" y="118"/>
                  </a:cubicBezTo>
                  <a:cubicBezTo>
                    <a:pt x="126" y="116"/>
                    <a:pt x="133" y="113"/>
                    <a:pt x="139" y="110"/>
                  </a:cubicBezTo>
                  <a:cubicBezTo>
                    <a:pt x="142" y="108"/>
                    <a:pt x="144" y="106"/>
                    <a:pt x="147" y="104"/>
                  </a:cubicBezTo>
                  <a:close/>
                  <a:moveTo>
                    <a:pt x="53" y="121"/>
                  </a:moveTo>
                  <a:cubicBezTo>
                    <a:pt x="58" y="121"/>
                    <a:pt x="62" y="122"/>
                    <a:pt x="67" y="122"/>
                  </a:cubicBezTo>
                  <a:cubicBezTo>
                    <a:pt x="68" y="127"/>
                    <a:pt x="71" y="130"/>
                    <a:pt x="75" y="132"/>
                  </a:cubicBezTo>
                  <a:cubicBezTo>
                    <a:pt x="75" y="150"/>
                    <a:pt x="75" y="150"/>
                    <a:pt x="75" y="150"/>
                  </a:cubicBezTo>
                  <a:cubicBezTo>
                    <a:pt x="69" y="148"/>
                    <a:pt x="63" y="142"/>
                    <a:pt x="58" y="132"/>
                  </a:cubicBezTo>
                  <a:cubicBezTo>
                    <a:pt x="56" y="128"/>
                    <a:pt x="54" y="124"/>
                    <a:pt x="53" y="121"/>
                  </a:cubicBezTo>
                  <a:close/>
                  <a:moveTo>
                    <a:pt x="107" y="120"/>
                  </a:moveTo>
                  <a:cubicBezTo>
                    <a:pt x="106" y="125"/>
                    <a:pt x="104" y="130"/>
                    <a:pt x="101" y="134"/>
                  </a:cubicBezTo>
                  <a:cubicBezTo>
                    <a:pt x="96" y="143"/>
                    <a:pt x="91" y="148"/>
                    <a:pt x="85" y="150"/>
                  </a:cubicBezTo>
                  <a:cubicBezTo>
                    <a:pt x="85" y="132"/>
                    <a:pt x="85" y="132"/>
                    <a:pt x="85" y="132"/>
                  </a:cubicBezTo>
                  <a:cubicBezTo>
                    <a:pt x="89" y="130"/>
                    <a:pt x="92" y="127"/>
                    <a:pt x="94" y="122"/>
                  </a:cubicBezTo>
                  <a:cubicBezTo>
                    <a:pt x="98" y="122"/>
                    <a:pt x="103" y="121"/>
                    <a:pt x="107" y="120"/>
                  </a:cubicBezTo>
                  <a:close/>
                  <a:moveTo>
                    <a:pt x="80" y="0"/>
                  </a:moveTo>
                  <a:cubicBezTo>
                    <a:pt x="59" y="0"/>
                    <a:pt x="39" y="9"/>
                    <a:pt x="24" y="24"/>
                  </a:cubicBezTo>
                  <a:cubicBezTo>
                    <a:pt x="9" y="39"/>
                    <a:pt x="0" y="60"/>
                    <a:pt x="0" y="81"/>
                  </a:cubicBezTo>
                  <a:cubicBezTo>
                    <a:pt x="0" y="125"/>
                    <a:pt x="36" y="160"/>
                    <a:pt x="80" y="160"/>
                  </a:cubicBezTo>
                  <a:cubicBezTo>
                    <a:pt x="80" y="160"/>
                    <a:pt x="80" y="160"/>
                    <a:pt x="80" y="160"/>
                  </a:cubicBezTo>
                  <a:cubicBezTo>
                    <a:pt x="101" y="160"/>
                    <a:pt x="122" y="152"/>
                    <a:pt x="137" y="137"/>
                  </a:cubicBezTo>
                  <a:cubicBezTo>
                    <a:pt x="152" y="122"/>
                    <a:pt x="160" y="102"/>
                    <a:pt x="160" y="81"/>
                  </a:cubicBezTo>
                  <a:cubicBezTo>
                    <a:pt x="160" y="70"/>
                    <a:pt x="158" y="59"/>
                    <a:pt x="154" y="50"/>
                  </a:cubicBezTo>
                  <a:cubicBezTo>
                    <a:pt x="150" y="40"/>
                    <a:pt x="144" y="31"/>
                    <a:pt x="137" y="24"/>
                  </a:cubicBezTo>
                  <a:cubicBezTo>
                    <a:pt x="129" y="17"/>
                    <a:pt x="121" y="11"/>
                    <a:pt x="111" y="7"/>
                  </a:cubicBezTo>
                  <a:cubicBezTo>
                    <a:pt x="101" y="3"/>
                    <a:pt x="91" y="0"/>
                    <a:pt x="80"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grpSp>
      <p:sp>
        <p:nvSpPr>
          <p:cNvPr id="65" name="TextBox 64"/>
          <p:cNvSpPr txBox="1"/>
          <p:nvPr/>
        </p:nvSpPr>
        <p:spPr>
          <a:xfrm>
            <a:off x="586714" y="2956442"/>
            <a:ext cx="3073277" cy="1200329"/>
          </a:xfrm>
          <a:prstGeom prst="rect">
            <a:avLst/>
          </a:prstGeom>
          <a:noFill/>
        </p:spPr>
        <p:txBody>
          <a:bodyPr wrap="none" rtlCol="0">
            <a:spAutoFit/>
          </a:bodyPr>
          <a:lstStyle/>
          <a:p>
            <a:r>
              <a:rPr lang="es-ES_tradnl" sz="3600" b="1" dirty="0">
                <a:latin typeface="Open Sans" panose="020B0606030504020204" pitchFamily="34" charset="0"/>
                <a:ea typeface="Open Sans" panose="020B0606030504020204" pitchFamily="34" charset="0"/>
                <a:cs typeface="Open Sans" panose="020B0606030504020204" pitchFamily="34" charset="0"/>
              </a:rPr>
              <a:t>Seguimiento</a:t>
            </a:r>
          </a:p>
          <a:p>
            <a:r>
              <a:rPr lang="es-ES_tradnl" sz="3600" b="1" dirty="0">
                <a:latin typeface="Open Sans" panose="020B0606030504020204" pitchFamily="34" charset="0"/>
                <a:ea typeface="Open Sans" panose="020B0606030504020204" pitchFamily="34" charset="0"/>
                <a:cs typeface="Open Sans" panose="020B0606030504020204" pitchFamily="34" charset="0"/>
              </a:rPr>
              <a:t>gestión</a:t>
            </a:r>
          </a:p>
        </p:txBody>
      </p:sp>
      <p:sp>
        <p:nvSpPr>
          <p:cNvPr id="69" name="TextBox 68">
            <a:extLst>
              <a:ext uri="{FF2B5EF4-FFF2-40B4-BE49-F238E27FC236}">
                <a16:creationId xmlns:a16="http://schemas.microsoft.com/office/drawing/2014/main" id="{5E576306-AC59-FC09-2403-CB5B9C1529C5}"/>
              </a:ext>
            </a:extLst>
          </p:cNvPr>
          <p:cNvSpPr txBox="1"/>
          <p:nvPr/>
        </p:nvSpPr>
        <p:spPr>
          <a:xfrm rot="16200000">
            <a:off x="10382298" y="3331288"/>
            <a:ext cx="2121996" cy="246221"/>
          </a:xfrm>
          <a:prstGeom prst="rect">
            <a:avLst/>
          </a:prstGeom>
          <a:noFill/>
        </p:spPr>
        <p:txBody>
          <a:bodyPr wrap="square" rtlCol="0">
            <a:spAutoFit/>
          </a:bodyPr>
          <a:lstStyle/>
          <a:p>
            <a:pPr algn="ctr"/>
            <a:r>
              <a:rPr lang="en-US" sz="1000" spc="300" dirty="0" err="1">
                <a:solidFill>
                  <a:schemeClr val="bg1"/>
                </a:solidFill>
                <a:latin typeface="Open Sans" panose="020B0606030504020204" pitchFamily="34" charset="0"/>
                <a:ea typeface="Open Sans" panose="020B0606030504020204" pitchFamily="34" charset="0"/>
                <a:cs typeface="Open Sans" panose="020B0606030504020204" pitchFamily="34" charset="0"/>
              </a:rPr>
              <a:t>www.finlecobpo.com</a:t>
            </a:r>
            <a:endParaRPr lang="en-US" sz="1000" spc="30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74" name="Freeform 5"/>
          <p:cNvSpPr>
            <a:spLocks/>
          </p:cNvSpPr>
          <p:nvPr/>
        </p:nvSpPr>
        <p:spPr bwMode="auto">
          <a:xfrm rot="10800000">
            <a:off x="11366902" y="5847671"/>
            <a:ext cx="195749" cy="603337"/>
          </a:xfrm>
          <a:custGeom>
            <a:avLst/>
            <a:gdLst>
              <a:gd name="T0" fmla="*/ 57 w 114"/>
              <a:gd name="T1" fmla="*/ 0 h 358"/>
              <a:gd name="T2" fmla="*/ 0 w 114"/>
              <a:gd name="T3" fmla="*/ 57 h 358"/>
              <a:gd name="T4" fmla="*/ 0 w 114"/>
              <a:gd name="T5" fmla="*/ 185 h 358"/>
              <a:gd name="T6" fmla="*/ 0 w 114"/>
              <a:gd name="T7" fmla="*/ 301 h 358"/>
              <a:gd name="T8" fmla="*/ 57 w 114"/>
              <a:gd name="T9" fmla="*/ 358 h 358"/>
              <a:gd name="T10" fmla="*/ 114 w 114"/>
              <a:gd name="T11" fmla="*/ 301 h 358"/>
              <a:gd name="T12" fmla="*/ 114 w 114"/>
              <a:gd name="T13" fmla="*/ 185 h 358"/>
              <a:gd name="T14" fmla="*/ 114 w 114"/>
              <a:gd name="T15" fmla="*/ 57 h 358"/>
              <a:gd name="T16" fmla="*/ 57 w 114"/>
              <a:gd name="T17" fmla="*/ 0 h 3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4" h="358">
                <a:moveTo>
                  <a:pt x="57" y="0"/>
                </a:moveTo>
                <a:cubicBezTo>
                  <a:pt x="25" y="0"/>
                  <a:pt x="0" y="26"/>
                  <a:pt x="0" y="57"/>
                </a:cubicBezTo>
                <a:cubicBezTo>
                  <a:pt x="0" y="185"/>
                  <a:pt x="0" y="185"/>
                  <a:pt x="0" y="185"/>
                </a:cubicBezTo>
                <a:cubicBezTo>
                  <a:pt x="0" y="301"/>
                  <a:pt x="0" y="301"/>
                  <a:pt x="0" y="301"/>
                </a:cubicBezTo>
                <a:cubicBezTo>
                  <a:pt x="0" y="333"/>
                  <a:pt x="25" y="358"/>
                  <a:pt x="57" y="358"/>
                </a:cubicBezTo>
                <a:cubicBezTo>
                  <a:pt x="88" y="358"/>
                  <a:pt x="114" y="333"/>
                  <a:pt x="114" y="301"/>
                </a:cubicBezTo>
                <a:cubicBezTo>
                  <a:pt x="114" y="185"/>
                  <a:pt x="114" y="185"/>
                  <a:pt x="114" y="185"/>
                </a:cubicBezTo>
                <a:cubicBezTo>
                  <a:pt x="114" y="57"/>
                  <a:pt x="114" y="57"/>
                  <a:pt x="114" y="57"/>
                </a:cubicBezTo>
                <a:cubicBezTo>
                  <a:pt x="114" y="26"/>
                  <a:pt x="88" y="0"/>
                  <a:pt x="57"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75" name="Freeform 6"/>
          <p:cNvSpPr>
            <a:spLocks/>
          </p:cNvSpPr>
          <p:nvPr/>
        </p:nvSpPr>
        <p:spPr bwMode="auto">
          <a:xfrm rot="10800000">
            <a:off x="11389302" y="5877122"/>
            <a:ext cx="150942" cy="246570"/>
          </a:xfrm>
          <a:custGeom>
            <a:avLst/>
            <a:gdLst>
              <a:gd name="T0" fmla="*/ 0 w 114"/>
              <a:gd name="T1" fmla="*/ 116 h 173"/>
              <a:gd name="T2" fmla="*/ 57 w 114"/>
              <a:gd name="T3" fmla="*/ 173 h 173"/>
              <a:gd name="T4" fmla="*/ 114 w 114"/>
              <a:gd name="T5" fmla="*/ 116 h 173"/>
              <a:gd name="T6" fmla="*/ 114 w 114"/>
              <a:gd name="T7" fmla="*/ 0 h 173"/>
              <a:gd name="T8" fmla="*/ 0 w 114"/>
              <a:gd name="T9" fmla="*/ 0 h 173"/>
              <a:gd name="T10" fmla="*/ 0 w 114"/>
              <a:gd name="T11" fmla="*/ 116 h 173"/>
            </a:gdLst>
            <a:ahLst/>
            <a:cxnLst>
              <a:cxn ang="0">
                <a:pos x="T0" y="T1"/>
              </a:cxn>
              <a:cxn ang="0">
                <a:pos x="T2" y="T3"/>
              </a:cxn>
              <a:cxn ang="0">
                <a:pos x="T4" y="T5"/>
              </a:cxn>
              <a:cxn ang="0">
                <a:pos x="T6" y="T7"/>
              </a:cxn>
              <a:cxn ang="0">
                <a:pos x="T8" y="T9"/>
              </a:cxn>
              <a:cxn ang="0">
                <a:pos x="T10" y="T11"/>
              </a:cxn>
            </a:cxnLst>
            <a:rect l="0" t="0" r="r" b="b"/>
            <a:pathLst>
              <a:path w="114" h="173">
                <a:moveTo>
                  <a:pt x="0" y="116"/>
                </a:moveTo>
                <a:cubicBezTo>
                  <a:pt x="0" y="148"/>
                  <a:pt x="25" y="173"/>
                  <a:pt x="57" y="173"/>
                </a:cubicBezTo>
                <a:cubicBezTo>
                  <a:pt x="88" y="173"/>
                  <a:pt x="114" y="148"/>
                  <a:pt x="114" y="116"/>
                </a:cubicBezTo>
                <a:cubicBezTo>
                  <a:pt x="114" y="0"/>
                  <a:pt x="114" y="0"/>
                  <a:pt x="114" y="0"/>
                </a:cubicBezTo>
                <a:cubicBezTo>
                  <a:pt x="0" y="0"/>
                  <a:pt x="0" y="0"/>
                  <a:pt x="0" y="0"/>
                </a:cubicBezTo>
                <a:lnTo>
                  <a:pt x="0" y="116"/>
                </a:lnTo>
                <a:close/>
              </a:path>
            </a:pathLst>
          </a:custGeom>
          <a:solidFill>
            <a:schemeClr val="accent3">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7" name="Freeform 5">
            <a:extLst>
              <a:ext uri="{FF2B5EF4-FFF2-40B4-BE49-F238E27FC236}">
                <a16:creationId xmlns:a16="http://schemas.microsoft.com/office/drawing/2014/main" id="{AEF05A3D-CA28-C86D-0CF6-A6C1DE9B8464}"/>
              </a:ext>
            </a:extLst>
          </p:cNvPr>
          <p:cNvSpPr>
            <a:spLocks noEditPoints="1"/>
          </p:cNvSpPr>
          <p:nvPr/>
        </p:nvSpPr>
        <p:spPr bwMode="auto">
          <a:xfrm>
            <a:off x="11415572" y="5945525"/>
            <a:ext cx="98406" cy="97946"/>
          </a:xfrm>
          <a:custGeom>
            <a:avLst/>
            <a:gdLst>
              <a:gd name="T0" fmla="*/ 677 w 1639"/>
              <a:gd name="T1" fmla="*/ 13 h 1639"/>
              <a:gd name="T2" fmla="*/ 77 w 1639"/>
              <a:gd name="T3" fmla="*/ 473 h 1639"/>
              <a:gd name="T4" fmla="*/ 3 w 1639"/>
              <a:gd name="T5" fmla="*/ 759 h 1639"/>
              <a:gd name="T6" fmla="*/ 0 w 1639"/>
              <a:gd name="T7" fmla="*/ 771 h 1639"/>
              <a:gd name="T8" fmla="*/ 0 w 1639"/>
              <a:gd name="T9" fmla="*/ 867 h 1639"/>
              <a:gd name="T10" fmla="*/ 13 w 1639"/>
              <a:gd name="T11" fmla="*/ 962 h 1639"/>
              <a:gd name="T12" fmla="*/ 435 w 1639"/>
              <a:gd name="T13" fmla="*/ 1543 h 1639"/>
              <a:gd name="T14" fmla="*/ 758 w 1639"/>
              <a:gd name="T15" fmla="*/ 1636 h 1639"/>
              <a:gd name="T16" fmla="*/ 771 w 1639"/>
              <a:gd name="T17" fmla="*/ 1639 h 1639"/>
              <a:gd name="T18" fmla="*/ 867 w 1639"/>
              <a:gd name="T19" fmla="*/ 1639 h 1639"/>
              <a:gd name="T20" fmla="*/ 962 w 1639"/>
              <a:gd name="T21" fmla="*/ 1626 h 1639"/>
              <a:gd name="T22" fmla="*/ 1561 w 1639"/>
              <a:gd name="T23" fmla="*/ 1167 h 1639"/>
              <a:gd name="T24" fmla="*/ 1636 w 1639"/>
              <a:gd name="T25" fmla="*/ 880 h 1639"/>
              <a:gd name="T26" fmla="*/ 1639 w 1639"/>
              <a:gd name="T27" fmla="*/ 867 h 1639"/>
              <a:gd name="T28" fmla="*/ 1639 w 1639"/>
              <a:gd name="T29" fmla="*/ 771 h 1639"/>
              <a:gd name="T30" fmla="*/ 1626 w 1639"/>
              <a:gd name="T31" fmla="*/ 677 h 1639"/>
              <a:gd name="T32" fmla="*/ 1204 w 1639"/>
              <a:gd name="T33" fmla="*/ 96 h 1639"/>
              <a:gd name="T34" fmla="*/ 881 w 1639"/>
              <a:gd name="T35" fmla="*/ 3 h 1639"/>
              <a:gd name="T36" fmla="*/ 867 w 1639"/>
              <a:gd name="T37" fmla="*/ 0 h 1639"/>
              <a:gd name="T38" fmla="*/ 771 w 1639"/>
              <a:gd name="T39" fmla="*/ 0 h 1639"/>
              <a:gd name="T40" fmla="*/ 677 w 1639"/>
              <a:gd name="T41" fmla="*/ 13 h 1639"/>
              <a:gd name="T42" fmla="*/ 1502 w 1639"/>
              <a:gd name="T43" fmla="*/ 821 h 1639"/>
              <a:gd name="T44" fmla="*/ 819 w 1639"/>
              <a:gd name="T45" fmla="*/ 1502 h 1639"/>
              <a:gd name="T46" fmla="*/ 137 w 1639"/>
              <a:gd name="T47" fmla="*/ 818 h 1639"/>
              <a:gd name="T48" fmla="*/ 821 w 1639"/>
              <a:gd name="T49" fmla="*/ 137 h 1639"/>
              <a:gd name="T50" fmla="*/ 1502 w 1639"/>
              <a:gd name="T51" fmla="*/ 821 h 1639"/>
              <a:gd name="T52" fmla="*/ 439 w 1639"/>
              <a:gd name="T53" fmla="*/ 898 h 1639"/>
              <a:gd name="T54" fmla="*/ 426 w 1639"/>
              <a:gd name="T55" fmla="*/ 912 h 1639"/>
              <a:gd name="T56" fmla="*/ 463 w 1639"/>
              <a:gd name="T57" fmla="*/ 1022 h 1639"/>
              <a:gd name="T58" fmla="*/ 533 w 1639"/>
              <a:gd name="T59" fmla="*/ 998 h 1639"/>
              <a:gd name="T60" fmla="*/ 803 w 1639"/>
              <a:gd name="T61" fmla="*/ 727 h 1639"/>
              <a:gd name="T62" fmla="*/ 820 w 1639"/>
              <a:gd name="T63" fmla="*/ 706 h 1639"/>
              <a:gd name="T64" fmla="*/ 833 w 1639"/>
              <a:gd name="T65" fmla="*/ 725 h 1639"/>
              <a:gd name="T66" fmla="*/ 1104 w 1639"/>
              <a:gd name="T67" fmla="*/ 995 h 1639"/>
              <a:gd name="T68" fmla="*/ 1120 w 1639"/>
              <a:gd name="T69" fmla="*/ 1010 h 1639"/>
              <a:gd name="T70" fmla="*/ 1226 w 1639"/>
              <a:gd name="T71" fmla="*/ 977 h 1639"/>
              <a:gd name="T72" fmla="*/ 1203 w 1639"/>
              <a:gd name="T73" fmla="*/ 902 h 1639"/>
              <a:gd name="T74" fmla="*/ 878 w 1639"/>
              <a:gd name="T75" fmla="*/ 576 h 1639"/>
              <a:gd name="T76" fmla="*/ 762 w 1639"/>
              <a:gd name="T77" fmla="*/ 576 h 1639"/>
              <a:gd name="T78" fmla="*/ 439 w 1639"/>
              <a:gd name="T79" fmla="*/ 898 h 16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639" h="1639">
                <a:moveTo>
                  <a:pt x="677" y="13"/>
                </a:moveTo>
                <a:cubicBezTo>
                  <a:pt x="401" y="67"/>
                  <a:pt x="201" y="221"/>
                  <a:pt x="77" y="473"/>
                </a:cubicBezTo>
                <a:cubicBezTo>
                  <a:pt x="33" y="563"/>
                  <a:pt x="9" y="659"/>
                  <a:pt x="3" y="759"/>
                </a:cubicBezTo>
                <a:cubicBezTo>
                  <a:pt x="3" y="763"/>
                  <a:pt x="1" y="767"/>
                  <a:pt x="0" y="771"/>
                </a:cubicBezTo>
                <a:cubicBezTo>
                  <a:pt x="0" y="867"/>
                  <a:pt x="0" y="867"/>
                  <a:pt x="0" y="867"/>
                </a:cubicBezTo>
                <a:cubicBezTo>
                  <a:pt x="4" y="899"/>
                  <a:pt x="7" y="931"/>
                  <a:pt x="13" y="962"/>
                </a:cubicBezTo>
                <a:cubicBezTo>
                  <a:pt x="63" y="1222"/>
                  <a:pt x="204" y="1415"/>
                  <a:pt x="435" y="1543"/>
                </a:cubicBezTo>
                <a:cubicBezTo>
                  <a:pt x="535" y="1598"/>
                  <a:pt x="643" y="1628"/>
                  <a:pt x="758" y="1636"/>
                </a:cubicBezTo>
                <a:cubicBezTo>
                  <a:pt x="762" y="1636"/>
                  <a:pt x="767" y="1638"/>
                  <a:pt x="771" y="1639"/>
                </a:cubicBezTo>
                <a:cubicBezTo>
                  <a:pt x="867" y="1639"/>
                  <a:pt x="867" y="1639"/>
                  <a:pt x="867" y="1639"/>
                </a:cubicBezTo>
                <a:cubicBezTo>
                  <a:pt x="899" y="1635"/>
                  <a:pt x="931" y="1632"/>
                  <a:pt x="962" y="1626"/>
                </a:cubicBezTo>
                <a:cubicBezTo>
                  <a:pt x="1238" y="1572"/>
                  <a:pt x="1437" y="1418"/>
                  <a:pt x="1561" y="1167"/>
                </a:cubicBezTo>
                <a:cubicBezTo>
                  <a:pt x="1606" y="1077"/>
                  <a:pt x="1630" y="980"/>
                  <a:pt x="1636" y="880"/>
                </a:cubicBezTo>
                <a:cubicBezTo>
                  <a:pt x="1636" y="876"/>
                  <a:pt x="1638" y="872"/>
                  <a:pt x="1639" y="867"/>
                </a:cubicBezTo>
                <a:cubicBezTo>
                  <a:pt x="1639" y="771"/>
                  <a:pt x="1639" y="771"/>
                  <a:pt x="1639" y="771"/>
                </a:cubicBezTo>
                <a:cubicBezTo>
                  <a:pt x="1635" y="740"/>
                  <a:pt x="1632" y="708"/>
                  <a:pt x="1626" y="677"/>
                </a:cubicBezTo>
                <a:cubicBezTo>
                  <a:pt x="1576" y="417"/>
                  <a:pt x="1435" y="224"/>
                  <a:pt x="1204" y="96"/>
                </a:cubicBezTo>
                <a:cubicBezTo>
                  <a:pt x="1104" y="41"/>
                  <a:pt x="996" y="11"/>
                  <a:pt x="881" y="3"/>
                </a:cubicBezTo>
                <a:cubicBezTo>
                  <a:pt x="877" y="3"/>
                  <a:pt x="872" y="1"/>
                  <a:pt x="867" y="0"/>
                </a:cubicBezTo>
                <a:cubicBezTo>
                  <a:pt x="771" y="0"/>
                  <a:pt x="771" y="0"/>
                  <a:pt x="771" y="0"/>
                </a:cubicBezTo>
                <a:cubicBezTo>
                  <a:pt x="740" y="4"/>
                  <a:pt x="708" y="7"/>
                  <a:pt x="677" y="13"/>
                </a:cubicBezTo>
                <a:close/>
                <a:moveTo>
                  <a:pt x="1502" y="821"/>
                </a:moveTo>
                <a:cubicBezTo>
                  <a:pt x="1500" y="1199"/>
                  <a:pt x="1195" y="1503"/>
                  <a:pt x="819" y="1502"/>
                </a:cubicBezTo>
                <a:cubicBezTo>
                  <a:pt x="442" y="1501"/>
                  <a:pt x="136" y="1194"/>
                  <a:pt x="137" y="818"/>
                </a:cubicBezTo>
                <a:cubicBezTo>
                  <a:pt x="138" y="441"/>
                  <a:pt x="445" y="135"/>
                  <a:pt x="821" y="137"/>
                </a:cubicBezTo>
                <a:cubicBezTo>
                  <a:pt x="1199" y="139"/>
                  <a:pt x="1504" y="446"/>
                  <a:pt x="1502" y="821"/>
                </a:cubicBezTo>
                <a:close/>
                <a:moveTo>
                  <a:pt x="439" y="898"/>
                </a:moveTo>
                <a:cubicBezTo>
                  <a:pt x="435" y="903"/>
                  <a:pt x="430" y="907"/>
                  <a:pt x="426" y="912"/>
                </a:cubicBezTo>
                <a:cubicBezTo>
                  <a:pt x="393" y="952"/>
                  <a:pt x="413" y="1010"/>
                  <a:pt x="463" y="1022"/>
                </a:cubicBezTo>
                <a:cubicBezTo>
                  <a:pt x="491" y="1029"/>
                  <a:pt x="513" y="1018"/>
                  <a:pt x="533" y="998"/>
                </a:cubicBezTo>
                <a:cubicBezTo>
                  <a:pt x="623" y="907"/>
                  <a:pt x="713" y="818"/>
                  <a:pt x="803" y="727"/>
                </a:cubicBezTo>
                <a:cubicBezTo>
                  <a:pt x="808" y="722"/>
                  <a:pt x="812" y="717"/>
                  <a:pt x="820" y="706"/>
                </a:cubicBezTo>
                <a:cubicBezTo>
                  <a:pt x="826" y="715"/>
                  <a:pt x="829" y="721"/>
                  <a:pt x="833" y="725"/>
                </a:cubicBezTo>
                <a:cubicBezTo>
                  <a:pt x="923" y="815"/>
                  <a:pt x="1013" y="905"/>
                  <a:pt x="1104" y="995"/>
                </a:cubicBezTo>
                <a:cubicBezTo>
                  <a:pt x="1109" y="1001"/>
                  <a:pt x="1114" y="1006"/>
                  <a:pt x="1120" y="1010"/>
                </a:cubicBezTo>
                <a:cubicBezTo>
                  <a:pt x="1157" y="1039"/>
                  <a:pt x="1211" y="1021"/>
                  <a:pt x="1226" y="977"/>
                </a:cubicBezTo>
                <a:cubicBezTo>
                  <a:pt x="1235" y="947"/>
                  <a:pt x="1225" y="923"/>
                  <a:pt x="1203" y="902"/>
                </a:cubicBezTo>
                <a:cubicBezTo>
                  <a:pt x="1095" y="793"/>
                  <a:pt x="986" y="685"/>
                  <a:pt x="878" y="576"/>
                </a:cubicBezTo>
                <a:cubicBezTo>
                  <a:pt x="838" y="536"/>
                  <a:pt x="801" y="536"/>
                  <a:pt x="762" y="576"/>
                </a:cubicBezTo>
                <a:cubicBezTo>
                  <a:pt x="654" y="683"/>
                  <a:pt x="547" y="791"/>
                  <a:pt x="439" y="898"/>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78" name="Freeform 6">
            <a:extLst>
              <a:ext uri="{FF2B5EF4-FFF2-40B4-BE49-F238E27FC236}">
                <a16:creationId xmlns:a16="http://schemas.microsoft.com/office/drawing/2014/main" id="{C3C47385-67A4-5873-0161-32BAFE4B913D}"/>
              </a:ext>
            </a:extLst>
          </p:cNvPr>
          <p:cNvSpPr>
            <a:spLocks noEditPoints="1"/>
          </p:cNvSpPr>
          <p:nvPr/>
        </p:nvSpPr>
        <p:spPr bwMode="auto">
          <a:xfrm>
            <a:off x="11410906" y="6243546"/>
            <a:ext cx="107741" cy="107741"/>
          </a:xfrm>
          <a:custGeom>
            <a:avLst/>
            <a:gdLst>
              <a:gd name="T0" fmla="*/ 962 w 1639"/>
              <a:gd name="T1" fmla="*/ 1626 h 1639"/>
              <a:gd name="T2" fmla="*/ 1562 w 1639"/>
              <a:gd name="T3" fmla="*/ 1166 h 1639"/>
              <a:gd name="T4" fmla="*/ 1636 w 1639"/>
              <a:gd name="T5" fmla="*/ 880 h 1639"/>
              <a:gd name="T6" fmla="*/ 1639 w 1639"/>
              <a:gd name="T7" fmla="*/ 867 h 1639"/>
              <a:gd name="T8" fmla="*/ 1639 w 1639"/>
              <a:gd name="T9" fmla="*/ 771 h 1639"/>
              <a:gd name="T10" fmla="*/ 1626 w 1639"/>
              <a:gd name="T11" fmla="*/ 677 h 1639"/>
              <a:gd name="T12" fmla="*/ 1204 w 1639"/>
              <a:gd name="T13" fmla="*/ 96 h 1639"/>
              <a:gd name="T14" fmla="*/ 881 w 1639"/>
              <a:gd name="T15" fmla="*/ 3 h 1639"/>
              <a:gd name="T16" fmla="*/ 867 w 1639"/>
              <a:gd name="T17" fmla="*/ 0 h 1639"/>
              <a:gd name="T18" fmla="*/ 771 w 1639"/>
              <a:gd name="T19" fmla="*/ 0 h 1639"/>
              <a:gd name="T20" fmla="*/ 677 w 1639"/>
              <a:gd name="T21" fmla="*/ 13 h 1639"/>
              <a:gd name="T22" fmla="*/ 78 w 1639"/>
              <a:gd name="T23" fmla="*/ 472 h 1639"/>
              <a:gd name="T24" fmla="*/ 3 w 1639"/>
              <a:gd name="T25" fmla="*/ 759 h 1639"/>
              <a:gd name="T26" fmla="*/ 0 w 1639"/>
              <a:gd name="T27" fmla="*/ 771 h 1639"/>
              <a:gd name="T28" fmla="*/ 0 w 1639"/>
              <a:gd name="T29" fmla="*/ 867 h 1639"/>
              <a:gd name="T30" fmla="*/ 13 w 1639"/>
              <a:gd name="T31" fmla="*/ 962 h 1639"/>
              <a:gd name="T32" fmla="*/ 435 w 1639"/>
              <a:gd name="T33" fmla="*/ 1543 h 1639"/>
              <a:gd name="T34" fmla="*/ 758 w 1639"/>
              <a:gd name="T35" fmla="*/ 1636 h 1639"/>
              <a:gd name="T36" fmla="*/ 771 w 1639"/>
              <a:gd name="T37" fmla="*/ 1639 h 1639"/>
              <a:gd name="T38" fmla="*/ 867 w 1639"/>
              <a:gd name="T39" fmla="*/ 1639 h 1639"/>
              <a:gd name="T40" fmla="*/ 962 w 1639"/>
              <a:gd name="T41" fmla="*/ 1626 h 1639"/>
              <a:gd name="T42" fmla="*/ 137 w 1639"/>
              <a:gd name="T43" fmla="*/ 818 h 1639"/>
              <a:gd name="T44" fmla="*/ 820 w 1639"/>
              <a:gd name="T45" fmla="*/ 137 h 1639"/>
              <a:gd name="T46" fmla="*/ 1502 w 1639"/>
              <a:gd name="T47" fmla="*/ 821 h 1639"/>
              <a:gd name="T48" fmla="*/ 818 w 1639"/>
              <a:gd name="T49" fmla="*/ 1502 h 1639"/>
              <a:gd name="T50" fmla="*/ 137 w 1639"/>
              <a:gd name="T51" fmla="*/ 818 h 1639"/>
              <a:gd name="T52" fmla="*/ 1200 w 1639"/>
              <a:gd name="T53" fmla="*/ 741 h 1639"/>
              <a:gd name="T54" fmla="*/ 1213 w 1639"/>
              <a:gd name="T55" fmla="*/ 727 h 1639"/>
              <a:gd name="T56" fmla="*/ 1176 w 1639"/>
              <a:gd name="T57" fmla="*/ 617 h 1639"/>
              <a:gd name="T58" fmla="*/ 1106 w 1639"/>
              <a:gd name="T59" fmla="*/ 641 h 1639"/>
              <a:gd name="T60" fmla="*/ 836 w 1639"/>
              <a:gd name="T61" fmla="*/ 912 h 1639"/>
              <a:gd name="T62" fmla="*/ 819 w 1639"/>
              <a:gd name="T63" fmla="*/ 933 h 1639"/>
              <a:gd name="T64" fmla="*/ 806 w 1639"/>
              <a:gd name="T65" fmla="*/ 914 h 1639"/>
              <a:gd name="T66" fmla="*/ 535 w 1639"/>
              <a:gd name="T67" fmla="*/ 644 h 1639"/>
              <a:gd name="T68" fmla="*/ 519 w 1639"/>
              <a:gd name="T69" fmla="*/ 629 h 1639"/>
              <a:gd name="T70" fmla="*/ 413 w 1639"/>
              <a:gd name="T71" fmla="*/ 662 h 1639"/>
              <a:gd name="T72" fmla="*/ 436 w 1639"/>
              <a:gd name="T73" fmla="*/ 737 h 1639"/>
              <a:gd name="T74" fmla="*/ 761 w 1639"/>
              <a:gd name="T75" fmla="*/ 1063 h 1639"/>
              <a:gd name="T76" fmla="*/ 877 w 1639"/>
              <a:gd name="T77" fmla="*/ 1063 h 1639"/>
              <a:gd name="T78" fmla="*/ 1200 w 1639"/>
              <a:gd name="T79" fmla="*/ 741 h 16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639" h="1639">
                <a:moveTo>
                  <a:pt x="962" y="1626"/>
                </a:moveTo>
                <a:cubicBezTo>
                  <a:pt x="1238" y="1572"/>
                  <a:pt x="1438" y="1418"/>
                  <a:pt x="1562" y="1166"/>
                </a:cubicBezTo>
                <a:cubicBezTo>
                  <a:pt x="1606" y="1076"/>
                  <a:pt x="1629" y="980"/>
                  <a:pt x="1636" y="880"/>
                </a:cubicBezTo>
                <a:cubicBezTo>
                  <a:pt x="1636" y="876"/>
                  <a:pt x="1638" y="872"/>
                  <a:pt x="1639" y="867"/>
                </a:cubicBezTo>
                <a:cubicBezTo>
                  <a:pt x="1639" y="771"/>
                  <a:pt x="1639" y="771"/>
                  <a:pt x="1639" y="771"/>
                </a:cubicBezTo>
                <a:cubicBezTo>
                  <a:pt x="1634" y="740"/>
                  <a:pt x="1632" y="708"/>
                  <a:pt x="1626" y="677"/>
                </a:cubicBezTo>
                <a:cubicBezTo>
                  <a:pt x="1576" y="417"/>
                  <a:pt x="1435" y="224"/>
                  <a:pt x="1204" y="96"/>
                </a:cubicBezTo>
                <a:cubicBezTo>
                  <a:pt x="1104" y="41"/>
                  <a:pt x="995" y="11"/>
                  <a:pt x="881" y="3"/>
                </a:cubicBezTo>
                <a:cubicBezTo>
                  <a:pt x="877" y="3"/>
                  <a:pt x="872" y="1"/>
                  <a:pt x="867" y="0"/>
                </a:cubicBezTo>
                <a:cubicBezTo>
                  <a:pt x="771" y="0"/>
                  <a:pt x="771" y="0"/>
                  <a:pt x="771" y="0"/>
                </a:cubicBezTo>
                <a:cubicBezTo>
                  <a:pt x="740" y="4"/>
                  <a:pt x="708" y="7"/>
                  <a:pt x="677" y="13"/>
                </a:cubicBezTo>
                <a:cubicBezTo>
                  <a:pt x="401" y="67"/>
                  <a:pt x="202" y="221"/>
                  <a:pt x="78" y="472"/>
                </a:cubicBezTo>
                <a:cubicBezTo>
                  <a:pt x="33" y="562"/>
                  <a:pt x="9" y="659"/>
                  <a:pt x="3" y="759"/>
                </a:cubicBezTo>
                <a:cubicBezTo>
                  <a:pt x="2" y="763"/>
                  <a:pt x="1" y="767"/>
                  <a:pt x="0" y="771"/>
                </a:cubicBezTo>
                <a:cubicBezTo>
                  <a:pt x="0" y="867"/>
                  <a:pt x="0" y="867"/>
                  <a:pt x="0" y="867"/>
                </a:cubicBezTo>
                <a:cubicBezTo>
                  <a:pt x="4" y="899"/>
                  <a:pt x="7" y="931"/>
                  <a:pt x="13" y="962"/>
                </a:cubicBezTo>
                <a:cubicBezTo>
                  <a:pt x="63" y="1222"/>
                  <a:pt x="204" y="1415"/>
                  <a:pt x="435" y="1543"/>
                </a:cubicBezTo>
                <a:cubicBezTo>
                  <a:pt x="535" y="1598"/>
                  <a:pt x="643" y="1628"/>
                  <a:pt x="758" y="1636"/>
                </a:cubicBezTo>
                <a:cubicBezTo>
                  <a:pt x="762" y="1636"/>
                  <a:pt x="767" y="1638"/>
                  <a:pt x="771" y="1639"/>
                </a:cubicBezTo>
                <a:cubicBezTo>
                  <a:pt x="867" y="1639"/>
                  <a:pt x="867" y="1639"/>
                  <a:pt x="867" y="1639"/>
                </a:cubicBezTo>
                <a:cubicBezTo>
                  <a:pt x="899" y="1635"/>
                  <a:pt x="931" y="1632"/>
                  <a:pt x="962" y="1626"/>
                </a:cubicBezTo>
                <a:close/>
                <a:moveTo>
                  <a:pt x="137" y="818"/>
                </a:moveTo>
                <a:cubicBezTo>
                  <a:pt x="139" y="440"/>
                  <a:pt x="444" y="136"/>
                  <a:pt x="820" y="137"/>
                </a:cubicBezTo>
                <a:cubicBezTo>
                  <a:pt x="1197" y="138"/>
                  <a:pt x="1503" y="444"/>
                  <a:pt x="1502" y="821"/>
                </a:cubicBezTo>
                <a:cubicBezTo>
                  <a:pt x="1500" y="1198"/>
                  <a:pt x="1194" y="1504"/>
                  <a:pt x="818" y="1502"/>
                </a:cubicBezTo>
                <a:cubicBezTo>
                  <a:pt x="440" y="1500"/>
                  <a:pt x="135" y="1193"/>
                  <a:pt x="137" y="818"/>
                </a:cubicBezTo>
                <a:close/>
                <a:moveTo>
                  <a:pt x="1200" y="741"/>
                </a:moveTo>
                <a:cubicBezTo>
                  <a:pt x="1204" y="736"/>
                  <a:pt x="1209" y="731"/>
                  <a:pt x="1213" y="727"/>
                </a:cubicBezTo>
                <a:cubicBezTo>
                  <a:pt x="1245" y="687"/>
                  <a:pt x="1226" y="629"/>
                  <a:pt x="1176" y="617"/>
                </a:cubicBezTo>
                <a:cubicBezTo>
                  <a:pt x="1148" y="610"/>
                  <a:pt x="1125" y="621"/>
                  <a:pt x="1106" y="641"/>
                </a:cubicBezTo>
                <a:cubicBezTo>
                  <a:pt x="1016" y="731"/>
                  <a:pt x="926" y="821"/>
                  <a:pt x="836" y="912"/>
                </a:cubicBezTo>
                <a:cubicBezTo>
                  <a:pt x="831" y="917"/>
                  <a:pt x="827" y="922"/>
                  <a:pt x="819" y="933"/>
                </a:cubicBezTo>
                <a:cubicBezTo>
                  <a:pt x="812" y="924"/>
                  <a:pt x="810" y="918"/>
                  <a:pt x="806" y="914"/>
                </a:cubicBezTo>
                <a:cubicBezTo>
                  <a:pt x="716" y="824"/>
                  <a:pt x="625" y="734"/>
                  <a:pt x="535" y="644"/>
                </a:cubicBezTo>
                <a:cubicBezTo>
                  <a:pt x="530" y="638"/>
                  <a:pt x="525" y="633"/>
                  <a:pt x="519" y="629"/>
                </a:cubicBezTo>
                <a:cubicBezTo>
                  <a:pt x="482" y="600"/>
                  <a:pt x="427" y="618"/>
                  <a:pt x="413" y="662"/>
                </a:cubicBezTo>
                <a:cubicBezTo>
                  <a:pt x="404" y="692"/>
                  <a:pt x="414" y="716"/>
                  <a:pt x="436" y="737"/>
                </a:cubicBezTo>
                <a:cubicBezTo>
                  <a:pt x="544" y="846"/>
                  <a:pt x="653" y="954"/>
                  <a:pt x="761" y="1063"/>
                </a:cubicBezTo>
                <a:cubicBezTo>
                  <a:pt x="801" y="1103"/>
                  <a:pt x="838" y="1103"/>
                  <a:pt x="877" y="1063"/>
                </a:cubicBezTo>
                <a:cubicBezTo>
                  <a:pt x="985" y="956"/>
                  <a:pt x="1092" y="848"/>
                  <a:pt x="1200" y="741"/>
                </a:cubicBezTo>
                <a:close/>
              </a:path>
            </a:pathLst>
          </a:custGeom>
          <a:solidFill>
            <a:schemeClr val="accent3"/>
          </a:solidFill>
          <a:ln>
            <a:noFill/>
          </a:ln>
        </p:spPr>
        <p:txBody>
          <a:bodyPr vert="horz" wrap="square" lIns="91440" tIns="45720" rIns="91440" bIns="45720" numCol="1" anchor="t" anchorCtr="0" compatLnSpc="1">
            <a:prstTxWarp prst="textNoShape">
              <a:avLst/>
            </a:prstTxWarp>
          </a:bodyPr>
          <a:lstStyle/>
          <a:p>
            <a:endParaRPr lang="en-US"/>
          </a:p>
        </p:txBody>
      </p:sp>
      <p:sp>
        <p:nvSpPr>
          <p:cNvPr id="79" name="Rectangle 78"/>
          <p:cNvSpPr/>
          <p:nvPr/>
        </p:nvSpPr>
        <p:spPr>
          <a:xfrm>
            <a:off x="728129" y="4548221"/>
            <a:ext cx="45719" cy="692572"/>
          </a:xfrm>
          <a:prstGeom prst="rect">
            <a:avLst/>
          </a:prstGeom>
          <a:solidFill>
            <a:srgbClr val="605F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TextBox 80">
            <a:extLst>
              <a:ext uri="{FF2B5EF4-FFF2-40B4-BE49-F238E27FC236}">
                <a16:creationId xmlns:a16="http://schemas.microsoft.com/office/drawing/2014/main" id="{2EBBFC26-E01D-4A30-DFE5-74B9A17209D1}"/>
              </a:ext>
            </a:extLst>
          </p:cNvPr>
          <p:cNvSpPr txBox="1"/>
          <p:nvPr/>
        </p:nvSpPr>
        <p:spPr>
          <a:xfrm>
            <a:off x="861383" y="4548221"/>
            <a:ext cx="3929692" cy="707886"/>
          </a:xfrm>
          <a:prstGeom prst="rect">
            <a:avLst/>
          </a:prstGeom>
          <a:noFill/>
        </p:spPr>
        <p:txBody>
          <a:bodyPr wrap="square" rtlCol="0">
            <a:spAutoFit/>
          </a:bodyPr>
          <a:lstStyle/>
          <a:p>
            <a:pPr>
              <a:lnSpc>
                <a:spcPts val="1600"/>
              </a:lnSpc>
            </a:pPr>
            <a:r>
              <a:rPr lang="en-US" sz="900" i="0">
                <a:solidFill>
                  <a:schemeClr val="tx1">
                    <a:lumMod val="50000"/>
                    <a:lumOff val="50000"/>
                  </a:schemeClr>
                </a:solidFill>
                <a:effectLst/>
                <a:latin typeface="Open Sans" panose="020B0606030504020204" pitchFamily="34" charset="0"/>
              </a:rPr>
              <a:t>Lorem Ipsum </a:t>
            </a:r>
            <a:r>
              <a:rPr lang="en-US" sz="900" b="0" i="0">
                <a:solidFill>
                  <a:schemeClr val="tx1">
                    <a:lumMod val="50000"/>
                    <a:lumOff val="50000"/>
                  </a:schemeClr>
                </a:solidFill>
                <a:effectLst/>
                <a:latin typeface="Open Sans" panose="020B0606030504020204" pitchFamily="34" charset="0"/>
              </a:rPr>
              <a:t>is simply dummy text of the printing  typesetting </a:t>
            </a:r>
          </a:p>
          <a:p>
            <a:pPr>
              <a:lnSpc>
                <a:spcPts val="1600"/>
              </a:lnSpc>
            </a:pPr>
            <a:r>
              <a:rPr lang="en-US" sz="900" b="0" i="0">
                <a:solidFill>
                  <a:schemeClr val="tx1">
                    <a:lumMod val="50000"/>
                    <a:lumOff val="50000"/>
                  </a:schemeClr>
                </a:solidFill>
                <a:effectLst/>
                <a:latin typeface="Open Sans" panose="020B0606030504020204" pitchFamily="34" charset="0"/>
              </a:rPr>
              <a:t>Lorem Ipsum has been the industry's standard dummy text ever since when an unknown printer took a galley</a:t>
            </a:r>
            <a:endParaRPr lang="en-US" sz="9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82" name="TextBox 81">
            <a:extLst>
              <a:ext uri="{FF2B5EF4-FFF2-40B4-BE49-F238E27FC236}">
                <a16:creationId xmlns:a16="http://schemas.microsoft.com/office/drawing/2014/main" id="{A02E721C-CA0C-2E2F-7349-A697CEDC21E8}"/>
              </a:ext>
            </a:extLst>
          </p:cNvPr>
          <p:cNvSpPr txBox="1"/>
          <p:nvPr/>
        </p:nvSpPr>
        <p:spPr>
          <a:xfrm>
            <a:off x="636940" y="5700142"/>
            <a:ext cx="1029577" cy="276999"/>
          </a:xfrm>
          <a:prstGeom prst="rect">
            <a:avLst/>
          </a:prstGeom>
          <a:noFill/>
        </p:spPr>
        <p:txBody>
          <a:bodyPr wrap="none" rtlCol="0">
            <a:spAutoFit/>
          </a:bodyPr>
          <a:lstStyle/>
          <a:p>
            <a:r>
              <a:rPr lang="en-US" sz="1200" b="1" err="1">
                <a:latin typeface="Open Sans" panose="020B0606030504020204" pitchFamily="34" charset="0"/>
                <a:ea typeface="Open Sans" panose="020B0606030504020204" pitchFamily="34" charset="0"/>
                <a:cs typeface="Open Sans" panose="020B0606030504020204" pitchFamily="34" charset="0"/>
              </a:rPr>
              <a:t>Creado</a:t>
            </a:r>
            <a:r>
              <a:rPr lang="en-US" sz="1200" b="1">
                <a:latin typeface="Open Sans" panose="020B0606030504020204" pitchFamily="34" charset="0"/>
                <a:ea typeface="Open Sans" panose="020B0606030504020204" pitchFamily="34" charset="0"/>
                <a:cs typeface="Open Sans" panose="020B0606030504020204" pitchFamily="34" charset="0"/>
              </a:rPr>
              <a:t> </a:t>
            </a:r>
            <a:r>
              <a:rPr lang="en-US" sz="1200" b="1" err="1">
                <a:latin typeface="Open Sans" panose="020B0606030504020204" pitchFamily="34" charset="0"/>
                <a:ea typeface="Open Sans" panose="020B0606030504020204" pitchFamily="34" charset="0"/>
                <a:cs typeface="Open Sans" panose="020B0606030504020204" pitchFamily="34" charset="0"/>
              </a:rPr>
              <a:t>por</a:t>
            </a:r>
            <a:endParaRPr lang="en-US" sz="1200" b="1">
              <a:latin typeface="Open Sans" panose="020B0606030504020204" pitchFamily="34" charset="0"/>
              <a:ea typeface="Open Sans" panose="020B0606030504020204" pitchFamily="34" charset="0"/>
              <a:cs typeface="Open Sans" panose="020B0606030504020204" pitchFamily="34" charset="0"/>
            </a:endParaRPr>
          </a:p>
        </p:txBody>
      </p:sp>
      <p:sp>
        <p:nvSpPr>
          <p:cNvPr id="83" name="TextBox 82">
            <a:extLst>
              <a:ext uri="{FF2B5EF4-FFF2-40B4-BE49-F238E27FC236}">
                <a16:creationId xmlns:a16="http://schemas.microsoft.com/office/drawing/2014/main" id="{B09881D5-4A18-DD79-36A2-8E66A1F5186C}"/>
              </a:ext>
            </a:extLst>
          </p:cNvPr>
          <p:cNvSpPr txBox="1"/>
          <p:nvPr/>
        </p:nvSpPr>
        <p:spPr>
          <a:xfrm>
            <a:off x="636940" y="5945181"/>
            <a:ext cx="2528256" cy="246221"/>
          </a:xfrm>
          <a:prstGeom prst="rect">
            <a:avLst/>
          </a:prstGeom>
          <a:noFill/>
        </p:spPr>
        <p:txBody>
          <a:bodyPr wrap="none" rtlCol="0">
            <a:spAutoFit/>
          </a:bodyPr>
          <a:lstStyle/>
          <a:p>
            <a:r>
              <a:rPr lang="en-US" sz="1000" dirty="0" err="1">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Nombre</a:t>
            </a:r>
            <a:r>
              <a:rPr lang="en-US" sz="1000" dirty="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 del </a:t>
            </a:r>
            <a:r>
              <a:rPr lang="en-US" sz="1000" dirty="0" err="1">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creador</a:t>
            </a:r>
            <a:r>
              <a:rPr lang="en-US" sz="1000" dirty="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 de la </a:t>
            </a:r>
            <a:r>
              <a:rPr lang="en-US" sz="1000" dirty="0" err="1">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presentación</a:t>
            </a:r>
            <a:endParaRPr lang="en-US" sz="1000" dirty="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endParaRPr>
          </a:p>
        </p:txBody>
      </p:sp>
      <p:pic>
        <p:nvPicPr>
          <p:cNvPr id="3" name="Imagen 2">
            <a:extLst>
              <a:ext uri="{FF2B5EF4-FFF2-40B4-BE49-F238E27FC236}">
                <a16:creationId xmlns:a16="http://schemas.microsoft.com/office/drawing/2014/main" id="{8A41022B-51B7-35F6-D17D-0F2A03F0C4B5}"/>
              </a:ext>
            </a:extLst>
          </p:cNvPr>
          <p:cNvPicPr>
            <a:picLocks noChangeAspect="1"/>
          </p:cNvPicPr>
          <p:nvPr/>
        </p:nvPicPr>
        <p:blipFill>
          <a:blip r:embed="rId2"/>
          <a:stretch>
            <a:fillRect/>
          </a:stretch>
        </p:blipFill>
        <p:spPr>
          <a:xfrm>
            <a:off x="5381179" y="1340082"/>
            <a:ext cx="5486725" cy="4177835"/>
          </a:xfrm>
          <a:prstGeom prst="rect">
            <a:avLst/>
          </a:prstGeom>
        </p:spPr>
      </p:pic>
      <p:pic>
        <p:nvPicPr>
          <p:cNvPr id="10" name="Imagen 9">
            <a:extLst>
              <a:ext uri="{FF2B5EF4-FFF2-40B4-BE49-F238E27FC236}">
                <a16:creationId xmlns:a16="http://schemas.microsoft.com/office/drawing/2014/main" id="{B5713223-ECA5-4417-6529-2668FEF07C8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41013" y="1406420"/>
            <a:ext cx="1202849" cy="1219177"/>
          </a:xfrm>
          <a:prstGeom prst="rect">
            <a:avLst/>
          </a:prstGeom>
        </p:spPr>
      </p:pic>
    </p:spTree>
    <p:extLst>
      <p:ext uri="{BB962C8B-B14F-4D97-AF65-F5344CB8AC3E}">
        <p14:creationId xmlns:p14="http://schemas.microsoft.com/office/powerpoint/2010/main" val="34420311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val 4"/>
          <p:cNvSpPr/>
          <p:nvPr/>
        </p:nvSpPr>
        <p:spPr>
          <a:xfrm>
            <a:off x="9662629" y="1296976"/>
            <a:ext cx="1645603" cy="1645602"/>
          </a:xfrm>
          <a:prstGeom prst="ellipse">
            <a:avLst/>
          </a:prstGeom>
          <a:noFill/>
          <a:ln w="1905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6"/>
          <p:cNvSpPr>
            <a:spLocks/>
          </p:cNvSpPr>
          <p:nvPr/>
        </p:nvSpPr>
        <p:spPr bwMode="auto">
          <a:xfrm>
            <a:off x="-4692650" y="5984875"/>
            <a:ext cx="1273175" cy="1289050"/>
          </a:xfrm>
          <a:custGeom>
            <a:avLst/>
            <a:gdLst>
              <a:gd name="T0" fmla="*/ 155 w 802"/>
              <a:gd name="T1" fmla="*/ 812 h 812"/>
              <a:gd name="T2" fmla="*/ 802 w 802"/>
              <a:gd name="T3" fmla="*/ 0 h 812"/>
              <a:gd name="T4" fmla="*/ 0 w 802"/>
              <a:gd name="T5" fmla="*/ 654 h 812"/>
            </a:gdLst>
            <a:ahLst/>
            <a:cxnLst>
              <a:cxn ang="0">
                <a:pos x="T0" y="T1"/>
              </a:cxn>
              <a:cxn ang="0">
                <a:pos x="T2" y="T3"/>
              </a:cxn>
              <a:cxn ang="0">
                <a:pos x="T4" y="T5"/>
              </a:cxn>
            </a:cxnLst>
            <a:rect l="0" t="0" r="r" b="b"/>
            <a:pathLst>
              <a:path w="802" h="812">
                <a:moveTo>
                  <a:pt x="155" y="812"/>
                </a:moveTo>
                <a:lnTo>
                  <a:pt x="802" y="0"/>
                </a:lnTo>
                <a:lnTo>
                  <a:pt x="0" y="654"/>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 name="Oval 2"/>
          <p:cNvSpPr/>
          <p:nvPr/>
        </p:nvSpPr>
        <p:spPr>
          <a:xfrm>
            <a:off x="7089296" y="1528062"/>
            <a:ext cx="4192765" cy="419276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Oval 3"/>
          <p:cNvSpPr/>
          <p:nvPr/>
        </p:nvSpPr>
        <p:spPr>
          <a:xfrm>
            <a:off x="6752074" y="1375525"/>
            <a:ext cx="4192765" cy="4192764"/>
          </a:xfrm>
          <a:prstGeom prst="ellipse">
            <a:avLst/>
          </a:prstGeom>
          <a:noFill/>
          <a:ln w="22225">
            <a:solidFill>
              <a:srgbClr val="605F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p:cNvSpPr/>
          <p:nvPr/>
        </p:nvSpPr>
        <p:spPr>
          <a:xfrm>
            <a:off x="10670107" y="833300"/>
            <a:ext cx="987725" cy="98772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2" name="Freeform 41">
            <a:extLst>
              <a:ext uri="{FF2B5EF4-FFF2-40B4-BE49-F238E27FC236}">
                <a16:creationId xmlns:a16="http://schemas.microsoft.com/office/drawing/2014/main" id="{238D29A1-F132-3AD7-5A09-5BB048C8B0F7}"/>
              </a:ext>
            </a:extLst>
          </p:cNvPr>
          <p:cNvSpPr>
            <a:spLocks noEditPoints="1"/>
          </p:cNvSpPr>
          <p:nvPr/>
        </p:nvSpPr>
        <p:spPr bwMode="auto">
          <a:xfrm>
            <a:off x="10939740" y="1112474"/>
            <a:ext cx="448459" cy="429376"/>
          </a:xfrm>
          <a:custGeom>
            <a:avLst/>
            <a:gdLst>
              <a:gd name="T0" fmla="*/ 100 w 156"/>
              <a:gd name="T1" fmla="*/ 66 h 149"/>
              <a:gd name="T2" fmla="*/ 100 w 156"/>
              <a:gd name="T3" fmla="*/ 58 h 149"/>
              <a:gd name="T4" fmla="*/ 17 w 156"/>
              <a:gd name="T5" fmla="*/ 62 h 149"/>
              <a:gd name="T6" fmla="*/ 21 w 156"/>
              <a:gd name="T7" fmla="*/ 50 h 149"/>
              <a:gd name="T8" fmla="*/ 120 w 156"/>
              <a:gd name="T9" fmla="*/ 46 h 149"/>
              <a:gd name="T10" fmla="*/ 21 w 156"/>
              <a:gd name="T11" fmla="*/ 42 h 149"/>
              <a:gd name="T12" fmla="*/ 21 w 156"/>
              <a:gd name="T13" fmla="*/ 50 h 149"/>
              <a:gd name="T14" fmla="*/ 69 w 156"/>
              <a:gd name="T15" fmla="*/ 82 h 149"/>
              <a:gd name="T16" fmla="*/ 69 w 156"/>
              <a:gd name="T17" fmla="*/ 74 h 149"/>
              <a:gd name="T18" fmla="*/ 17 w 156"/>
              <a:gd name="T19" fmla="*/ 78 h 149"/>
              <a:gd name="T20" fmla="*/ 155 w 156"/>
              <a:gd name="T21" fmla="*/ 1 h 149"/>
              <a:gd name="T22" fmla="*/ 24 w 156"/>
              <a:gd name="T23" fmla="*/ 0 h 149"/>
              <a:gd name="T24" fmla="*/ 20 w 156"/>
              <a:gd name="T25" fmla="*/ 4 h 149"/>
              <a:gd name="T26" fmla="*/ 24 w 156"/>
              <a:gd name="T27" fmla="*/ 15 h 149"/>
              <a:gd name="T28" fmla="*/ 28 w 156"/>
              <a:gd name="T29" fmla="*/ 11 h 149"/>
              <a:gd name="T30" fmla="*/ 148 w 156"/>
              <a:gd name="T31" fmla="*/ 8 h 149"/>
              <a:gd name="T32" fmla="*/ 143 w 156"/>
              <a:gd name="T33" fmla="*/ 91 h 149"/>
              <a:gd name="T34" fmla="*/ 143 w 156"/>
              <a:gd name="T35" fmla="*/ 99 h 149"/>
              <a:gd name="T36" fmla="*/ 155 w 156"/>
              <a:gd name="T37" fmla="*/ 98 h 149"/>
              <a:gd name="T38" fmla="*/ 156 w 156"/>
              <a:gd name="T39" fmla="*/ 4 h 149"/>
              <a:gd name="T40" fmla="*/ 21 w 156"/>
              <a:gd name="T41" fmla="*/ 98 h 149"/>
              <a:gd name="T42" fmla="*/ 51 w 156"/>
              <a:gd name="T43" fmla="*/ 94 h 149"/>
              <a:gd name="T44" fmla="*/ 21 w 156"/>
              <a:gd name="T45" fmla="*/ 90 h 149"/>
              <a:gd name="T46" fmla="*/ 21 w 156"/>
              <a:gd name="T47" fmla="*/ 98 h 149"/>
              <a:gd name="T48" fmla="*/ 4 w 156"/>
              <a:gd name="T49" fmla="*/ 19 h 149"/>
              <a:gd name="T50" fmla="*/ 0 w 156"/>
              <a:gd name="T51" fmla="*/ 23 h 149"/>
              <a:gd name="T52" fmla="*/ 1 w 156"/>
              <a:gd name="T53" fmla="*/ 117 h 149"/>
              <a:gd name="T54" fmla="*/ 29 w 156"/>
              <a:gd name="T55" fmla="*/ 119 h 149"/>
              <a:gd name="T56" fmla="*/ 31 w 156"/>
              <a:gd name="T57" fmla="*/ 148 h 149"/>
              <a:gd name="T58" fmla="*/ 35 w 156"/>
              <a:gd name="T59" fmla="*/ 148 h 149"/>
              <a:gd name="T60" fmla="*/ 133 w 156"/>
              <a:gd name="T61" fmla="*/ 119 h 149"/>
              <a:gd name="T62" fmla="*/ 137 w 156"/>
              <a:gd name="T63" fmla="*/ 115 h 149"/>
              <a:gd name="T64" fmla="*/ 136 w 156"/>
              <a:gd name="T65" fmla="*/ 20 h 149"/>
              <a:gd name="T66" fmla="*/ 129 w 156"/>
              <a:gd name="T67" fmla="*/ 111 h 149"/>
              <a:gd name="T68" fmla="*/ 63 w 156"/>
              <a:gd name="T69" fmla="*/ 112 h 149"/>
              <a:gd name="T70" fmla="*/ 37 w 156"/>
              <a:gd name="T71" fmla="*/ 115 h 149"/>
              <a:gd name="T72" fmla="*/ 33 w 156"/>
              <a:gd name="T73" fmla="*/ 111 h 149"/>
              <a:gd name="T74" fmla="*/ 8 w 156"/>
              <a:gd name="T75" fmla="*/ 27 h 149"/>
              <a:gd name="T76" fmla="*/ 129 w 156"/>
              <a:gd name="T77" fmla="*/ 111 h 1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56" h="149">
                <a:moveTo>
                  <a:pt x="21" y="66"/>
                </a:moveTo>
                <a:cubicBezTo>
                  <a:pt x="100" y="66"/>
                  <a:pt x="100" y="66"/>
                  <a:pt x="100" y="66"/>
                </a:cubicBezTo>
                <a:cubicBezTo>
                  <a:pt x="103" y="66"/>
                  <a:pt x="104" y="64"/>
                  <a:pt x="104" y="62"/>
                </a:cubicBezTo>
                <a:cubicBezTo>
                  <a:pt x="104" y="60"/>
                  <a:pt x="103" y="58"/>
                  <a:pt x="100" y="58"/>
                </a:cubicBezTo>
                <a:cubicBezTo>
                  <a:pt x="21" y="58"/>
                  <a:pt x="21" y="58"/>
                  <a:pt x="21" y="58"/>
                </a:cubicBezTo>
                <a:cubicBezTo>
                  <a:pt x="18" y="58"/>
                  <a:pt x="17" y="60"/>
                  <a:pt x="17" y="62"/>
                </a:cubicBezTo>
                <a:cubicBezTo>
                  <a:pt x="17" y="64"/>
                  <a:pt x="18" y="66"/>
                  <a:pt x="21" y="66"/>
                </a:cubicBezTo>
                <a:close/>
                <a:moveTo>
                  <a:pt x="21" y="50"/>
                </a:moveTo>
                <a:cubicBezTo>
                  <a:pt x="116" y="50"/>
                  <a:pt x="116" y="50"/>
                  <a:pt x="116" y="50"/>
                </a:cubicBezTo>
                <a:cubicBezTo>
                  <a:pt x="118" y="50"/>
                  <a:pt x="120" y="48"/>
                  <a:pt x="120" y="46"/>
                </a:cubicBezTo>
                <a:cubicBezTo>
                  <a:pt x="120" y="44"/>
                  <a:pt x="118" y="42"/>
                  <a:pt x="116" y="42"/>
                </a:cubicBezTo>
                <a:cubicBezTo>
                  <a:pt x="21" y="42"/>
                  <a:pt x="21" y="42"/>
                  <a:pt x="21" y="42"/>
                </a:cubicBezTo>
                <a:cubicBezTo>
                  <a:pt x="18" y="42"/>
                  <a:pt x="17" y="44"/>
                  <a:pt x="17" y="46"/>
                </a:cubicBezTo>
                <a:cubicBezTo>
                  <a:pt x="17" y="48"/>
                  <a:pt x="18" y="50"/>
                  <a:pt x="21" y="50"/>
                </a:cubicBezTo>
                <a:close/>
                <a:moveTo>
                  <a:pt x="21" y="82"/>
                </a:moveTo>
                <a:cubicBezTo>
                  <a:pt x="69" y="82"/>
                  <a:pt x="69" y="82"/>
                  <a:pt x="69" y="82"/>
                </a:cubicBezTo>
                <a:cubicBezTo>
                  <a:pt x="71" y="82"/>
                  <a:pt x="73" y="80"/>
                  <a:pt x="73" y="78"/>
                </a:cubicBezTo>
                <a:cubicBezTo>
                  <a:pt x="73" y="76"/>
                  <a:pt x="71" y="74"/>
                  <a:pt x="69" y="74"/>
                </a:cubicBezTo>
                <a:cubicBezTo>
                  <a:pt x="21" y="74"/>
                  <a:pt x="21" y="74"/>
                  <a:pt x="21" y="74"/>
                </a:cubicBezTo>
                <a:cubicBezTo>
                  <a:pt x="18" y="74"/>
                  <a:pt x="17" y="76"/>
                  <a:pt x="17" y="78"/>
                </a:cubicBezTo>
                <a:cubicBezTo>
                  <a:pt x="17" y="80"/>
                  <a:pt x="18" y="82"/>
                  <a:pt x="21" y="82"/>
                </a:cubicBezTo>
                <a:close/>
                <a:moveTo>
                  <a:pt x="155" y="1"/>
                </a:moveTo>
                <a:cubicBezTo>
                  <a:pt x="154" y="0"/>
                  <a:pt x="153" y="0"/>
                  <a:pt x="152" y="0"/>
                </a:cubicBezTo>
                <a:cubicBezTo>
                  <a:pt x="24" y="0"/>
                  <a:pt x="24" y="0"/>
                  <a:pt x="24" y="0"/>
                </a:cubicBezTo>
                <a:cubicBezTo>
                  <a:pt x="22" y="0"/>
                  <a:pt x="21" y="0"/>
                  <a:pt x="21" y="1"/>
                </a:cubicBezTo>
                <a:cubicBezTo>
                  <a:pt x="20" y="2"/>
                  <a:pt x="20" y="3"/>
                  <a:pt x="20" y="4"/>
                </a:cubicBezTo>
                <a:cubicBezTo>
                  <a:pt x="20" y="11"/>
                  <a:pt x="20" y="11"/>
                  <a:pt x="20" y="11"/>
                </a:cubicBezTo>
                <a:cubicBezTo>
                  <a:pt x="20" y="13"/>
                  <a:pt x="21" y="15"/>
                  <a:pt x="24" y="15"/>
                </a:cubicBezTo>
                <a:cubicBezTo>
                  <a:pt x="26" y="15"/>
                  <a:pt x="28" y="13"/>
                  <a:pt x="28" y="11"/>
                </a:cubicBezTo>
                <a:cubicBezTo>
                  <a:pt x="28" y="11"/>
                  <a:pt x="28" y="11"/>
                  <a:pt x="28" y="11"/>
                </a:cubicBezTo>
                <a:cubicBezTo>
                  <a:pt x="28" y="8"/>
                  <a:pt x="28" y="8"/>
                  <a:pt x="28" y="8"/>
                </a:cubicBezTo>
                <a:cubicBezTo>
                  <a:pt x="148" y="8"/>
                  <a:pt x="148" y="8"/>
                  <a:pt x="148" y="8"/>
                </a:cubicBezTo>
                <a:cubicBezTo>
                  <a:pt x="148" y="91"/>
                  <a:pt x="148" y="91"/>
                  <a:pt x="148" y="91"/>
                </a:cubicBezTo>
                <a:cubicBezTo>
                  <a:pt x="143" y="91"/>
                  <a:pt x="143" y="91"/>
                  <a:pt x="143" y="91"/>
                </a:cubicBezTo>
                <a:cubicBezTo>
                  <a:pt x="140" y="91"/>
                  <a:pt x="139" y="93"/>
                  <a:pt x="139" y="95"/>
                </a:cubicBezTo>
                <a:cubicBezTo>
                  <a:pt x="139" y="97"/>
                  <a:pt x="140" y="99"/>
                  <a:pt x="143" y="99"/>
                </a:cubicBezTo>
                <a:cubicBezTo>
                  <a:pt x="152" y="99"/>
                  <a:pt x="152" y="99"/>
                  <a:pt x="152" y="99"/>
                </a:cubicBezTo>
                <a:cubicBezTo>
                  <a:pt x="153" y="99"/>
                  <a:pt x="154" y="98"/>
                  <a:pt x="155" y="98"/>
                </a:cubicBezTo>
                <a:cubicBezTo>
                  <a:pt x="156" y="97"/>
                  <a:pt x="156" y="96"/>
                  <a:pt x="156" y="95"/>
                </a:cubicBezTo>
                <a:cubicBezTo>
                  <a:pt x="156" y="4"/>
                  <a:pt x="156" y="4"/>
                  <a:pt x="156" y="4"/>
                </a:cubicBezTo>
                <a:cubicBezTo>
                  <a:pt x="156" y="3"/>
                  <a:pt x="156" y="2"/>
                  <a:pt x="155" y="1"/>
                </a:cubicBezTo>
                <a:close/>
                <a:moveTo>
                  <a:pt x="21" y="98"/>
                </a:moveTo>
                <a:cubicBezTo>
                  <a:pt x="47" y="98"/>
                  <a:pt x="47" y="98"/>
                  <a:pt x="47" y="98"/>
                </a:cubicBezTo>
                <a:cubicBezTo>
                  <a:pt x="49" y="98"/>
                  <a:pt x="51" y="97"/>
                  <a:pt x="51" y="94"/>
                </a:cubicBezTo>
                <a:cubicBezTo>
                  <a:pt x="51" y="92"/>
                  <a:pt x="49" y="90"/>
                  <a:pt x="47" y="90"/>
                </a:cubicBezTo>
                <a:cubicBezTo>
                  <a:pt x="21" y="90"/>
                  <a:pt x="21" y="90"/>
                  <a:pt x="21" y="90"/>
                </a:cubicBezTo>
                <a:cubicBezTo>
                  <a:pt x="18" y="90"/>
                  <a:pt x="17" y="92"/>
                  <a:pt x="17" y="94"/>
                </a:cubicBezTo>
                <a:cubicBezTo>
                  <a:pt x="17" y="97"/>
                  <a:pt x="18" y="98"/>
                  <a:pt x="21" y="98"/>
                </a:cubicBezTo>
                <a:close/>
                <a:moveTo>
                  <a:pt x="133" y="19"/>
                </a:moveTo>
                <a:cubicBezTo>
                  <a:pt x="4" y="19"/>
                  <a:pt x="4" y="19"/>
                  <a:pt x="4" y="19"/>
                </a:cubicBezTo>
                <a:cubicBezTo>
                  <a:pt x="3" y="19"/>
                  <a:pt x="2" y="20"/>
                  <a:pt x="1" y="20"/>
                </a:cubicBezTo>
                <a:cubicBezTo>
                  <a:pt x="1" y="21"/>
                  <a:pt x="0" y="22"/>
                  <a:pt x="0" y="23"/>
                </a:cubicBezTo>
                <a:cubicBezTo>
                  <a:pt x="0" y="115"/>
                  <a:pt x="0" y="115"/>
                  <a:pt x="0" y="115"/>
                </a:cubicBezTo>
                <a:cubicBezTo>
                  <a:pt x="0" y="116"/>
                  <a:pt x="1" y="117"/>
                  <a:pt x="1" y="117"/>
                </a:cubicBezTo>
                <a:cubicBezTo>
                  <a:pt x="2" y="118"/>
                  <a:pt x="3" y="119"/>
                  <a:pt x="4" y="119"/>
                </a:cubicBezTo>
                <a:cubicBezTo>
                  <a:pt x="29" y="119"/>
                  <a:pt x="29" y="119"/>
                  <a:pt x="29" y="119"/>
                </a:cubicBezTo>
                <a:cubicBezTo>
                  <a:pt x="29" y="145"/>
                  <a:pt x="29" y="145"/>
                  <a:pt x="29" y="145"/>
                </a:cubicBezTo>
                <a:cubicBezTo>
                  <a:pt x="29" y="146"/>
                  <a:pt x="30" y="148"/>
                  <a:pt x="31" y="148"/>
                </a:cubicBezTo>
                <a:cubicBezTo>
                  <a:pt x="32" y="148"/>
                  <a:pt x="32" y="149"/>
                  <a:pt x="33" y="149"/>
                </a:cubicBezTo>
                <a:cubicBezTo>
                  <a:pt x="34" y="149"/>
                  <a:pt x="35" y="148"/>
                  <a:pt x="35" y="148"/>
                </a:cubicBezTo>
                <a:cubicBezTo>
                  <a:pt x="67" y="119"/>
                  <a:pt x="67" y="119"/>
                  <a:pt x="67" y="119"/>
                </a:cubicBezTo>
                <a:cubicBezTo>
                  <a:pt x="133" y="119"/>
                  <a:pt x="133" y="119"/>
                  <a:pt x="133" y="119"/>
                </a:cubicBezTo>
                <a:cubicBezTo>
                  <a:pt x="134" y="119"/>
                  <a:pt x="135" y="118"/>
                  <a:pt x="136" y="117"/>
                </a:cubicBezTo>
                <a:cubicBezTo>
                  <a:pt x="137" y="117"/>
                  <a:pt x="137" y="116"/>
                  <a:pt x="137" y="115"/>
                </a:cubicBezTo>
                <a:cubicBezTo>
                  <a:pt x="137" y="23"/>
                  <a:pt x="137" y="23"/>
                  <a:pt x="137" y="23"/>
                </a:cubicBezTo>
                <a:cubicBezTo>
                  <a:pt x="137" y="22"/>
                  <a:pt x="137" y="21"/>
                  <a:pt x="136" y="20"/>
                </a:cubicBezTo>
                <a:cubicBezTo>
                  <a:pt x="135" y="20"/>
                  <a:pt x="134" y="19"/>
                  <a:pt x="133" y="19"/>
                </a:cubicBezTo>
                <a:close/>
                <a:moveTo>
                  <a:pt x="129" y="111"/>
                </a:moveTo>
                <a:cubicBezTo>
                  <a:pt x="66" y="111"/>
                  <a:pt x="66" y="111"/>
                  <a:pt x="66" y="111"/>
                </a:cubicBezTo>
                <a:cubicBezTo>
                  <a:pt x="65" y="111"/>
                  <a:pt x="64" y="111"/>
                  <a:pt x="63" y="112"/>
                </a:cubicBezTo>
                <a:cubicBezTo>
                  <a:pt x="37" y="136"/>
                  <a:pt x="37" y="136"/>
                  <a:pt x="37" y="136"/>
                </a:cubicBezTo>
                <a:cubicBezTo>
                  <a:pt x="37" y="115"/>
                  <a:pt x="37" y="115"/>
                  <a:pt x="37" y="115"/>
                </a:cubicBezTo>
                <a:cubicBezTo>
                  <a:pt x="37" y="113"/>
                  <a:pt x="36" y="112"/>
                  <a:pt x="36" y="112"/>
                </a:cubicBezTo>
                <a:cubicBezTo>
                  <a:pt x="35" y="111"/>
                  <a:pt x="34" y="111"/>
                  <a:pt x="33" y="111"/>
                </a:cubicBezTo>
                <a:cubicBezTo>
                  <a:pt x="8" y="111"/>
                  <a:pt x="8" y="111"/>
                  <a:pt x="8" y="111"/>
                </a:cubicBezTo>
                <a:cubicBezTo>
                  <a:pt x="8" y="27"/>
                  <a:pt x="8" y="27"/>
                  <a:pt x="8" y="27"/>
                </a:cubicBezTo>
                <a:cubicBezTo>
                  <a:pt x="129" y="27"/>
                  <a:pt x="129" y="27"/>
                  <a:pt x="129" y="27"/>
                </a:cubicBezTo>
                <a:lnTo>
                  <a:pt x="129" y="111"/>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253" name="TextBox 252"/>
          <p:cNvSpPr txBox="1"/>
          <p:nvPr/>
        </p:nvSpPr>
        <p:spPr>
          <a:xfrm>
            <a:off x="623885" y="579723"/>
            <a:ext cx="5328703" cy="630942"/>
          </a:xfrm>
          <a:prstGeom prst="rect">
            <a:avLst/>
          </a:prstGeom>
          <a:noFill/>
        </p:spPr>
        <p:txBody>
          <a:bodyPr wrap="none" rtlCol="0">
            <a:spAutoFit/>
          </a:bodyPr>
          <a:lstStyle/>
          <a:p>
            <a:r>
              <a:rPr lang="en-US" sz="3500" b="1" err="1">
                <a:latin typeface="Open Sans" panose="020B0606030504020204" pitchFamily="34" charset="0"/>
                <a:ea typeface="Open Sans" panose="020B0606030504020204" pitchFamily="34" charset="0"/>
                <a:cs typeface="Open Sans" panose="020B0606030504020204" pitchFamily="34" charset="0"/>
              </a:rPr>
              <a:t>Mensaje</a:t>
            </a:r>
            <a:r>
              <a:rPr lang="en-US" sz="3500" b="1">
                <a:latin typeface="Open Sans" panose="020B0606030504020204" pitchFamily="34" charset="0"/>
                <a:ea typeface="Open Sans" panose="020B0606030504020204" pitchFamily="34" charset="0"/>
                <a:cs typeface="Open Sans" panose="020B0606030504020204" pitchFamily="34" charset="0"/>
              </a:rPr>
              <a:t> de </a:t>
            </a:r>
            <a:r>
              <a:rPr lang="en-US" sz="3500" b="1" err="1">
                <a:latin typeface="Open Sans" panose="020B0606030504020204" pitchFamily="34" charset="0"/>
                <a:ea typeface="Open Sans" panose="020B0606030504020204" pitchFamily="34" charset="0"/>
                <a:cs typeface="Open Sans" panose="020B0606030504020204" pitchFamily="34" charset="0"/>
              </a:rPr>
              <a:t>bienvenida</a:t>
            </a:r>
            <a:endParaRPr lang="en-US" sz="3500" b="1">
              <a:latin typeface="Open Sans" panose="020B0606030504020204" pitchFamily="34" charset="0"/>
              <a:ea typeface="Open Sans" panose="020B0606030504020204" pitchFamily="34" charset="0"/>
              <a:cs typeface="Open Sans" panose="020B0606030504020204" pitchFamily="34" charset="0"/>
            </a:endParaRPr>
          </a:p>
        </p:txBody>
      </p:sp>
      <p:sp>
        <p:nvSpPr>
          <p:cNvPr id="255" name="TextBox 254">
            <a:extLst>
              <a:ext uri="{FF2B5EF4-FFF2-40B4-BE49-F238E27FC236}">
                <a16:creationId xmlns:a16="http://schemas.microsoft.com/office/drawing/2014/main" id="{8F7E4E18-9CC7-5379-8B6B-30F4532C34D6}"/>
              </a:ext>
            </a:extLst>
          </p:cNvPr>
          <p:cNvSpPr txBox="1"/>
          <p:nvPr/>
        </p:nvSpPr>
        <p:spPr>
          <a:xfrm>
            <a:off x="633410" y="2252789"/>
            <a:ext cx="2541080" cy="850617"/>
          </a:xfrm>
          <a:prstGeom prst="rect">
            <a:avLst/>
          </a:prstGeom>
          <a:noFill/>
        </p:spPr>
        <p:txBody>
          <a:bodyPr wrap="none" rtlCol="0">
            <a:spAutoFit/>
          </a:bodyPr>
          <a:lstStyle/>
          <a:p>
            <a:pPr>
              <a:lnSpc>
                <a:spcPts val="2000"/>
              </a:lnSpc>
            </a:pPr>
            <a:r>
              <a:rPr lang="en-US" sz="1600" b="1" err="1">
                <a:latin typeface="Open Sans" panose="020B0606030504020204" pitchFamily="34" charset="0"/>
                <a:ea typeface="Open Sans" panose="020B0606030504020204" pitchFamily="34" charset="0"/>
                <a:cs typeface="Open Sans" panose="020B0606030504020204" pitchFamily="34" charset="0"/>
              </a:rPr>
              <a:t>Texto</a:t>
            </a:r>
            <a:r>
              <a:rPr lang="en-US" sz="1600" b="1">
                <a:latin typeface="Open Sans" panose="020B0606030504020204" pitchFamily="34" charset="0"/>
                <a:ea typeface="Open Sans" panose="020B0606030504020204" pitchFamily="34" charset="0"/>
                <a:cs typeface="Open Sans" panose="020B0606030504020204" pitchFamily="34" charset="0"/>
              </a:rPr>
              <a:t> </a:t>
            </a:r>
            <a:r>
              <a:rPr lang="en-US" sz="1600" b="1" err="1">
                <a:latin typeface="Open Sans" panose="020B0606030504020204" pitchFamily="34" charset="0"/>
                <a:ea typeface="Open Sans" panose="020B0606030504020204" pitchFamily="34" charset="0"/>
                <a:cs typeface="Open Sans" panose="020B0606030504020204" pitchFamily="34" charset="0"/>
              </a:rPr>
              <a:t>texto</a:t>
            </a:r>
            <a:endParaRPr lang="en-US" sz="1600" b="1">
              <a:latin typeface="Open Sans" panose="020B0606030504020204" pitchFamily="34" charset="0"/>
              <a:ea typeface="Open Sans" panose="020B0606030504020204" pitchFamily="34" charset="0"/>
              <a:cs typeface="Open Sans" panose="020B0606030504020204" pitchFamily="34" charset="0"/>
            </a:endParaRPr>
          </a:p>
          <a:p>
            <a:pPr>
              <a:lnSpc>
                <a:spcPts val="2000"/>
              </a:lnSpc>
            </a:pPr>
            <a:r>
              <a:rPr lang="en-US" sz="1600" b="1" err="1">
                <a:solidFill>
                  <a:srgbClr val="605FC0"/>
                </a:solidFill>
                <a:latin typeface="Open Sans" panose="020B0606030504020204" pitchFamily="34" charset="0"/>
                <a:ea typeface="Open Sans" panose="020B0606030504020204" pitchFamily="34" charset="0"/>
                <a:cs typeface="Open Sans" panose="020B0606030504020204" pitchFamily="34" charset="0"/>
              </a:rPr>
              <a:t>Mensaje</a:t>
            </a:r>
            <a:r>
              <a:rPr lang="en-US" sz="1600" b="1">
                <a:solidFill>
                  <a:srgbClr val="605FC0"/>
                </a:solidFill>
                <a:latin typeface="Open Sans" panose="020B0606030504020204" pitchFamily="34" charset="0"/>
                <a:ea typeface="Open Sans" panose="020B0606030504020204" pitchFamily="34" charset="0"/>
                <a:cs typeface="Open Sans" panose="020B0606030504020204" pitchFamily="34" charset="0"/>
              </a:rPr>
              <a:t> de </a:t>
            </a:r>
            <a:r>
              <a:rPr lang="en-US" sz="1600" b="1" err="1">
                <a:solidFill>
                  <a:srgbClr val="605FC0"/>
                </a:solidFill>
                <a:latin typeface="Open Sans" panose="020B0606030504020204" pitchFamily="34" charset="0"/>
                <a:ea typeface="Open Sans" panose="020B0606030504020204" pitchFamily="34" charset="0"/>
                <a:cs typeface="Open Sans" panose="020B0606030504020204" pitchFamily="34" charset="0"/>
              </a:rPr>
              <a:t>bienvenida</a:t>
            </a:r>
            <a:endParaRPr lang="en-US" sz="1600" b="1">
              <a:solidFill>
                <a:srgbClr val="605FC0"/>
              </a:solidFill>
              <a:latin typeface="Open Sans" panose="020B0606030504020204" pitchFamily="34" charset="0"/>
              <a:ea typeface="Open Sans" panose="020B0606030504020204" pitchFamily="34" charset="0"/>
              <a:cs typeface="Open Sans" panose="020B0606030504020204" pitchFamily="34" charset="0"/>
            </a:endParaRPr>
          </a:p>
          <a:p>
            <a:pPr>
              <a:lnSpc>
                <a:spcPts val="2000"/>
              </a:lnSpc>
            </a:pPr>
            <a:r>
              <a:rPr lang="en-US" sz="1600" b="1">
                <a:latin typeface="Open Sans" panose="020B0606030504020204" pitchFamily="34" charset="0"/>
                <a:ea typeface="Open Sans" panose="020B0606030504020204" pitchFamily="34" charset="0"/>
                <a:cs typeface="Open Sans" panose="020B0606030504020204" pitchFamily="34" charset="0"/>
              </a:rPr>
              <a:t>Lorem</a:t>
            </a:r>
          </a:p>
        </p:txBody>
      </p:sp>
      <p:sp>
        <p:nvSpPr>
          <p:cNvPr id="256" name="TextBox 255">
            <a:extLst>
              <a:ext uri="{FF2B5EF4-FFF2-40B4-BE49-F238E27FC236}">
                <a16:creationId xmlns:a16="http://schemas.microsoft.com/office/drawing/2014/main" id="{457A21F0-A8BD-5AB4-B07D-6F9C7919960C}"/>
              </a:ext>
            </a:extLst>
          </p:cNvPr>
          <p:cNvSpPr txBox="1"/>
          <p:nvPr/>
        </p:nvSpPr>
        <p:spPr>
          <a:xfrm>
            <a:off x="633410" y="3234073"/>
            <a:ext cx="4665539" cy="707886"/>
          </a:xfrm>
          <a:prstGeom prst="rect">
            <a:avLst/>
          </a:prstGeom>
          <a:noFill/>
        </p:spPr>
        <p:txBody>
          <a:bodyPr wrap="square">
            <a:spAutoFit/>
          </a:bodyPr>
          <a:lstStyle/>
          <a:p>
            <a:pPr>
              <a:lnSpc>
                <a:spcPts val="1600"/>
              </a:lnSpc>
            </a:pPr>
            <a:r>
              <a:rPr lang="en-US" sz="900" i="0">
                <a:solidFill>
                  <a:schemeClr val="tx1">
                    <a:lumMod val="50000"/>
                    <a:lumOff val="50000"/>
                  </a:schemeClr>
                </a:solidFill>
                <a:effectLst/>
                <a:latin typeface="Open Sans" panose="020B0606030504020204" pitchFamily="34" charset="0"/>
                <a:ea typeface="Open Sans" panose="020B0606030504020204" pitchFamily="34" charset="0"/>
                <a:cs typeface="Open Sans" panose="020B0606030504020204" pitchFamily="34" charset="0"/>
              </a:rPr>
              <a:t>Lorem Ipsum </a:t>
            </a:r>
            <a:r>
              <a:rPr lang="en-US" sz="900" b="0" i="0">
                <a:solidFill>
                  <a:schemeClr val="tx1">
                    <a:lumMod val="50000"/>
                    <a:lumOff val="50000"/>
                  </a:schemeClr>
                </a:solidFill>
                <a:effectLst/>
                <a:latin typeface="Open Sans" panose="020B0606030504020204" pitchFamily="34" charset="0"/>
                <a:ea typeface="Open Sans" panose="020B0606030504020204" pitchFamily="34" charset="0"/>
                <a:cs typeface="Open Sans" panose="020B0606030504020204" pitchFamily="34" charset="0"/>
              </a:rPr>
              <a:t>is simply dummy text of the printing and typesetting industry. </a:t>
            </a:r>
          </a:p>
          <a:p>
            <a:pPr>
              <a:lnSpc>
                <a:spcPts val="1600"/>
              </a:lnSpc>
            </a:pPr>
            <a:r>
              <a:rPr lang="en-US" sz="900" b="0" i="0">
                <a:solidFill>
                  <a:schemeClr val="tx1">
                    <a:lumMod val="50000"/>
                    <a:lumOff val="50000"/>
                  </a:schemeClr>
                </a:solidFill>
                <a:effectLst/>
                <a:latin typeface="Open Sans" panose="020B0606030504020204" pitchFamily="34" charset="0"/>
                <a:ea typeface="Open Sans" panose="020B0606030504020204" pitchFamily="34" charset="0"/>
                <a:cs typeface="Open Sans" panose="020B0606030504020204" pitchFamily="34" charset="0"/>
              </a:rPr>
              <a:t>industry's standard dummy text ever since the 1500s, when an unknown printer of scrambled it to make a type specimen book. </a:t>
            </a:r>
            <a:endParaRPr lang="en-US" sz="9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endParaRPr>
          </a:p>
        </p:txBody>
      </p:sp>
      <p:grpSp>
        <p:nvGrpSpPr>
          <p:cNvPr id="284" name="Group 283"/>
          <p:cNvGrpSpPr/>
          <p:nvPr/>
        </p:nvGrpSpPr>
        <p:grpSpPr>
          <a:xfrm>
            <a:off x="10149999" y="4567789"/>
            <a:ext cx="1517358" cy="1542999"/>
            <a:chOff x="10149999" y="4567789"/>
            <a:chExt cx="1517358" cy="1542999"/>
          </a:xfrm>
        </p:grpSpPr>
        <p:sp>
          <p:nvSpPr>
            <p:cNvPr id="13" name="Oval 12"/>
            <p:cNvSpPr/>
            <p:nvPr/>
          </p:nvSpPr>
          <p:spPr>
            <a:xfrm>
              <a:off x="11634055" y="4567789"/>
              <a:ext cx="33302" cy="3330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p:cNvSpPr/>
            <p:nvPr/>
          </p:nvSpPr>
          <p:spPr>
            <a:xfrm>
              <a:off x="11634055" y="4683919"/>
              <a:ext cx="33302" cy="3330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p:cNvSpPr/>
            <p:nvPr/>
          </p:nvSpPr>
          <p:spPr>
            <a:xfrm>
              <a:off x="11634055" y="4800050"/>
              <a:ext cx="33302" cy="3330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p:cNvSpPr/>
            <p:nvPr/>
          </p:nvSpPr>
          <p:spPr>
            <a:xfrm>
              <a:off x="11634055" y="4916180"/>
              <a:ext cx="33302" cy="3330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p:cNvSpPr/>
            <p:nvPr/>
          </p:nvSpPr>
          <p:spPr>
            <a:xfrm>
              <a:off x="11634055" y="5032310"/>
              <a:ext cx="33302" cy="3330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p:cNvSpPr/>
            <p:nvPr/>
          </p:nvSpPr>
          <p:spPr>
            <a:xfrm>
              <a:off x="11634055" y="5148441"/>
              <a:ext cx="33302" cy="3330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p:cNvSpPr/>
            <p:nvPr/>
          </p:nvSpPr>
          <p:spPr>
            <a:xfrm>
              <a:off x="11634055" y="5264571"/>
              <a:ext cx="33302" cy="3330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p:cNvSpPr/>
            <p:nvPr/>
          </p:nvSpPr>
          <p:spPr>
            <a:xfrm>
              <a:off x="11634055" y="5380701"/>
              <a:ext cx="33302" cy="3330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Oval 38"/>
            <p:cNvSpPr/>
            <p:nvPr/>
          </p:nvSpPr>
          <p:spPr>
            <a:xfrm>
              <a:off x="11634055" y="5496831"/>
              <a:ext cx="33302" cy="3330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Oval 39"/>
            <p:cNvSpPr/>
            <p:nvPr/>
          </p:nvSpPr>
          <p:spPr>
            <a:xfrm>
              <a:off x="11634055" y="5612962"/>
              <a:ext cx="33302" cy="3330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Oval 40"/>
            <p:cNvSpPr/>
            <p:nvPr/>
          </p:nvSpPr>
          <p:spPr>
            <a:xfrm>
              <a:off x="11634055" y="5729092"/>
              <a:ext cx="33302" cy="3330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Oval 41"/>
            <p:cNvSpPr/>
            <p:nvPr/>
          </p:nvSpPr>
          <p:spPr>
            <a:xfrm>
              <a:off x="11634055" y="5845222"/>
              <a:ext cx="33302" cy="3330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Oval 42"/>
            <p:cNvSpPr/>
            <p:nvPr/>
          </p:nvSpPr>
          <p:spPr>
            <a:xfrm>
              <a:off x="11634055" y="5961353"/>
              <a:ext cx="33302" cy="3330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Oval 46"/>
            <p:cNvSpPr/>
            <p:nvPr/>
          </p:nvSpPr>
          <p:spPr>
            <a:xfrm>
              <a:off x="11634055" y="6077486"/>
              <a:ext cx="33302" cy="3330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Oval 49"/>
            <p:cNvSpPr/>
            <p:nvPr/>
          </p:nvSpPr>
          <p:spPr>
            <a:xfrm>
              <a:off x="11519898" y="4567789"/>
              <a:ext cx="33302" cy="3330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Oval 50"/>
            <p:cNvSpPr/>
            <p:nvPr/>
          </p:nvSpPr>
          <p:spPr>
            <a:xfrm>
              <a:off x="11519898" y="4683919"/>
              <a:ext cx="33302" cy="3330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Oval 51"/>
            <p:cNvSpPr/>
            <p:nvPr/>
          </p:nvSpPr>
          <p:spPr>
            <a:xfrm>
              <a:off x="11519898" y="4800050"/>
              <a:ext cx="33302" cy="3330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Oval 52"/>
            <p:cNvSpPr/>
            <p:nvPr/>
          </p:nvSpPr>
          <p:spPr>
            <a:xfrm>
              <a:off x="11519898" y="4916180"/>
              <a:ext cx="33302" cy="3330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Oval 53"/>
            <p:cNvSpPr/>
            <p:nvPr/>
          </p:nvSpPr>
          <p:spPr>
            <a:xfrm>
              <a:off x="11519898" y="5032310"/>
              <a:ext cx="33302" cy="3330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Oval 54"/>
            <p:cNvSpPr/>
            <p:nvPr/>
          </p:nvSpPr>
          <p:spPr>
            <a:xfrm>
              <a:off x="11519898" y="5148441"/>
              <a:ext cx="33302" cy="3330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Oval 55"/>
            <p:cNvSpPr/>
            <p:nvPr/>
          </p:nvSpPr>
          <p:spPr>
            <a:xfrm>
              <a:off x="11519898" y="5264571"/>
              <a:ext cx="33302" cy="3330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Oval 56"/>
            <p:cNvSpPr/>
            <p:nvPr/>
          </p:nvSpPr>
          <p:spPr>
            <a:xfrm>
              <a:off x="11519898" y="5380701"/>
              <a:ext cx="33302" cy="3330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Oval 57"/>
            <p:cNvSpPr/>
            <p:nvPr/>
          </p:nvSpPr>
          <p:spPr>
            <a:xfrm>
              <a:off x="11519898" y="5496831"/>
              <a:ext cx="33302" cy="3330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Oval 58"/>
            <p:cNvSpPr/>
            <p:nvPr/>
          </p:nvSpPr>
          <p:spPr>
            <a:xfrm>
              <a:off x="11519898" y="5612962"/>
              <a:ext cx="33302" cy="3330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Oval 59"/>
            <p:cNvSpPr/>
            <p:nvPr/>
          </p:nvSpPr>
          <p:spPr>
            <a:xfrm>
              <a:off x="11519898" y="5729092"/>
              <a:ext cx="33302" cy="3330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Oval 60"/>
            <p:cNvSpPr/>
            <p:nvPr/>
          </p:nvSpPr>
          <p:spPr>
            <a:xfrm>
              <a:off x="11519898" y="5845222"/>
              <a:ext cx="33302" cy="3330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Oval 61"/>
            <p:cNvSpPr/>
            <p:nvPr/>
          </p:nvSpPr>
          <p:spPr>
            <a:xfrm>
              <a:off x="11519898" y="5961353"/>
              <a:ext cx="33302" cy="3330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Oval 62"/>
            <p:cNvSpPr/>
            <p:nvPr/>
          </p:nvSpPr>
          <p:spPr>
            <a:xfrm>
              <a:off x="11519898" y="6077486"/>
              <a:ext cx="33302" cy="3330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Oval 64"/>
            <p:cNvSpPr/>
            <p:nvPr/>
          </p:nvSpPr>
          <p:spPr>
            <a:xfrm>
              <a:off x="11405739" y="4567789"/>
              <a:ext cx="33302" cy="3330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Oval 65"/>
            <p:cNvSpPr/>
            <p:nvPr/>
          </p:nvSpPr>
          <p:spPr>
            <a:xfrm>
              <a:off x="11405739" y="4683919"/>
              <a:ext cx="33302" cy="3330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Oval 66"/>
            <p:cNvSpPr/>
            <p:nvPr/>
          </p:nvSpPr>
          <p:spPr>
            <a:xfrm>
              <a:off x="11405739" y="4800050"/>
              <a:ext cx="33302" cy="3330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Oval 67"/>
            <p:cNvSpPr/>
            <p:nvPr/>
          </p:nvSpPr>
          <p:spPr>
            <a:xfrm>
              <a:off x="11405739" y="4916180"/>
              <a:ext cx="33302" cy="3330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Oval 68"/>
            <p:cNvSpPr/>
            <p:nvPr/>
          </p:nvSpPr>
          <p:spPr>
            <a:xfrm>
              <a:off x="11405739" y="5032310"/>
              <a:ext cx="33302" cy="3330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Oval 69"/>
            <p:cNvSpPr/>
            <p:nvPr/>
          </p:nvSpPr>
          <p:spPr>
            <a:xfrm>
              <a:off x="11405739" y="5148441"/>
              <a:ext cx="33302" cy="3330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Oval 70"/>
            <p:cNvSpPr/>
            <p:nvPr/>
          </p:nvSpPr>
          <p:spPr>
            <a:xfrm>
              <a:off x="11405739" y="5264571"/>
              <a:ext cx="33302" cy="3330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Oval 71"/>
            <p:cNvSpPr/>
            <p:nvPr/>
          </p:nvSpPr>
          <p:spPr>
            <a:xfrm>
              <a:off x="11405739" y="5380701"/>
              <a:ext cx="33302" cy="3330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Oval 72"/>
            <p:cNvSpPr/>
            <p:nvPr/>
          </p:nvSpPr>
          <p:spPr>
            <a:xfrm>
              <a:off x="11405739" y="5496831"/>
              <a:ext cx="33302" cy="3330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Oval 73"/>
            <p:cNvSpPr/>
            <p:nvPr/>
          </p:nvSpPr>
          <p:spPr>
            <a:xfrm>
              <a:off x="11405739" y="5612962"/>
              <a:ext cx="33302" cy="3330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Oval 74"/>
            <p:cNvSpPr/>
            <p:nvPr/>
          </p:nvSpPr>
          <p:spPr>
            <a:xfrm>
              <a:off x="11405739" y="5729092"/>
              <a:ext cx="33302" cy="3330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Oval 75"/>
            <p:cNvSpPr/>
            <p:nvPr/>
          </p:nvSpPr>
          <p:spPr>
            <a:xfrm>
              <a:off x="11405739" y="5845222"/>
              <a:ext cx="33302" cy="3330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Oval 76"/>
            <p:cNvSpPr/>
            <p:nvPr/>
          </p:nvSpPr>
          <p:spPr>
            <a:xfrm>
              <a:off x="11405739" y="5961353"/>
              <a:ext cx="33302" cy="3330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Oval 77"/>
            <p:cNvSpPr/>
            <p:nvPr/>
          </p:nvSpPr>
          <p:spPr>
            <a:xfrm>
              <a:off x="11405739" y="6077486"/>
              <a:ext cx="33302" cy="3330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Oval 79"/>
            <p:cNvSpPr/>
            <p:nvPr/>
          </p:nvSpPr>
          <p:spPr>
            <a:xfrm>
              <a:off x="11291581" y="4567789"/>
              <a:ext cx="33302" cy="3330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Oval 80"/>
            <p:cNvSpPr/>
            <p:nvPr/>
          </p:nvSpPr>
          <p:spPr>
            <a:xfrm>
              <a:off x="11291581" y="4683919"/>
              <a:ext cx="33302" cy="3330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Oval 81"/>
            <p:cNvSpPr/>
            <p:nvPr/>
          </p:nvSpPr>
          <p:spPr>
            <a:xfrm>
              <a:off x="11291581" y="4800050"/>
              <a:ext cx="33302" cy="3330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Oval 82"/>
            <p:cNvSpPr/>
            <p:nvPr/>
          </p:nvSpPr>
          <p:spPr>
            <a:xfrm>
              <a:off x="11291581" y="4916180"/>
              <a:ext cx="33302" cy="3330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 name="Oval 83"/>
            <p:cNvSpPr/>
            <p:nvPr/>
          </p:nvSpPr>
          <p:spPr>
            <a:xfrm>
              <a:off x="11291581" y="5032310"/>
              <a:ext cx="33302" cy="3330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Oval 84"/>
            <p:cNvSpPr/>
            <p:nvPr/>
          </p:nvSpPr>
          <p:spPr>
            <a:xfrm>
              <a:off x="11291581" y="5148441"/>
              <a:ext cx="33302" cy="3330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Oval 85"/>
            <p:cNvSpPr/>
            <p:nvPr/>
          </p:nvSpPr>
          <p:spPr>
            <a:xfrm>
              <a:off x="11291581" y="5264571"/>
              <a:ext cx="33302" cy="3330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 name="Oval 86"/>
            <p:cNvSpPr/>
            <p:nvPr/>
          </p:nvSpPr>
          <p:spPr>
            <a:xfrm>
              <a:off x="11291581" y="5380701"/>
              <a:ext cx="33302" cy="3330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 name="Oval 87"/>
            <p:cNvSpPr/>
            <p:nvPr/>
          </p:nvSpPr>
          <p:spPr>
            <a:xfrm>
              <a:off x="11291581" y="5496831"/>
              <a:ext cx="33302" cy="3330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Oval 88"/>
            <p:cNvSpPr/>
            <p:nvPr/>
          </p:nvSpPr>
          <p:spPr>
            <a:xfrm>
              <a:off x="11291581" y="5612962"/>
              <a:ext cx="33302" cy="3330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 name="Oval 89"/>
            <p:cNvSpPr/>
            <p:nvPr/>
          </p:nvSpPr>
          <p:spPr>
            <a:xfrm>
              <a:off x="11291581" y="5729092"/>
              <a:ext cx="33302" cy="3330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 name="Oval 90"/>
            <p:cNvSpPr/>
            <p:nvPr/>
          </p:nvSpPr>
          <p:spPr>
            <a:xfrm>
              <a:off x="11291581" y="5845222"/>
              <a:ext cx="33302" cy="3330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 name="Oval 91"/>
            <p:cNvSpPr/>
            <p:nvPr/>
          </p:nvSpPr>
          <p:spPr>
            <a:xfrm>
              <a:off x="11291581" y="5961353"/>
              <a:ext cx="33302" cy="3330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 name="Oval 92"/>
            <p:cNvSpPr/>
            <p:nvPr/>
          </p:nvSpPr>
          <p:spPr>
            <a:xfrm>
              <a:off x="11291581" y="6077486"/>
              <a:ext cx="33302" cy="3330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 name="Oval 94"/>
            <p:cNvSpPr/>
            <p:nvPr/>
          </p:nvSpPr>
          <p:spPr>
            <a:xfrm>
              <a:off x="11177423" y="4567789"/>
              <a:ext cx="33302" cy="3330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Oval 95"/>
            <p:cNvSpPr/>
            <p:nvPr/>
          </p:nvSpPr>
          <p:spPr>
            <a:xfrm>
              <a:off x="11177423" y="4683919"/>
              <a:ext cx="33302" cy="3330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 name="Oval 96"/>
            <p:cNvSpPr/>
            <p:nvPr/>
          </p:nvSpPr>
          <p:spPr>
            <a:xfrm>
              <a:off x="11177423" y="4800050"/>
              <a:ext cx="33302" cy="3330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 name="Oval 97"/>
            <p:cNvSpPr/>
            <p:nvPr/>
          </p:nvSpPr>
          <p:spPr>
            <a:xfrm>
              <a:off x="11177423" y="4916180"/>
              <a:ext cx="33302" cy="3330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9" name="Oval 98"/>
            <p:cNvSpPr/>
            <p:nvPr/>
          </p:nvSpPr>
          <p:spPr>
            <a:xfrm>
              <a:off x="11177423" y="5032310"/>
              <a:ext cx="33302" cy="3330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 name="Oval 99"/>
            <p:cNvSpPr/>
            <p:nvPr/>
          </p:nvSpPr>
          <p:spPr>
            <a:xfrm>
              <a:off x="11177423" y="5148441"/>
              <a:ext cx="33302" cy="3330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 name="Oval 100"/>
            <p:cNvSpPr/>
            <p:nvPr/>
          </p:nvSpPr>
          <p:spPr>
            <a:xfrm>
              <a:off x="11177423" y="5264571"/>
              <a:ext cx="33302" cy="3330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 name="Oval 101"/>
            <p:cNvSpPr/>
            <p:nvPr/>
          </p:nvSpPr>
          <p:spPr>
            <a:xfrm>
              <a:off x="11177423" y="5380701"/>
              <a:ext cx="33302" cy="3330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 name="Oval 102"/>
            <p:cNvSpPr/>
            <p:nvPr/>
          </p:nvSpPr>
          <p:spPr>
            <a:xfrm>
              <a:off x="11177423" y="5496831"/>
              <a:ext cx="33302" cy="3330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 name="Oval 103"/>
            <p:cNvSpPr/>
            <p:nvPr/>
          </p:nvSpPr>
          <p:spPr>
            <a:xfrm>
              <a:off x="11177423" y="5612962"/>
              <a:ext cx="33302" cy="3330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 name="Oval 104"/>
            <p:cNvSpPr/>
            <p:nvPr/>
          </p:nvSpPr>
          <p:spPr>
            <a:xfrm>
              <a:off x="11177423" y="5729092"/>
              <a:ext cx="33302" cy="3330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 name="Oval 105"/>
            <p:cNvSpPr/>
            <p:nvPr/>
          </p:nvSpPr>
          <p:spPr>
            <a:xfrm>
              <a:off x="11177423" y="5845222"/>
              <a:ext cx="33302" cy="3330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 name="Oval 106"/>
            <p:cNvSpPr/>
            <p:nvPr/>
          </p:nvSpPr>
          <p:spPr>
            <a:xfrm>
              <a:off x="11177423" y="5961353"/>
              <a:ext cx="33302" cy="3330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 name="Oval 107"/>
            <p:cNvSpPr/>
            <p:nvPr/>
          </p:nvSpPr>
          <p:spPr>
            <a:xfrm>
              <a:off x="11177423" y="6077486"/>
              <a:ext cx="33302" cy="3330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 name="Oval 109"/>
            <p:cNvSpPr/>
            <p:nvPr/>
          </p:nvSpPr>
          <p:spPr>
            <a:xfrm>
              <a:off x="11063265" y="4567789"/>
              <a:ext cx="33302" cy="3330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 name="Oval 110"/>
            <p:cNvSpPr/>
            <p:nvPr/>
          </p:nvSpPr>
          <p:spPr>
            <a:xfrm>
              <a:off x="11063265" y="4683919"/>
              <a:ext cx="33302" cy="3330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 name="Oval 111"/>
            <p:cNvSpPr/>
            <p:nvPr/>
          </p:nvSpPr>
          <p:spPr>
            <a:xfrm>
              <a:off x="11063265" y="4800050"/>
              <a:ext cx="33302" cy="3330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 name="Oval 112"/>
            <p:cNvSpPr/>
            <p:nvPr/>
          </p:nvSpPr>
          <p:spPr>
            <a:xfrm>
              <a:off x="11063265" y="4916180"/>
              <a:ext cx="33302" cy="3330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 name="Oval 113"/>
            <p:cNvSpPr/>
            <p:nvPr/>
          </p:nvSpPr>
          <p:spPr>
            <a:xfrm>
              <a:off x="11063265" y="5032310"/>
              <a:ext cx="33302" cy="3330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5" name="Oval 114"/>
            <p:cNvSpPr/>
            <p:nvPr/>
          </p:nvSpPr>
          <p:spPr>
            <a:xfrm>
              <a:off x="11063265" y="5148441"/>
              <a:ext cx="33302" cy="3330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 name="Oval 115"/>
            <p:cNvSpPr/>
            <p:nvPr/>
          </p:nvSpPr>
          <p:spPr>
            <a:xfrm>
              <a:off x="11063265" y="5264571"/>
              <a:ext cx="33302" cy="3330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7" name="Oval 116"/>
            <p:cNvSpPr/>
            <p:nvPr/>
          </p:nvSpPr>
          <p:spPr>
            <a:xfrm>
              <a:off x="11063265" y="5380701"/>
              <a:ext cx="33302" cy="3330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8" name="Oval 117"/>
            <p:cNvSpPr/>
            <p:nvPr/>
          </p:nvSpPr>
          <p:spPr>
            <a:xfrm>
              <a:off x="11063265" y="5496831"/>
              <a:ext cx="33302" cy="3330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9" name="Oval 118"/>
            <p:cNvSpPr/>
            <p:nvPr/>
          </p:nvSpPr>
          <p:spPr>
            <a:xfrm>
              <a:off x="11063265" y="5612962"/>
              <a:ext cx="33302" cy="3330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0" name="Oval 119"/>
            <p:cNvSpPr/>
            <p:nvPr/>
          </p:nvSpPr>
          <p:spPr>
            <a:xfrm>
              <a:off x="11063265" y="5729092"/>
              <a:ext cx="33302" cy="3330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1" name="Oval 120"/>
            <p:cNvSpPr/>
            <p:nvPr/>
          </p:nvSpPr>
          <p:spPr>
            <a:xfrm>
              <a:off x="11063265" y="5845222"/>
              <a:ext cx="33302" cy="3330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2" name="Oval 121"/>
            <p:cNvSpPr/>
            <p:nvPr/>
          </p:nvSpPr>
          <p:spPr>
            <a:xfrm>
              <a:off x="11063265" y="5961353"/>
              <a:ext cx="33302" cy="3330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3" name="Oval 122"/>
            <p:cNvSpPr/>
            <p:nvPr/>
          </p:nvSpPr>
          <p:spPr>
            <a:xfrm>
              <a:off x="11063265" y="6077486"/>
              <a:ext cx="33302" cy="3330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5" name="Oval 124"/>
            <p:cNvSpPr/>
            <p:nvPr/>
          </p:nvSpPr>
          <p:spPr>
            <a:xfrm>
              <a:off x="10949107" y="4567789"/>
              <a:ext cx="33302" cy="3330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6" name="Oval 125"/>
            <p:cNvSpPr/>
            <p:nvPr/>
          </p:nvSpPr>
          <p:spPr>
            <a:xfrm>
              <a:off x="10949107" y="4683919"/>
              <a:ext cx="33302" cy="3330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7" name="Oval 126"/>
            <p:cNvSpPr/>
            <p:nvPr/>
          </p:nvSpPr>
          <p:spPr>
            <a:xfrm>
              <a:off x="10949107" y="4800050"/>
              <a:ext cx="33302" cy="3330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8" name="Oval 127"/>
            <p:cNvSpPr/>
            <p:nvPr/>
          </p:nvSpPr>
          <p:spPr>
            <a:xfrm>
              <a:off x="10949107" y="4916180"/>
              <a:ext cx="33302" cy="3330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9" name="Oval 128"/>
            <p:cNvSpPr/>
            <p:nvPr/>
          </p:nvSpPr>
          <p:spPr>
            <a:xfrm>
              <a:off x="10949107" y="5032310"/>
              <a:ext cx="33302" cy="3330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0" name="Oval 129"/>
            <p:cNvSpPr/>
            <p:nvPr/>
          </p:nvSpPr>
          <p:spPr>
            <a:xfrm>
              <a:off x="10949107" y="5148441"/>
              <a:ext cx="33302" cy="3330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1" name="Oval 130"/>
            <p:cNvSpPr/>
            <p:nvPr/>
          </p:nvSpPr>
          <p:spPr>
            <a:xfrm>
              <a:off x="10949107" y="5264571"/>
              <a:ext cx="33302" cy="3330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2" name="Oval 131"/>
            <p:cNvSpPr/>
            <p:nvPr/>
          </p:nvSpPr>
          <p:spPr>
            <a:xfrm>
              <a:off x="10949107" y="5380701"/>
              <a:ext cx="33302" cy="3330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3" name="Oval 132"/>
            <p:cNvSpPr/>
            <p:nvPr/>
          </p:nvSpPr>
          <p:spPr>
            <a:xfrm>
              <a:off x="10949107" y="5496831"/>
              <a:ext cx="33302" cy="3330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4" name="Oval 133"/>
            <p:cNvSpPr/>
            <p:nvPr/>
          </p:nvSpPr>
          <p:spPr>
            <a:xfrm>
              <a:off x="10949107" y="5612962"/>
              <a:ext cx="33302" cy="3330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5" name="Oval 134"/>
            <p:cNvSpPr/>
            <p:nvPr/>
          </p:nvSpPr>
          <p:spPr>
            <a:xfrm>
              <a:off x="10949107" y="5729092"/>
              <a:ext cx="33302" cy="3330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6" name="Oval 135"/>
            <p:cNvSpPr/>
            <p:nvPr/>
          </p:nvSpPr>
          <p:spPr>
            <a:xfrm>
              <a:off x="10949107" y="5845222"/>
              <a:ext cx="33302" cy="3330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7" name="Oval 136"/>
            <p:cNvSpPr/>
            <p:nvPr/>
          </p:nvSpPr>
          <p:spPr>
            <a:xfrm>
              <a:off x="10949107" y="5961353"/>
              <a:ext cx="33302" cy="3330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8" name="Oval 137"/>
            <p:cNvSpPr/>
            <p:nvPr/>
          </p:nvSpPr>
          <p:spPr>
            <a:xfrm>
              <a:off x="10949107" y="6077486"/>
              <a:ext cx="33302" cy="3330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0" name="Oval 139"/>
            <p:cNvSpPr/>
            <p:nvPr/>
          </p:nvSpPr>
          <p:spPr>
            <a:xfrm>
              <a:off x="10834948" y="4567789"/>
              <a:ext cx="33302" cy="3330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1" name="Oval 140"/>
            <p:cNvSpPr/>
            <p:nvPr/>
          </p:nvSpPr>
          <p:spPr>
            <a:xfrm>
              <a:off x="10834948" y="4683919"/>
              <a:ext cx="33302" cy="3330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2" name="Oval 141"/>
            <p:cNvSpPr/>
            <p:nvPr/>
          </p:nvSpPr>
          <p:spPr>
            <a:xfrm>
              <a:off x="10834948" y="4800050"/>
              <a:ext cx="33302" cy="3330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3" name="Oval 142"/>
            <p:cNvSpPr/>
            <p:nvPr/>
          </p:nvSpPr>
          <p:spPr>
            <a:xfrm>
              <a:off x="10834948" y="4916180"/>
              <a:ext cx="33302" cy="3330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4" name="Oval 143"/>
            <p:cNvSpPr/>
            <p:nvPr/>
          </p:nvSpPr>
          <p:spPr>
            <a:xfrm>
              <a:off x="10834948" y="5032310"/>
              <a:ext cx="33302" cy="3330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5" name="Oval 144"/>
            <p:cNvSpPr/>
            <p:nvPr/>
          </p:nvSpPr>
          <p:spPr>
            <a:xfrm>
              <a:off x="10834948" y="5148441"/>
              <a:ext cx="33302" cy="3330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6" name="Oval 145"/>
            <p:cNvSpPr/>
            <p:nvPr/>
          </p:nvSpPr>
          <p:spPr>
            <a:xfrm>
              <a:off x="10834948" y="5264571"/>
              <a:ext cx="33302" cy="3330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7" name="Oval 146"/>
            <p:cNvSpPr/>
            <p:nvPr/>
          </p:nvSpPr>
          <p:spPr>
            <a:xfrm>
              <a:off x="10834948" y="5380701"/>
              <a:ext cx="33302" cy="3330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8" name="Oval 147"/>
            <p:cNvSpPr/>
            <p:nvPr/>
          </p:nvSpPr>
          <p:spPr>
            <a:xfrm>
              <a:off x="10834948" y="5496831"/>
              <a:ext cx="33302" cy="3330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9" name="Oval 148"/>
            <p:cNvSpPr/>
            <p:nvPr/>
          </p:nvSpPr>
          <p:spPr>
            <a:xfrm>
              <a:off x="10834948" y="5612962"/>
              <a:ext cx="33302" cy="3330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0" name="Oval 149"/>
            <p:cNvSpPr/>
            <p:nvPr/>
          </p:nvSpPr>
          <p:spPr>
            <a:xfrm>
              <a:off x="10834948" y="5729092"/>
              <a:ext cx="33302" cy="3330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1" name="Oval 150"/>
            <p:cNvSpPr/>
            <p:nvPr/>
          </p:nvSpPr>
          <p:spPr>
            <a:xfrm>
              <a:off x="10834948" y="5845222"/>
              <a:ext cx="33302" cy="3330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2" name="Oval 151"/>
            <p:cNvSpPr/>
            <p:nvPr/>
          </p:nvSpPr>
          <p:spPr>
            <a:xfrm>
              <a:off x="10834948" y="5961353"/>
              <a:ext cx="33302" cy="3330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3" name="Oval 152"/>
            <p:cNvSpPr/>
            <p:nvPr/>
          </p:nvSpPr>
          <p:spPr>
            <a:xfrm>
              <a:off x="10834948" y="6077486"/>
              <a:ext cx="33302" cy="3330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5" name="Oval 154"/>
            <p:cNvSpPr/>
            <p:nvPr/>
          </p:nvSpPr>
          <p:spPr>
            <a:xfrm>
              <a:off x="10720790" y="4567789"/>
              <a:ext cx="33302" cy="3330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6" name="Oval 155"/>
            <p:cNvSpPr/>
            <p:nvPr/>
          </p:nvSpPr>
          <p:spPr>
            <a:xfrm>
              <a:off x="10720790" y="4683919"/>
              <a:ext cx="33302" cy="3330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7" name="Oval 156"/>
            <p:cNvSpPr/>
            <p:nvPr/>
          </p:nvSpPr>
          <p:spPr>
            <a:xfrm>
              <a:off x="10720790" y="4800050"/>
              <a:ext cx="33302" cy="3330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8" name="Oval 157"/>
            <p:cNvSpPr/>
            <p:nvPr/>
          </p:nvSpPr>
          <p:spPr>
            <a:xfrm>
              <a:off x="10720790" y="4916180"/>
              <a:ext cx="33302" cy="3330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9" name="Oval 158"/>
            <p:cNvSpPr/>
            <p:nvPr/>
          </p:nvSpPr>
          <p:spPr>
            <a:xfrm>
              <a:off x="10720790" y="5032310"/>
              <a:ext cx="33302" cy="3330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0" name="Oval 159"/>
            <p:cNvSpPr/>
            <p:nvPr/>
          </p:nvSpPr>
          <p:spPr>
            <a:xfrm>
              <a:off x="10720790" y="5148441"/>
              <a:ext cx="33302" cy="3330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1" name="Oval 160"/>
            <p:cNvSpPr/>
            <p:nvPr/>
          </p:nvSpPr>
          <p:spPr>
            <a:xfrm>
              <a:off x="10720790" y="5264571"/>
              <a:ext cx="33302" cy="3330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2" name="Oval 161"/>
            <p:cNvSpPr/>
            <p:nvPr/>
          </p:nvSpPr>
          <p:spPr>
            <a:xfrm>
              <a:off x="10720790" y="5380701"/>
              <a:ext cx="33302" cy="3330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3" name="Oval 162"/>
            <p:cNvSpPr/>
            <p:nvPr/>
          </p:nvSpPr>
          <p:spPr>
            <a:xfrm>
              <a:off x="10720790" y="5496831"/>
              <a:ext cx="33302" cy="3330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4" name="Oval 163"/>
            <p:cNvSpPr/>
            <p:nvPr/>
          </p:nvSpPr>
          <p:spPr>
            <a:xfrm>
              <a:off x="10720790" y="5612962"/>
              <a:ext cx="33302" cy="3330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5" name="Oval 164"/>
            <p:cNvSpPr/>
            <p:nvPr/>
          </p:nvSpPr>
          <p:spPr>
            <a:xfrm>
              <a:off x="10720790" y="5729092"/>
              <a:ext cx="33302" cy="3330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6" name="Oval 165"/>
            <p:cNvSpPr/>
            <p:nvPr/>
          </p:nvSpPr>
          <p:spPr>
            <a:xfrm>
              <a:off x="10720790" y="5845222"/>
              <a:ext cx="33302" cy="3330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7" name="Oval 166"/>
            <p:cNvSpPr/>
            <p:nvPr/>
          </p:nvSpPr>
          <p:spPr>
            <a:xfrm>
              <a:off x="10720790" y="5961353"/>
              <a:ext cx="33302" cy="3330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8" name="Oval 167"/>
            <p:cNvSpPr/>
            <p:nvPr/>
          </p:nvSpPr>
          <p:spPr>
            <a:xfrm>
              <a:off x="10720790" y="6077486"/>
              <a:ext cx="33302" cy="3330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0" name="Oval 169"/>
            <p:cNvSpPr/>
            <p:nvPr/>
          </p:nvSpPr>
          <p:spPr>
            <a:xfrm>
              <a:off x="10606632" y="4567789"/>
              <a:ext cx="33302" cy="3330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1" name="Oval 170"/>
            <p:cNvSpPr/>
            <p:nvPr/>
          </p:nvSpPr>
          <p:spPr>
            <a:xfrm>
              <a:off x="10606632" y="4683919"/>
              <a:ext cx="33302" cy="3330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2" name="Oval 171"/>
            <p:cNvSpPr/>
            <p:nvPr/>
          </p:nvSpPr>
          <p:spPr>
            <a:xfrm>
              <a:off x="10606632" y="4800050"/>
              <a:ext cx="33302" cy="3330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3" name="Oval 172"/>
            <p:cNvSpPr/>
            <p:nvPr/>
          </p:nvSpPr>
          <p:spPr>
            <a:xfrm>
              <a:off x="10606632" y="4916180"/>
              <a:ext cx="33302" cy="3330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4" name="Oval 173"/>
            <p:cNvSpPr/>
            <p:nvPr/>
          </p:nvSpPr>
          <p:spPr>
            <a:xfrm>
              <a:off x="10606632" y="5032310"/>
              <a:ext cx="33302" cy="3330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5" name="Oval 174"/>
            <p:cNvSpPr/>
            <p:nvPr/>
          </p:nvSpPr>
          <p:spPr>
            <a:xfrm>
              <a:off x="10606632" y="5148441"/>
              <a:ext cx="33302" cy="3330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6" name="Oval 175"/>
            <p:cNvSpPr/>
            <p:nvPr/>
          </p:nvSpPr>
          <p:spPr>
            <a:xfrm>
              <a:off x="10606632" y="5264571"/>
              <a:ext cx="33302" cy="3330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7" name="Oval 176"/>
            <p:cNvSpPr/>
            <p:nvPr/>
          </p:nvSpPr>
          <p:spPr>
            <a:xfrm>
              <a:off x="10606632" y="5380701"/>
              <a:ext cx="33302" cy="3330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8" name="Oval 177"/>
            <p:cNvSpPr/>
            <p:nvPr/>
          </p:nvSpPr>
          <p:spPr>
            <a:xfrm>
              <a:off x="10606632" y="5496831"/>
              <a:ext cx="33302" cy="3330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9" name="Oval 178"/>
            <p:cNvSpPr/>
            <p:nvPr/>
          </p:nvSpPr>
          <p:spPr>
            <a:xfrm>
              <a:off x="10606632" y="5612962"/>
              <a:ext cx="33302" cy="3330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0" name="Oval 179"/>
            <p:cNvSpPr/>
            <p:nvPr/>
          </p:nvSpPr>
          <p:spPr>
            <a:xfrm>
              <a:off x="10606632" y="5729092"/>
              <a:ext cx="33302" cy="3330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1" name="Oval 180"/>
            <p:cNvSpPr/>
            <p:nvPr/>
          </p:nvSpPr>
          <p:spPr>
            <a:xfrm>
              <a:off x="10606632" y="5845222"/>
              <a:ext cx="33302" cy="3330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2" name="Oval 181"/>
            <p:cNvSpPr/>
            <p:nvPr/>
          </p:nvSpPr>
          <p:spPr>
            <a:xfrm>
              <a:off x="10606632" y="5961353"/>
              <a:ext cx="33302" cy="3330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3" name="Oval 182"/>
            <p:cNvSpPr/>
            <p:nvPr/>
          </p:nvSpPr>
          <p:spPr>
            <a:xfrm>
              <a:off x="10606632" y="6077486"/>
              <a:ext cx="33302" cy="3330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5" name="Oval 184"/>
            <p:cNvSpPr/>
            <p:nvPr/>
          </p:nvSpPr>
          <p:spPr>
            <a:xfrm>
              <a:off x="10492474" y="4567789"/>
              <a:ext cx="33302" cy="3330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6" name="Oval 185"/>
            <p:cNvSpPr/>
            <p:nvPr/>
          </p:nvSpPr>
          <p:spPr>
            <a:xfrm>
              <a:off x="10492474" y="4683919"/>
              <a:ext cx="33302" cy="3330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7" name="Oval 186"/>
            <p:cNvSpPr/>
            <p:nvPr/>
          </p:nvSpPr>
          <p:spPr>
            <a:xfrm>
              <a:off x="10492474" y="4800050"/>
              <a:ext cx="33302" cy="3330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8" name="Oval 187"/>
            <p:cNvSpPr/>
            <p:nvPr/>
          </p:nvSpPr>
          <p:spPr>
            <a:xfrm>
              <a:off x="10492474" y="4916180"/>
              <a:ext cx="33302" cy="3330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9" name="Oval 188"/>
            <p:cNvSpPr/>
            <p:nvPr/>
          </p:nvSpPr>
          <p:spPr>
            <a:xfrm>
              <a:off x="10492474" y="5032310"/>
              <a:ext cx="33302" cy="3330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0" name="Oval 189"/>
            <p:cNvSpPr/>
            <p:nvPr/>
          </p:nvSpPr>
          <p:spPr>
            <a:xfrm>
              <a:off x="10492474" y="5148441"/>
              <a:ext cx="33302" cy="3330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1" name="Oval 190"/>
            <p:cNvSpPr/>
            <p:nvPr/>
          </p:nvSpPr>
          <p:spPr>
            <a:xfrm>
              <a:off x="10492474" y="5264571"/>
              <a:ext cx="33302" cy="3330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2" name="Oval 191"/>
            <p:cNvSpPr/>
            <p:nvPr/>
          </p:nvSpPr>
          <p:spPr>
            <a:xfrm>
              <a:off x="10492474" y="5380701"/>
              <a:ext cx="33302" cy="3330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3" name="Oval 192"/>
            <p:cNvSpPr/>
            <p:nvPr/>
          </p:nvSpPr>
          <p:spPr>
            <a:xfrm>
              <a:off x="10492474" y="5496831"/>
              <a:ext cx="33302" cy="3330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4" name="Oval 193"/>
            <p:cNvSpPr/>
            <p:nvPr/>
          </p:nvSpPr>
          <p:spPr>
            <a:xfrm>
              <a:off x="10492474" y="5612962"/>
              <a:ext cx="33302" cy="3330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5" name="Oval 194"/>
            <p:cNvSpPr/>
            <p:nvPr/>
          </p:nvSpPr>
          <p:spPr>
            <a:xfrm>
              <a:off x="10492474" y="5729092"/>
              <a:ext cx="33302" cy="3330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6" name="Oval 195"/>
            <p:cNvSpPr/>
            <p:nvPr/>
          </p:nvSpPr>
          <p:spPr>
            <a:xfrm>
              <a:off x="10492474" y="5845222"/>
              <a:ext cx="33302" cy="3330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7" name="Oval 196"/>
            <p:cNvSpPr/>
            <p:nvPr/>
          </p:nvSpPr>
          <p:spPr>
            <a:xfrm>
              <a:off x="10492474" y="5961353"/>
              <a:ext cx="33302" cy="3330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8" name="Oval 197"/>
            <p:cNvSpPr/>
            <p:nvPr/>
          </p:nvSpPr>
          <p:spPr>
            <a:xfrm>
              <a:off x="10492474" y="6077486"/>
              <a:ext cx="33302" cy="3330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0" name="Oval 199"/>
            <p:cNvSpPr/>
            <p:nvPr/>
          </p:nvSpPr>
          <p:spPr>
            <a:xfrm>
              <a:off x="10378315" y="4567789"/>
              <a:ext cx="33302" cy="3330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1" name="Oval 200"/>
            <p:cNvSpPr/>
            <p:nvPr/>
          </p:nvSpPr>
          <p:spPr>
            <a:xfrm>
              <a:off x="10378315" y="4683919"/>
              <a:ext cx="33302" cy="3330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2" name="Oval 201"/>
            <p:cNvSpPr/>
            <p:nvPr/>
          </p:nvSpPr>
          <p:spPr>
            <a:xfrm>
              <a:off x="10378315" y="4800050"/>
              <a:ext cx="33302" cy="3330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3" name="Oval 202"/>
            <p:cNvSpPr/>
            <p:nvPr/>
          </p:nvSpPr>
          <p:spPr>
            <a:xfrm>
              <a:off x="10378315" y="4916180"/>
              <a:ext cx="33302" cy="3330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4" name="Oval 203"/>
            <p:cNvSpPr/>
            <p:nvPr/>
          </p:nvSpPr>
          <p:spPr>
            <a:xfrm>
              <a:off x="10378315" y="5032310"/>
              <a:ext cx="33302" cy="3330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5" name="Oval 204"/>
            <p:cNvSpPr/>
            <p:nvPr/>
          </p:nvSpPr>
          <p:spPr>
            <a:xfrm>
              <a:off x="10378315" y="5148441"/>
              <a:ext cx="33302" cy="3330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6" name="Oval 205"/>
            <p:cNvSpPr/>
            <p:nvPr/>
          </p:nvSpPr>
          <p:spPr>
            <a:xfrm>
              <a:off x="10378315" y="5264571"/>
              <a:ext cx="33302" cy="3330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7" name="Oval 206"/>
            <p:cNvSpPr/>
            <p:nvPr/>
          </p:nvSpPr>
          <p:spPr>
            <a:xfrm>
              <a:off x="10378315" y="5380701"/>
              <a:ext cx="33302" cy="3330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8" name="Oval 207"/>
            <p:cNvSpPr/>
            <p:nvPr/>
          </p:nvSpPr>
          <p:spPr>
            <a:xfrm>
              <a:off x="10378315" y="5496831"/>
              <a:ext cx="33302" cy="3330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9" name="Oval 208"/>
            <p:cNvSpPr/>
            <p:nvPr/>
          </p:nvSpPr>
          <p:spPr>
            <a:xfrm>
              <a:off x="10378315" y="5612962"/>
              <a:ext cx="33302" cy="3330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0" name="Oval 209"/>
            <p:cNvSpPr/>
            <p:nvPr/>
          </p:nvSpPr>
          <p:spPr>
            <a:xfrm>
              <a:off x="10378315" y="5729092"/>
              <a:ext cx="33302" cy="3330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1" name="Oval 210"/>
            <p:cNvSpPr/>
            <p:nvPr/>
          </p:nvSpPr>
          <p:spPr>
            <a:xfrm>
              <a:off x="10378315" y="5845222"/>
              <a:ext cx="33302" cy="3330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2" name="Oval 211"/>
            <p:cNvSpPr/>
            <p:nvPr/>
          </p:nvSpPr>
          <p:spPr>
            <a:xfrm>
              <a:off x="10378315" y="5961353"/>
              <a:ext cx="33302" cy="3330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3" name="Oval 212"/>
            <p:cNvSpPr/>
            <p:nvPr/>
          </p:nvSpPr>
          <p:spPr>
            <a:xfrm>
              <a:off x="10378315" y="6077486"/>
              <a:ext cx="33302" cy="3330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5" name="Oval 214"/>
            <p:cNvSpPr/>
            <p:nvPr/>
          </p:nvSpPr>
          <p:spPr>
            <a:xfrm>
              <a:off x="10264157" y="4567789"/>
              <a:ext cx="33302" cy="3330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6" name="Oval 215"/>
            <p:cNvSpPr/>
            <p:nvPr/>
          </p:nvSpPr>
          <p:spPr>
            <a:xfrm>
              <a:off x="10264157" y="4683919"/>
              <a:ext cx="33302" cy="3330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7" name="Oval 216"/>
            <p:cNvSpPr/>
            <p:nvPr/>
          </p:nvSpPr>
          <p:spPr>
            <a:xfrm>
              <a:off x="10264157" y="4800050"/>
              <a:ext cx="33302" cy="3330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8" name="Oval 217"/>
            <p:cNvSpPr/>
            <p:nvPr/>
          </p:nvSpPr>
          <p:spPr>
            <a:xfrm>
              <a:off x="10264157" y="4916180"/>
              <a:ext cx="33302" cy="3330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9" name="Oval 218"/>
            <p:cNvSpPr/>
            <p:nvPr/>
          </p:nvSpPr>
          <p:spPr>
            <a:xfrm>
              <a:off x="10264157" y="5032310"/>
              <a:ext cx="33302" cy="3330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0" name="Oval 219"/>
            <p:cNvSpPr/>
            <p:nvPr/>
          </p:nvSpPr>
          <p:spPr>
            <a:xfrm>
              <a:off x="10264157" y="5148441"/>
              <a:ext cx="33302" cy="3330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1" name="Oval 220"/>
            <p:cNvSpPr/>
            <p:nvPr/>
          </p:nvSpPr>
          <p:spPr>
            <a:xfrm>
              <a:off x="10264157" y="5264571"/>
              <a:ext cx="33302" cy="3330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2" name="Oval 221"/>
            <p:cNvSpPr/>
            <p:nvPr/>
          </p:nvSpPr>
          <p:spPr>
            <a:xfrm>
              <a:off x="10264157" y="5380701"/>
              <a:ext cx="33302" cy="3330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3" name="Oval 222"/>
            <p:cNvSpPr/>
            <p:nvPr/>
          </p:nvSpPr>
          <p:spPr>
            <a:xfrm>
              <a:off x="10264157" y="5496831"/>
              <a:ext cx="33302" cy="3330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4" name="Oval 223"/>
            <p:cNvSpPr/>
            <p:nvPr/>
          </p:nvSpPr>
          <p:spPr>
            <a:xfrm>
              <a:off x="10264157" y="5612962"/>
              <a:ext cx="33302" cy="3330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5" name="Oval 224"/>
            <p:cNvSpPr/>
            <p:nvPr/>
          </p:nvSpPr>
          <p:spPr>
            <a:xfrm>
              <a:off x="10264157" y="5729092"/>
              <a:ext cx="33302" cy="3330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6" name="Oval 225"/>
            <p:cNvSpPr/>
            <p:nvPr/>
          </p:nvSpPr>
          <p:spPr>
            <a:xfrm>
              <a:off x="10264157" y="5845222"/>
              <a:ext cx="33302" cy="3330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7" name="Oval 226"/>
            <p:cNvSpPr/>
            <p:nvPr/>
          </p:nvSpPr>
          <p:spPr>
            <a:xfrm>
              <a:off x="10264157" y="5961353"/>
              <a:ext cx="33302" cy="3330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8" name="Oval 227"/>
            <p:cNvSpPr/>
            <p:nvPr/>
          </p:nvSpPr>
          <p:spPr>
            <a:xfrm>
              <a:off x="10264157" y="6077486"/>
              <a:ext cx="33302" cy="3330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0" name="Oval 229"/>
            <p:cNvSpPr/>
            <p:nvPr/>
          </p:nvSpPr>
          <p:spPr>
            <a:xfrm>
              <a:off x="10149999" y="4567789"/>
              <a:ext cx="33302" cy="3330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1" name="Oval 230"/>
            <p:cNvSpPr/>
            <p:nvPr/>
          </p:nvSpPr>
          <p:spPr>
            <a:xfrm>
              <a:off x="10149999" y="4683919"/>
              <a:ext cx="33302" cy="3330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2" name="Oval 231"/>
            <p:cNvSpPr/>
            <p:nvPr/>
          </p:nvSpPr>
          <p:spPr>
            <a:xfrm>
              <a:off x="10149999" y="4800050"/>
              <a:ext cx="33302" cy="3330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3" name="Oval 232"/>
            <p:cNvSpPr/>
            <p:nvPr/>
          </p:nvSpPr>
          <p:spPr>
            <a:xfrm>
              <a:off x="10149999" y="4916180"/>
              <a:ext cx="33302" cy="3330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4" name="Oval 233"/>
            <p:cNvSpPr/>
            <p:nvPr/>
          </p:nvSpPr>
          <p:spPr>
            <a:xfrm>
              <a:off x="10149999" y="5032310"/>
              <a:ext cx="33302" cy="3330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5" name="Oval 234"/>
            <p:cNvSpPr/>
            <p:nvPr/>
          </p:nvSpPr>
          <p:spPr>
            <a:xfrm>
              <a:off x="10149999" y="5148441"/>
              <a:ext cx="33302" cy="3330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6" name="Oval 235"/>
            <p:cNvSpPr/>
            <p:nvPr/>
          </p:nvSpPr>
          <p:spPr>
            <a:xfrm>
              <a:off x="10149999" y="5264571"/>
              <a:ext cx="33302" cy="3330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7" name="Oval 236"/>
            <p:cNvSpPr/>
            <p:nvPr/>
          </p:nvSpPr>
          <p:spPr>
            <a:xfrm>
              <a:off x="10149999" y="5380701"/>
              <a:ext cx="33302" cy="3330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8" name="Oval 237"/>
            <p:cNvSpPr/>
            <p:nvPr/>
          </p:nvSpPr>
          <p:spPr>
            <a:xfrm>
              <a:off x="10149999" y="5496831"/>
              <a:ext cx="33302" cy="3330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9" name="Oval 238"/>
            <p:cNvSpPr/>
            <p:nvPr/>
          </p:nvSpPr>
          <p:spPr>
            <a:xfrm>
              <a:off x="10149999" y="5612962"/>
              <a:ext cx="33302" cy="3330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0" name="Oval 239"/>
            <p:cNvSpPr/>
            <p:nvPr/>
          </p:nvSpPr>
          <p:spPr>
            <a:xfrm>
              <a:off x="10149999" y="5729092"/>
              <a:ext cx="33302" cy="3330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1" name="Oval 240"/>
            <p:cNvSpPr/>
            <p:nvPr/>
          </p:nvSpPr>
          <p:spPr>
            <a:xfrm>
              <a:off x="10149999" y="5845222"/>
              <a:ext cx="33302" cy="3330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2" name="Oval 241"/>
            <p:cNvSpPr/>
            <p:nvPr/>
          </p:nvSpPr>
          <p:spPr>
            <a:xfrm>
              <a:off x="10149999" y="5961353"/>
              <a:ext cx="33302" cy="3330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3" name="Oval 242"/>
            <p:cNvSpPr/>
            <p:nvPr/>
          </p:nvSpPr>
          <p:spPr>
            <a:xfrm>
              <a:off x="10149999" y="6077486"/>
              <a:ext cx="33302" cy="3330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57" name="TextBox 256">
            <a:extLst>
              <a:ext uri="{FF2B5EF4-FFF2-40B4-BE49-F238E27FC236}">
                <a16:creationId xmlns:a16="http://schemas.microsoft.com/office/drawing/2014/main" id="{E79A7594-0913-FC8A-64BE-9625AA4411FA}"/>
              </a:ext>
            </a:extLst>
          </p:cNvPr>
          <p:cNvSpPr txBox="1"/>
          <p:nvPr/>
        </p:nvSpPr>
        <p:spPr>
          <a:xfrm>
            <a:off x="4664314" y="5555359"/>
            <a:ext cx="2302233" cy="323165"/>
          </a:xfrm>
          <a:prstGeom prst="rect">
            <a:avLst/>
          </a:prstGeom>
          <a:noFill/>
        </p:spPr>
        <p:txBody>
          <a:bodyPr wrap="square" rtlCol="0">
            <a:spAutoFit/>
          </a:bodyPr>
          <a:lstStyle/>
          <a:p>
            <a:r>
              <a:rPr lang="en-US" sz="1500" b="1">
                <a:latin typeface="Open Sans" panose="020B0606030504020204" pitchFamily="34" charset="0"/>
                <a:ea typeface="Open Sans" panose="020B0606030504020204" pitchFamily="34" charset="0"/>
                <a:cs typeface="Open Sans" panose="020B0606030504020204" pitchFamily="34" charset="0"/>
              </a:rPr>
              <a:t>Hola Soy Felipe</a:t>
            </a:r>
          </a:p>
        </p:txBody>
      </p:sp>
      <p:sp>
        <p:nvSpPr>
          <p:cNvPr id="258" name="TextBox 257">
            <a:extLst>
              <a:ext uri="{FF2B5EF4-FFF2-40B4-BE49-F238E27FC236}">
                <a16:creationId xmlns:a16="http://schemas.microsoft.com/office/drawing/2014/main" id="{74B8B7CA-B9BE-A218-2D45-2DCC0C867C51}"/>
              </a:ext>
            </a:extLst>
          </p:cNvPr>
          <p:cNvSpPr txBox="1"/>
          <p:nvPr/>
        </p:nvSpPr>
        <p:spPr>
          <a:xfrm>
            <a:off x="4664314" y="5852332"/>
            <a:ext cx="1787925" cy="276999"/>
          </a:xfrm>
          <a:prstGeom prst="rect">
            <a:avLst/>
          </a:prstGeom>
          <a:noFill/>
        </p:spPr>
        <p:txBody>
          <a:bodyPr wrap="none" rtlCol="0">
            <a:spAutoFit/>
          </a:bodyPr>
          <a:lstStyle/>
          <a:p>
            <a:r>
              <a:rPr lang="en-US" sz="1200" err="1">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Coordinador</a:t>
            </a:r>
            <a:r>
              <a:rPr lang="en-US" sz="12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 </a:t>
            </a:r>
            <a:r>
              <a:rPr lang="en-US" sz="1200" err="1">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cobranza</a:t>
            </a:r>
            <a:endParaRPr lang="en-US" sz="12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59" name="Rectangle: Rounded Corners 76">
            <a:extLst>
              <a:ext uri="{FF2B5EF4-FFF2-40B4-BE49-F238E27FC236}">
                <a16:creationId xmlns:a16="http://schemas.microsoft.com/office/drawing/2014/main" id="{1B592E5A-266E-31D3-992A-2EDF02E1EC0C}"/>
              </a:ext>
            </a:extLst>
          </p:cNvPr>
          <p:cNvSpPr/>
          <p:nvPr/>
        </p:nvSpPr>
        <p:spPr>
          <a:xfrm>
            <a:off x="723900" y="5648727"/>
            <a:ext cx="2688311" cy="102416"/>
          </a:xfrm>
          <a:prstGeom prst="roundRect">
            <a:avLst>
              <a:gd name="adj" fmla="val 5000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0" name="Rectangle: Rounded Corners 77">
            <a:extLst>
              <a:ext uri="{FF2B5EF4-FFF2-40B4-BE49-F238E27FC236}">
                <a16:creationId xmlns:a16="http://schemas.microsoft.com/office/drawing/2014/main" id="{568438C5-5DFE-F246-C744-B17D7DAFC1ED}"/>
              </a:ext>
            </a:extLst>
          </p:cNvPr>
          <p:cNvSpPr/>
          <p:nvPr/>
        </p:nvSpPr>
        <p:spPr>
          <a:xfrm>
            <a:off x="723901" y="5648727"/>
            <a:ext cx="1860034" cy="102416"/>
          </a:xfrm>
          <a:prstGeom prst="roundRect">
            <a:avLst>
              <a:gd name="adj" fmla="val 50000"/>
            </a:avLst>
          </a:prstGeom>
          <a:solidFill>
            <a:srgbClr val="605F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1" name="TextBox 260">
            <a:extLst>
              <a:ext uri="{FF2B5EF4-FFF2-40B4-BE49-F238E27FC236}">
                <a16:creationId xmlns:a16="http://schemas.microsoft.com/office/drawing/2014/main" id="{2683F7C7-DAC2-4C35-8AFD-FCA5EB2DF999}"/>
              </a:ext>
            </a:extLst>
          </p:cNvPr>
          <p:cNvSpPr txBox="1"/>
          <p:nvPr/>
        </p:nvSpPr>
        <p:spPr>
          <a:xfrm>
            <a:off x="652564" y="5839483"/>
            <a:ext cx="447558" cy="246221"/>
          </a:xfrm>
          <a:prstGeom prst="rect">
            <a:avLst/>
          </a:prstGeom>
          <a:noFill/>
        </p:spPr>
        <p:txBody>
          <a:bodyPr wrap="none" rtlCol="0">
            <a:spAutoFit/>
          </a:bodyPr>
          <a:lstStyle/>
          <a:p>
            <a:r>
              <a:rPr lang="en-US" sz="1000" b="1">
                <a:latin typeface="Open Sans" panose="020B0606030504020204" pitchFamily="34" charset="0"/>
                <a:ea typeface="Open Sans" panose="020B0606030504020204" pitchFamily="34" charset="0"/>
                <a:cs typeface="Open Sans" panose="020B0606030504020204" pitchFamily="34" charset="0"/>
              </a:rPr>
              <a:t>70%</a:t>
            </a:r>
          </a:p>
        </p:txBody>
      </p:sp>
      <p:sp>
        <p:nvSpPr>
          <p:cNvPr id="262" name="TextBox 261">
            <a:extLst>
              <a:ext uri="{FF2B5EF4-FFF2-40B4-BE49-F238E27FC236}">
                <a16:creationId xmlns:a16="http://schemas.microsoft.com/office/drawing/2014/main" id="{ADA92ADB-841D-5CA3-0898-E3F67C8D7631}"/>
              </a:ext>
            </a:extLst>
          </p:cNvPr>
          <p:cNvSpPr txBox="1"/>
          <p:nvPr/>
        </p:nvSpPr>
        <p:spPr>
          <a:xfrm>
            <a:off x="2966179" y="5862186"/>
            <a:ext cx="447558" cy="246221"/>
          </a:xfrm>
          <a:prstGeom prst="rect">
            <a:avLst/>
          </a:prstGeom>
          <a:noFill/>
        </p:spPr>
        <p:txBody>
          <a:bodyPr wrap="none" rtlCol="0">
            <a:spAutoFit/>
          </a:bodyPr>
          <a:lstStyle/>
          <a:p>
            <a:r>
              <a:rPr lang="en-US" sz="1000" b="1">
                <a:latin typeface="Open Sans" panose="020B0606030504020204" pitchFamily="34" charset="0"/>
                <a:ea typeface="Open Sans" panose="020B0606030504020204" pitchFamily="34" charset="0"/>
                <a:cs typeface="Open Sans" panose="020B0606030504020204" pitchFamily="34" charset="0"/>
              </a:rPr>
              <a:t>30%</a:t>
            </a:r>
          </a:p>
        </p:txBody>
      </p:sp>
      <p:sp>
        <p:nvSpPr>
          <p:cNvPr id="263" name="TextBox 262">
            <a:extLst>
              <a:ext uri="{FF2B5EF4-FFF2-40B4-BE49-F238E27FC236}">
                <a16:creationId xmlns:a16="http://schemas.microsoft.com/office/drawing/2014/main" id="{5CFDC42F-49CA-7BDE-DBCC-D600E45F14BD}"/>
              </a:ext>
            </a:extLst>
          </p:cNvPr>
          <p:cNvSpPr txBox="1"/>
          <p:nvPr/>
        </p:nvSpPr>
        <p:spPr>
          <a:xfrm>
            <a:off x="619510" y="5217380"/>
            <a:ext cx="1636987" cy="307777"/>
          </a:xfrm>
          <a:prstGeom prst="rect">
            <a:avLst/>
          </a:prstGeom>
          <a:noFill/>
        </p:spPr>
        <p:txBody>
          <a:bodyPr wrap="none" rtlCol="0">
            <a:spAutoFit/>
          </a:bodyPr>
          <a:lstStyle/>
          <a:p>
            <a:r>
              <a:rPr lang="en-US" sz="1400" b="1" err="1">
                <a:latin typeface="Open Sans" panose="020B0606030504020204" pitchFamily="34" charset="0"/>
                <a:ea typeface="Open Sans" panose="020B0606030504020204" pitchFamily="34" charset="0"/>
                <a:cs typeface="Open Sans" panose="020B0606030504020204" pitchFamily="34" charset="0"/>
              </a:rPr>
              <a:t>Elementos</a:t>
            </a:r>
            <a:r>
              <a:rPr lang="en-US" sz="1400" b="1">
                <a:latin typeface="Open Sans" panose="020B0606030504020204" pitchFamily="34" charset="0"/>
                <a:ea typeface="Open Sans" panose="020B0606030504020204" pitchFamily="34" charset="0"/>
                <a:cs typeface="Open Sans" panose="020B0606030504020204" pitchFamily="34" charset="0"/>
              </a:rPr>
              <a:t> clave</a:t>
            </a:r>
          </a:p>
        </p:txBody>
      </p:sp>
      <p:sp>
        <p:nvSpPr>
          <p:cNvPr id="266" name="TextBox 265">
            <a:extLst>
              <a:ext uri="{FF2B5EF4-FFF2-40B4-BE49-F238E27FC236}">
                <a16:creationId xmlns:a16="http://schemas.microsoft.com/office/drawing/2014/main" id="{457A21F0-A8BD-5AB4-B07D-6F9C7919960C}"/>
              </a:ext>
            </a:extLst>
          </p:cNvPr>
          <p:cNvSpPr txBox="1"/>
          <p:nvPr/>
        </p:nvSpPr>
        <p:spPr>
          <a:xfrm>
            <a:off x="633410" y="4028544"/>
            <a:ext cx="4665539" cy="502702"/>
          </a:xfrm>
          <a:prstGeom prst="rect">
            <a:avLst/>
          </a:prstGeom>
          <a:noFill/>
        </p:spPr>
        <p:txBody>
          <a:bodyPr wrap="square">
            <a:spAutoFit/>
          </a:bodyPr>
          <a:lstStyle/>
          <a:p>
            <a:pPr>
              <a:lnSpc>
                <a:spcPts val="1600"/>
              </a:lnSpc>
            </a:pPr>
            <a:r>
              <a:rPr lang="en-US" sz="900" i="0">
                <a:effectLst/>
                <a:latin typeface="Open Sans" panose="020B0606030504020204" pitchFamily="34" charset="0"/>
                <a:ea typeface="Open Sans" panose="020B0606030504020204" pitchFamily="34" charset="0"/>
                <a:cs typeface="Open Sans" panose="020B0606030504020204" pitchFamily="34" charset="0"/>
              </a:rPr>
              <a:t>Lorem Ipsum </a:t>
            </a:r>
            <a:r>
              <a:rPr lang="en-US" sz="900" b="0" i="0">
                <a:effectLst/>
                <a:latin typeface="Open Sans" panose="020B0606030504020204" pitchFamily="34" charset="0"/>
                <a:ea typeface="Open Sans" panose="020B0606030504020204" pitchFamily="34" charset="0"/>
                <a:cs typeface="Open Sans" panose="020B0606030504020204" pitchFamily="34" charset="0"/>
              </a:rPr>
              <a:t>is simply dummy text of the printing and typesetting industry. </a:t>
            </a:r>
          </a:p>
          <a:p>
            <a:pPr>
              <a:lnSpc>
                <a:spcPts val="1600"/>
              </a:lnSpc>
            </a:pPr>
            <a:r>
              <a:rPr lang="en-US" sz="900" b="0" i="0">
                <a:effectLst/>
                <a:latin typeface="Open Sans" panose="020B0606030504020204" pitchFamily="34" charset="0"/>
                <a:ea typeface="Open Sans" panose="020B0606030504020204" pitchFamily="34" charset="0"/>
                <a:cs typeface="Open Sans" panose="020B0606030504020204" pitchFamily="34" charset="0"/>
              </a:rPr>
              <a:t>scrambled it to make a type specimen book. </a:t>
            </a:r>
            <a:endParaRPr lang="en-US" sz="900">
              <a:latin typeface="Open Sans" panose="020B0606030504020204" pitchFamily="34" charset="0"/>
              <a:ea typeface="Open Sans" panose="020B0606030504020204" pitchFamily="34" charset="0"/>
              <a:cs typeface="Open Sans" panose="020B0606030504020204" pitchFamily="34" charset="0"/>
            </a:endParaRPr>
          </a:p>
        </p:txBody>
      </p:sp>
      <p:sp>
        <p:nvSpPr>
          <p:cNvPr id="2" name="Picture Placeholder 1"/>
          <p:cNvSpPr>
            <a:spLocks noGrp="1"/>
          </p:cNvSpPr>
          <p:nvPr>
            <p:ph type="pic" sz="quarter" idx="10"/>
          </p:nvPr>
        </p:nvSpPr>
        <p:spPr/>
        <p:txBody>
          <a:bodyPr/>
          <a:lstStyle/>
          <a:p>
            <a:endParaRPr lang="es-CO"/>
          </a:p>
        </p:txBody>
      </p:sp>
      <p:sp>
        <p:nvSpPr>
          <p:cNvPr id="11" name="Freeform 5"/>
          <p:cNvSpPr>
            <a:spLocks/>
          </p:cNvSpPr>
          <p:nvPr/>
        </p:nvSpPr>
        <p:spPr bwMode="auto">
          <a:xfrm>
            <a:off x="7102111" y="4132714"/>
            <a:ext cx="1563312" cy="1582802"/>
          </a:xfrm>
          <a:custGeom>
            <a:avLst/>
            <a:gdLst>
              <a:gd name="T0" fmla="*/ 155 w 802"/>
              <a:gd name="T1" fmla="*/ 812 h 812"/>
              <a:gd name="T2" fmla="*/ 802 w 802"/>
              <a:gd name="T3" fmla="*/ 0 h 812"/>
              <a:gd name="T4" fmla="*/ 0 w 802"/>
              <a:gd name="T5" fmla="*/ 654 h 812"/>
              <a:gd name="T6" fmla="*/ 155 w 802"/>
              <a:gd name="T7" fmla="*/ 812 h 812"/>
            </a:gdLst>
            <a:ahLst/>
            <a:cxnLst>
              <a:cxn ang="0">
                <a:pos x="T0" y="T1"/>
              </a:cxn>
              <a:cxn ang="0">
                <a:pos x="T2" y="T3"/>
              </a:cxn>
              <a:cxn ang="0">
                <a:pos x="T4" y="T5"/>
              </a:cxn>
              <a:cxn ang="0">
                <a:pos x="T6" y="T7"/>
              </a:cxn>
            </a:cxnLst>
            <a:rect l="0" t="0" r="r" b="b"/>
            <a:pathLst>
              <a:path w="802" h="812">
                <a:moveTo>
                  <a:pt x="155" y="812"/>
                </a:moveTo>
                <a:lnTo>
                  <a:pt x="802" y="0"/>
                </a:lnTo>
                <a:lnTo>
                  <a:pt x="0" y="654"/>
                </a:lnTo>
                <a:lnTo>
                  <a:pt x="155" y="812"/>
                </a:lnTo>
                <a:close/>
              </a:path>
            </a:pathLst>
          </a:custGeom>
          <a:solidFill>
            <a:srgbClr val="605FC0"/>
          </a:solidFill>
          <a:ln>
            <a:noFill/>
          </a:ln>
        </p:spPr>
        <p:txBody>
          <a:bodyPr vert="horz" wrap="square" lIns="91440" tIns="45720" rIns="91440" bIns="45720" numCol="1" anchor="t" anchorCtr="0" compatLnSpc="1">
            <a:prstTxWarp prst="textNoShape">
              <a:avLst/>
            </a:prstTxWarp>
          </a:bodyPr>
          <a:lstStyle/>
          <a:p>
            <a:endParaRPr lang="en-US"/>
          </a:p>
        </p:txBody>
      </p:sp>
      <p:pic>
        <p:nvPicPr>
          <p:cNvPr id="7" name="Imagen 6">
            <a:extLst>
              <a:ext uri="{FF2B5EF4-FFF2-40B4-BE49-F238E27FC236}">
                <a16:creationId xmlns:a16="http://schemas.microsoft.com/office/drawing/2014/main" id="{81F708FE-4771-8697-F556-C405E0FE8D0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9795" y="6368290"/>
            <a:ext cx="1498186" cy="239305"/>
          </a:xfrm>
          <a:prstGeom prst="rect">
            <a:avLst/>
          </a:prstGeom>
        </p:spPr>
      </p:pic>
      <p:pic>
        <p:nvPicPr>
          <p:cNvPr id="8" name="Imagen 7">
            <a:extLst>
              <a:ext uri="{FF2B5EF4-FFF2-40B4-BE49-F238E27FC236}">
                <a16:creationId xmlns:a16="http://schemas.microsoft.com/office/drawing/2014/main" id="{6B9D72A7-61AA-570E-CCBA-E60A3F487B66}"/>
              </a:ext>
            </a:extLst>
          </p:cNvPr>
          <p:cNvPicPr>
            <a:picLocks noChangeAspect="1"/>
          </p:cNvPicPr>
          <p:nvPr/>
        </p:nvPicPr>
        <p:blipFill>
          <a:blip r:embed="rId3"/>
          <a:stretch>
            <a:fillRect/>
          </a:stretch>
        </p:blipFill>
        <p:spPr>
          <a:xfrm>
            <a:off x="10547350" y="6165838"/>
            <a:ext cx="1360142" cy="644208"/>
          </a:xfrm>
          <a:prstGeom prst="rect">
            <a:avLst/>
          </a:prstGeom>
        </p:spPr>
      </p:pic>
    </p:spTree>
    <p:extLst>
      <p:ext uri="{BB962C8B-B14F-4D97-AF65-F5344CB8AC3E}">
        <p14:creationId xmlns:p14="http://schemas.microsoft.com/office/powerpoint/2010/main" val="9693763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Rectangle 57"/>
          <p:cNvSpPr/>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517640" y="576548"/>
            <a:ext cx="4407874" cy="630942"/>
          </a:xfrm>
          <a:prstGeom prst="rect">
            <a:avLst/>
          </a:prstGeom>
          <a:noFill/>
        </p:spPr>
        <p:txBody>
          <a:bodyPr wrap="none" rtlCol="0">
            <a:spAutoFit/>
          </a:bodyPr>
          <a:lstStyle/>
          <a:p>
            <a:pPr algn="ctr"/>
            <a:r>
              <a:rPr lang="en-US" sz="3500" b="1" err="1">
                <a:latin typeface="Open Sans" panose="020B0606030504020204" pitchFamily="34" charset="0"/>
                <a:ea typeface="Open Sans" panose="020B0606030504020204" pitchFamily="34" charset="0"/>
                <a:cs typeface="Open Sans" panose="020B0606030504020204" pitchFamily="34" charset="0"/>
              </a:rPr>
              <a:t>Tabla</a:t>
            </a:r>
            <a:r>
              <a:rPr lang="en-US" sz="3500" b="1">
                <a:latin typeface="Open Sans" panose="020B0606030504020204" pitchFamily="34" charset="0"/>
                <a:ea typeface="Open Sans" panose="020B0606030504020204" pitchFamily="34" charset="0"/>
                <a:cs typeface="Open Sans" panose="020B0606030504020204" pitchFamily="34" charset="0"/>
              </a:rPr>
              <a:t> de </a:t>
            </a:r>
            <a:r>
              <a:rPr lang="en-US" sz="3500" b="1" err="1">
                <a:latin typeface="Open Sans" panose="020B0606030504020204" pitchFamily="34" charset="0"/>
                <a:ea typeface="Open Sans" panose="020B0606030504020204" pitchFamily="34" charset="0"/>
                <a:cs typeface="Open Sans" panose="020B0606030504020204" pitchFamily="34" charset="0"/>
              </a:rPr>
              <a:t>contenido</a:t>
            </a:r>
            <a:endParaRPr lang="en-US" sz="3500" b="1">
              <a:latin typeface="Open Sans" panose="020B0606030504020204" pitchFamily="34" charset="0"/>
              <a:ea typeface="Open Sans" panose="020B0606030504020204" pitchFamily="34" charset="0"/>
              <a:cs typeface="Open Sans" panose="020B0606030504020204" pitchFamily="34" charset="0"/>
            </a:endParaRPr>
          </a:p>
        </p:txBody>
      </p:sp>
      <p:sp>
        <p:nvSpPr>
          <p:cNvPr id="6" name="TextBox 5">
            <a:extLst>
              <a:ext uri="{FF2B5EF4-FFF2-40B4-BE49-F238E27FC236}">
                <a16:creationId xmlns:a16="http://schemas.microsoft.com/office/drawing/2014/main" id="{457A21F0-A8BD-5AB4-B07D-6F9C7919960C}"/>
              </a:ext>
            </a:extLst>
          </p:cNvPr>
          <p:cNvSpPr txBox="1"/>
          <p:nvPr/>
        </p:nvSpPr>
        <p:spPr>
          <a:xfrm>
            <a:off x="7065927" y="1448132"/>
            <a:ext cx="3453959" cy="481157"/>
          </a:xfrm>
          <a:prstGeom prst="rect">
            <a:avLst/>
          </a:prstGeom>
          <a:noFill/>
        </p:spPr>
        <p:txBody>
          <a:bodyPr wrap="square">
            <a:spAutoFit/>
          </a:bodyPr>
          <a:lstStyle/>
          <a:p>
            <a:pPr>
              <a:lnSpc>
                <a:spcPts val="1600"/>
              </a:lnSpc>
            </a:pPr>
            <a:r>
              <a:rPr lang="en-US" sz="900" i="0">
                <a:solidFill>
                  <a:schemeClr val="tx1">
                    <a:lumMod val="50000"/>
                    <a:lumOff val="50000"/>
                  </a:schemeClr>
                </a:solidFill>
                <a:effectLst/>
                <a:latin typeface="Open Sans" panose="020B0606030504020204" pitchFamily="34" charset="0"/>
                <a:ea typeface="Open Sans" panose="020B0606030504020204" pitchFamily="34" charset="0"/>
                <a:cs typeface="Open Sans" panose="020B0606030504020204" pitchFamily="34" charset="0"/>
              </a:rPr>
              <a:t>Lorem Ipsum </a:t>
            </a:r>
            <a:r>
              <a:rPr lang="en-US" sz="900" b="0" i="0">
                <a:solidFill>
                  <a:schemeClr val="tx1">
                    <a:lumMod val="50000"/>
                    <a:lumOff val="50000"/>
                  </a:schemeClr>
                </a:solidFill>
                <a:effectLst/>
                <a:latin typeface="Open Sans" panose="020B0606030504020204" pitchFamily="34" charset="0"/>
                <a:ea typeface="Open Sans" panose="020B0606030504020204" pitchFamily="34" charset="0"/>
                <a:cs typeface="Open Sans" panose="020B0606030504020204" pitchFamily="34" charset="0"/>
              </a:rPr>
              <a:t>is simply dummy text of the printing and standard dummy text ever since.</a:t>
            </a:r>
            <a:endParaRPr lang="en-US" sz="9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7" name="TextBox 6"/>
          <p:cNvSpPr txBox="1"/>
          <p:nvPr/>
        </p:nvSpPr>
        <p:spPr>
          <a:xfrm>
            <a:off x="6439338" y="1127774"/>
            <a:ext cx="402674" cy="323165"/>
          </a:xfrm>
          <a:prstGeom prst="rect">
            <a:avLst/>
          </a:prstGeom>
          <a:noFill/>
        </p:spPr>
        <p:txBody>
          <a:bodyPr wrap="none" rtlCol="0">
            <a:spAutoFit/>
          </a:bodyPr>
          <a:lstStyle/>
          <a:p>
            <a:r>
              <a:rPr lang="en-US" sz="1500" b="1">
                <a:solidFill>
                  <a:schemeClr val="accent1"/>
                </a:solidFill>
                <a:latin typeface="Open Sans" panose="020B0606030504020204" pitchFamily="34" charset="0"/>
                <a:ea typeface="Open Sans" panose="020B0606030504020204" pitchFamily="34" charset="0"/>
                <a:cs typeface="Open Sans" panose="020B0606030504020204" pitchFamily="34" charset="0"/>
              </a:rPr>
              <a:t>01</a:t>
            </a:r>
          </a:p>
        </p:txBody>
      </p:sp>
      <p:sp>
        <p:nvSpPr>
          <p:cNvPr id="8" name="TextBox 7">
            <a:extLst>
              <a:ext uri="{FF2B5EF4-FFF2-40B4-BE49-F238E27FC236}">
                <a16:creationId xmlns:a16="http://schemas.microsoft.com/office/drawing/2014/main" id="{42565F80-51D0-2684-F45D-C17A48AFA358}"/>
              </a:ext>
            </a:extLst>
          </p:cNvPr>
          <p:cNvSpPr txBox="1"/>
          <p:nvPr/>
        </p:nvSpPr>
        <p:spPr>
          <a:xfrm>
            <a:off x="7065927" y="1089301"/>
            <a:ext cx="2127314" cy="338554"/>
          </a:xfrm>
          <a:prstGeom prst="rect">
            <a:avLst/>
          </a:prstGeom>
          <a:noFill/>
        </p:spPr>
        <p:txBody>
          <a:bodyPr wrap="none" rtlCol="0">
            <a:spAutoFit/>
          </a:bodyPr>
          <a:lstStyle/>
          <a:p>
            <a:r>
              <a:rPr lang="en-US" sz="1600" b="1" err="1">
                <a:latin typeface="Open Sans" panose="020B0606030504020204" pitchFamily="34" charset="0"/>
                <a:ea typeface="Open Sans" panose="020B0606030504020204" pitchFamily="34" charset="0"/>
                <a:cs typeface="Open Sans" panose="020B0606030504020204" pitchFamily="34" charset="0"/>
              </a:rPr>
              <a:t>Acerca</a:t>
            </a:r>
            <a:r>
              <a:rPr lang="en-US" sz="1600" b="1">
                <a:latin typeface="Open Sans" panose="020B0606030504020204" pitchFamily="34" charset="0"/>
                <a:ea typeface="Open Sans" panose="020B0606030504020204" pitchFamily="34" charset="0"/>
                <a:cs typeface="Open Sans" panose="020B0606030504020204" pitchFamily="34" charset="0"/>
              </a:rPr>
              <a:t> de </a:t>
            </a:r>
            <a:r>
              <a:rPr lang="en-US" sz="1600" b="1" err="1">
                <a:latin typeface="Open Sans" panose="020B0606030504020204" pitchFamily="34" charset="0"/>
                <a:ea typeface="Open Sans" panose="020B0606030504020204" pitchFamily="34" charset="0"/>
                <a:cs typeface="Open Sans" panose="020B0606030504020204" pitchFamily="34" charset="0"/>
              </a:rPr>
              <a:t>nosotros</a:t>
            </a:r>
            <a:endParaRPr lang="en-US" sz="1600" b="1">
              <a:latin typeface="Open Sans" panose="020B0606030504020204" pitchFamily="34" charset="0"/>
              <a:ea typeface="Open Sans" panose="020B0606030504020204" pitchFamily="34" charset="0"/>
              <a:cs typeface="Open Sans" panose="020B0606030504020204" pitchFamily="34" charset="0"/>
            </a:endParaRPr>
          </a:p>
        </p:txBody>
      </p:sp>
      <p:sp>
        <p:nvSpPr>
          <p:cNvPr id="12" name="Oval 11"/>
          <p:cNvSpPr/>
          <p:nvPr/>
        </p:nvSpPr>
        <p:spPr>
          <a:xfrm>
            <a:off x="10966916" y="1194439"/>
            <a:ext cx="507387" cy="507387"/>
          </a:xfrm>
          <a:prstGeom prst="ellips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457A21F0-A8BD-5AB4-B07D-6F9C7919960C}"/>
              </a:ext>
            </a:extLst>
          </p:cNvPr>
          <p:cNvSpPr txBox="1"/>
          <p:nvPr/>
        </p:nvSpPr>
        <p:spPr>
          <a:xfrm>
            <a:off x="7065927" y="2872872"/>
            <a:ext cx="3453959" cy="481157"/>
          </a:xfrm>
          <a:prstGeom prst="rect">
            <a:avLst/>
          </a:prstGeom>
          <a:noFill/>
        </p:spPr>
        <p:txBody>
          <a:bodyPr wrap="square">
            <a:spAutoFit/>
          </a:bodyPr>
          <a:lstStyle/>
          <a:p>
            <a:pPr>
              <a:lnSpc>
                <a:spcPts val="1600"/>
              </a:lnSpc>
            </a:pPr>
            <a:r>
              <a:rPr lang="en-US" sz="900" i="0">
                <a:solidFill>
                  <a:schemeClr val="tx1">
                    <a:lumMod val="50000"/>
                    <a:lumOff val="50000"/>
                  </a:schemeClr>
                </a:solidFill>
                <a:effectLst/>
                <a:latin typeface="Open Sans" panose="020B0606030504020204" pitchFamily="34" charset="0"/>
                <a:ea typeface="Open Sans" panose="020B0606030504020204" pitchFamily="34" charset="0"/>
                <a:cs typeface="Open Sans" panose="020B0606030504020204" pitchFamily="34" charset="0"/>
              </a:rPr>
              <a:t>Lorem Ipsum </a:t>
            </a:r>
            <a:r>
              <a:rPr lang="en-US" sz="900" b="0" i="0">
                <a:solidFill>
                  <a:schemeClr val="tx1">
                    <a:lumMod val="50000"/>
                    <a:lumOff val="50000"/>
                  </a:schemeClr>
                </a:solidFill>
                <a:effectLst/>
                <a:latin typeface="Open Sans" panose="020B0606030504020204" pitchFamily="34" charset="0"/>
                <a:ea typeface="Open Sans" panose="020B0606030504020204" pitchFamily="34" charset="0"/>
                <a:cs typeface="Open Sans" panose="020B0606030504020204" pitchFamily="34" charset="0"/>
              </a:rPr>
              <a:t>is simply dummy text of the printing and standard dummy text ever since.</a:t>
            </a:r>
            <a:endParaRPr lang="en-US" sz="9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1" name="TextBox 20"/>
          <p:cNvSpPr txBox="1"/>
          <p:nvPr/>
        </p:nvSpPr>
        <p:spPr>
          <a:xfrm>
            <a:off x="6439338" y="2552514"/>
            <a:ext cx="402674" cy="323165"/>
          </a:xfrm>
          <a:prstGeom prst="rect">
            <a:avLst/>
          </a:prstGeom>
          <a:noFill/>
        </p:spPr>
        <p:txBody>
          <a:bodyPr wrap="none" rtlCol="0">
            <a:spAutoFit/>
          </a:bodyPr>
          <a:lstStyle/>
          <a:p>
            <a:r>
              <a:rPr lang="en-US" sz="1500" b="1">
                <a:solidFill>
                  <a:schemeClr val="accent1"/>
                </a:solidFill>
                <a:latin typeface="Open Sans" panose="020B0606030504020204" pitchFamily="34" charset="0"/>
                <a:ea typeface="Open Sans" panose="020B0606030504020204" pitchFamily="34" charset="0"/>
                <a:cs typeface="Open Sans" panose="020B0606030504020204" pitchFamily="34" charset="0"/>
              </a:rPr>
              <a:t>02</a:t>
            </a:r>
          </a:p>
        </p:txBody>
      </p:sp>
      <p:sp>
        <p:nvSpPr>
          <p:cNvPr id="22" name="TextBox 21">
            <a:extLst>
              <a:ext uri="{FF2B5EF4-FFF2-40B4-BE49-F238E27FC236}">
                <a16:creationId xmlns:a16="http://schemas.microsoft.com/office/drawing/2014/main" id="{42565F80-51D0-2684-F45D-C17A48AFA358}"/>
              </a:ext>
            </a:extLst>
          </p:cNvPr>
          <p:cNvSpPr txBox="1"/>
          <p:nvPr/>
        </p:nvSpPr>
        <p:spPr>
          <a:xfrm>
            <a:off x="7065927" y="2514041"/>
            <a:ext cx="2115387" cy="338554"/>
          </a:xfrm>
          <a:prstGeom prst="rect">
            <a:avLst/>
          </a:prstGeom>
          <a:noFill/>
        </p:spPr>
        <p:txBody>
          <a:bodyPr wrap="none" rtlCol="0">
            <a:spAutoFit/>
          </a:bodyPr>
          <a:lstStyle/>
          <a:p>
            <a:r>
              <a:rPr lang="en-US" sz="1600" b="1">
                <a:latin typeface="Open Sans" panose="020B0606030504020204" pitchFamily="34" charset="0"/>
                <a:ea typeface="Open Sans" panose="020B0606030504020204" pitchFamily="34" charset="0"/>
                <a:cs typeface="Open Sans" panose="020B0606030504020204" pitchFamily="34" charset="0"/>
              </a:rPr>
              <a:t>Metas &amp; </a:t>
            </a:r>
            <a:r>
              <a:rPr lang="en-US" sz="1600" b="1" err="1">
                <a:latin typeface="Open Sans" panose="020B0606030504020204" pitchFamily="34" charset="0"/>
                <a:ea typeface="Open Sans" panose="020B0606030504020204" pitchFamily="34" charset="0"/>
                <a:cs typeface="Open Sans" panose="020B0606030504020204" pitchFamily="34" charset="0"/>
              </a:rPr>
              <a:t>estrategia</a:t>
            </a:r>
            <a:endParaRPr lang="en-US" sz="1600" b="1">
              <a:latin typeface="Open Sans" panose="020B0606030504020204" pitchFamily="34" charset="0"/>
              <a:ea typeface="Open Sans" panose="020B0606030504020204" pitchFamily="34" charset="0"/>
              <a:cs typeface="Open Sans" panose="020B0606030504020204" pitchFamily="34" charset="0"/>
            </a:endParaRPr>
          </a:p>
        </p:txBody>
      </p:sp>
      <p:sp>
        <p:nvSpPr>
          <p:cNvPr id="23" name="Oval 22"/>
          <p:cNvSpPr/>
          <p:nvPr/>
        </p:nvSpPr>
        <p:spPr>
          <a:xfrm>
            <a:off x="10966916" y="2619179"/>
            <a:ext cx="507387" cy="507387"/>
          </a:xfrm>
          <a:prstGeom prst="ellips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457A21F0-A8BD-5AB4-B07D-6F9C7919960C}"/>
              </a:ext>
            </a:extLst>
          </p:cNvPr>
          <p:cNvSpPr txBox="1"/>
          <p:nvPr/>
        </p:nvSpPr>
        <p:spPr>
          <a:xfrm>
            <a:off x="7065927" y="4297612"/>
            <a:ext cx="3453959" cy="481157"/>
          </a:xfrm>
          <a:prstGeom prst="rect">
            <a:avLst/>
          </a:prstGeom>
          <a:noFill/>
        </p:spPr>
        <p:txBody>
          <a:bodyPr wrap="square">
            <a:spAutoFit/>
          </a:bodyPr>
          <a:lstStyle/>
          <a:p>
            <a:pPr>
              <a:lnSpc>
                <a:spcPts val="1600"/>
              </a:lnSpc>
            </a:pPr>
            <a:r>
              <a:rPr lang="en-US" sz="900" i="0">
                <a:solidFill>
                  <a:schemeClr val="tx1">
                    <a:lumMod val="50000"/>
                    <a:lumOff val="50000"/>
                  </a:schemeClr>
                </a:solidFill>
                <a:effectLst/>
                <a:latin typeface="Open Sans" panose="020B0606030504020204" pitchFamily="34" charset="0"/>
                <a:ea typeface="Open Sans" panose="020B0606030504020204" pitchFamily="34" charset="0"/>
                <a:cs typeface="Open Sans" panose="020B0606030504020204" pitchFamily="34" charset="0"/>
              </a:rPr>
              <a:t>Lorem Ipsum </a:t>
            </a:r>
            <a:r>
              <a:rPr lang="en-US" sz="900" b="0" i="0">
                <a:solidFill>
                  <a:schemeClr val="tx1">
                    <a:lumMod val="50000"/>
                    <a:lumOff val="50000"/>
                  </a:schemeClr>
                </a:solidFill>
                <a:effectLst/>
                <a:latin typeface="Open Sans" panose="020B0606030504020204" pitchFamily="34" charset="0"/>
                <a:ea typeface="Open Sans" panose="020B0606030504020204" pitchFamily="34" charset="0"/>
                <a:cs typeface="Open Sans" panose="020B0606030504020204" pitchFamily="34" charset="0"/>
              </a:rPr>
              <a:t>is simply dummy text of the printing and standard dummy text ever since.</a:t>
            </a:r>
            <a:endParaRPr lang="en-US" sz="9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7" name="TextBox 26"/>
          <p:cNvSpPr txBox="1"/>
          <p:nvPr/>
        </p:nvSpPr>
        <p:spPr>
          <a:xfrm>
            <a:off x="6439338" y="3977254"/>
            <a:ext cx="402674" cy="323165"/>
          </a:xfrm>
          <a:prstGeom prst="rect">
            <a:avLst/>
          </a:prstGeom>
          <a:noFill/>
        </p:spPr>
        <p:txBody>
          <a:bodyPr wrap="none" rtlCol="0">
            <a:spAutoFit/>
          </a:bodyPr>
          <a:lstStyle/>
          <a:p>
            <a:r>
              <a:rPr lang="en-US" sz="1500" b="1">
                <a:solidFill>
                  <a:schemeClr val="accent1"/>
                </a:solidFill>
                <a:latin typeface="Open Sans" panose="020B0606030504020204" pitchFamily="34" charset="0"/>
                <a:ea typeface="Open Sans" panose="020B0606030504020204" pitchFamily="34" charset="0"/>
                <a:cs typeface="Open Sans" panose="020B0606030504020204" pitchFamily="34" charset="0"/>
              </a:rPr>
              <a:t>03</a:t>
            </a:r>
          </a:p>
        </p:txBody>
      </p:sp>
      <p:sp>
        <p:nvSpPr>
          <p:cNvPr id="28" name="TextBox 27">
            <a:extLst>
              <a:ext uri="{FF2B5EF4-FFF2-40B4-BE49-F238E27FC236}">
                <a16:creationId xmlns:a16="http://schemas.microsoft.com/office/drawing/2014/main" id="{42565F80-51D0-2684-F45D-C17A48AFA358}"/>
              </a:ext>
            </a:extLst>
          </p:cNvPr>
          <p:cNvSpPr txBox="1"/>
          <p:nvPr/>
        </p:nvSpPr>
        <p:spPr>
          <a:xfrm>
            <a:off x="7065927" y="3938781"/>
            <a:ext cx="2232406" cy="338554"/>
          </a:xfrm>
          <a:prstGeom prst="rect">
            <a:avLst/>
          </a:prstGeom>
          <a:noFill/>
        </p:spPr>
        <p:txBody>
          <a:bodyPr wrap="none" rtlCol="0">
            <a:spAutoFit/>
          </a:bodyPr>
          <a:lstStyle/>
          <a:p>
            <a:r>
              <a:rPr lang="en-US" sz="1600" b="1" err="1">
                <a:latin typeface="Open Sans" panose="020B0606030504020204" pitchFamily="34" charset="0"/>
                <a:ea typeface="Open Sans" panose="020B0606030504020204" pitchFamily="34" charset="0"/>
                <a:cs typeface="Open Sans" panose="020B0606030504020204" pitchFamily="34" charset="0"/>
              </a:rPr>
              <a:t>Análisis</a:t>
            </a:r>
            <a:r>
              <a:rPr lang="en-US" sz="1600" b="1">
                <a:latin typeface="Open Sans" panose="020B0606030504020204" pitchFamily="34" charset="0"/>
                <a:ea typeface="Open Sans" panose="020B0606030504020204" pitchFamily="34" charset="0"/>
                <a:cs typeface="Open Sans" panose="020B0606030504020204" pitchFamily="34" charset="0"/>
              </a:rPr>
              <a:t> de mercado</a:t>
            </a:r>
          </a:p>
        </p:txBody>
      </p:sp>
      <p:sp>
        <p:nvSpPr>
          <p:cNvPr id="29" name="Oval 28"/>
          <p:cNvSpPr/>
          <p:nvPr/>
        </p:nvSpPr>
        <p:spPr>
          <a:xfrm>
            <a:off x="10966916" y="4043919"/>
            <a:ext cx="507387" cy="507387"/>
          </a:xfrm>
          <a:prstGeom prst="ellips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 name="Straight Connector 13"/>
          <p:cNvCxnSpPr/>
          <p:nvPr/>
        </p:nvCxnSpPr>
        <p:spPr>
          <a:xfrm>
            <a:off x="6597809" y="2177047"/>
            <a:ext cx="4901863" cy="0"/>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6597809" y="3601787"/>
            <a:ext cx="4901863" cy="0"/>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a:off x="6597809" y="5026527"/>
            <a:ext cx="4901863" cy="0"/>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id="{457A21F0-A8BD-5AB4-B07D-6F9C7919960C}"/>
              </a:ext>
            </a:extLst>
          </p:cNvPr>
          <p:cNvSpPr txBox="1"/>
          <p:nvPr/>
        </p:nvSpPr>
        <p:spPr>
          <a:xfrm>
            <a:off x="7065927" y="5722352"/>
            <a:ext cx="3453959" cy="481157"/>
          </a:xfrm>
          <a:prstGeom prst="rect">
            <a:avLst/>
          </a:prstGeom>
          <a:noFill/>
        </p:spPr>
        <p:txBody>
          <a:bodyPr wrap="square">
            <a:spAutoFit/>
          </a:bodyPr>
          <a:lstStyle/>
          <a:p>
            <a:pPr>
              <a:lnSpc>
                <a:spcPts val="1600"/>
              </a:lnSpc>
            </a:pPr>
            <a:r>
              <a:rPr lang="en-US" sz="900" i="0">
                <a:solidFill>
                  <a:schemeClr val="tx1">
                    <a:lumMod val="50000"/>
                    <a:lumOff val="50000"/>
                  </a:schemeClr>
                </a:solidFill>
                <a:effectLst/>
                <a:latin typeface="Open Sans" panose="020B0606030504020204" pitchFamily="34" charset="0"/>
                <a:ea typeface="Open Sans" panose="020B0606030504020204" pitchFamily="34" charset="0"/>
                <a:cs typeface="Open Sans" panose="020B0606030504020204" pitchFamily="34" charset="0"/>
              </a:rPr>
              <a:t>Lorem Ipsum </a:t>
            </a:r>
            <a:r>
              <a:rPr lang="en-US" sz="900" b="0" i="0">
                <a:solidFill>
                  <a:schemeClr val="tx1">
                    <a:lumMod val="50000"/>
                    <a:lumOff val="50000"/>
                  </a:schemeClr>
                </a:solidFill>
                <a:effectLst/>
                <a:latin typeface="Open Sans" panose="020B0606030504020204" pitchFamily="34" charset="0"/>
                <a:ea typeface="Open Sans" panose="020B0606030504020204" pitchFamily="34" charset="0"/>
                <a:cs typeface="Open Sans" panose="020B0606030504020204" pitchFamily="34" charset="0"/>
              </a:rPr>
              <a:t>is simply dummy text of the printing and standard dummy text ever since.</a:t>
            </a:r>
            <a:endParaRPr lang="en-US" sz="9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33" name="TextBox 32"/>
          <p:cNvSpPr txBox="1"/>
          <p:nvPr/>
        </p:nvSpPr>
        <p:spPr>
          <a:xfrm>
            <a:off x="6439338" y="5401994"/>
            <a:ext cx="402674" cy="323165"/>
          </a:xfrm>
          <a:prstGeom prst="rect">
            <a:avLst/>
          </a:prstGeom>
          <a:noFill/>
        </p:spPr>
        <p:txBody>
          <a:bodyPr wrap="none" rtlCol="0">
            <a:spAutoFit/>
          </a:bodyPr>
          <a:lstStyle/>
          <a:p>
            <a:r>
              <a:rPr lang="en-US" sz="1500" b="1">
                <a:solidFill>
                  <a:schemeClr val="accent1"/>
                </a:solidFill>
                <a:latin typeface="Open Sans" panose="020B0606030504020204" pitchFamily="34" charset="0"/>
                <a:ea typeface="Open Sans" panose="020B0606030504020204" pitchFamily="34" charset="0"/>
                <a:cs typeface="Open Sans" panose="020B0606030504020204" pitchFamily="34" charset="0"/>
              </a:rPr>
              <a:t>04</a:t>
            </a:r>
          </a:p>
        </p:txBody>
      </p:sp>
      <p:sp>
        <p:nvSpPr>
          <p:cNvPr id="34" name="TextBox 33">
            <a:extLst>
              <a:ext uri="{FF2B5EF4-FFF2-40B4-BE49-F238E27FC236}">
                <a16:creationId xmlns:a16="http://schemas.microsoft.com/office/drawing/2014/main" id="{42565F80-51D0-2684-F45D-C17A48AFA358}"/>
              </a:ext>
            </a:extLst>
          </p:cNvPr>
          <p:cNvSpPr txBox="1"/>
          <p:nvPr/>
        </p:nvSpPr>
        <p:spPr>
          <a:xfrm>
            <a:off x="7065927" y="5363521"/>
            <a:ext cx="2023311" cy="338554"/>
          </a:xfrm>
          <a:prstGeom prst="rect">
            <a:avLst/>
          </a:prstGeom>
          <a:noFill/>
        </p:spPr>
        <p:txBody>
          <a:bodyPr wrap="none" rtlCol="0">
            <a:spAutoFit/>
          </a:bodyPr>
          <a:lstStyle/>
          <a:p>
            <a:r>
              <a:rPr lang="en-US" sz="1600" b="1">
                <a:latin typeface="Open Sans" panose="020B0606030504020204" pitchFamily="34" charset="0"/>
                <a:ea typeface="Open Sans" panose="020B0606030504020204" pitchFamily="34" charset="0"/>
                <a:cs typeface="Open Sans" panose="020B0606030504020204" pitchFamily="34" charset="0"/>
              </a:rPr>
              <a:t>Plan de </a:t>
            </a:r>
            <a:r>
              <a:rPr lang="en-US" sz="1600" b="1" err="1">
                <a:latin typeface="Open Sans" panose="020B0606030504020204" pitchFamily="34" charset="0"/>
                <a:ea typeface="Open Sans" panose="020B0606030504020204" pitchFamily="34" charset="0"/>
                <a:cs typeface="Open Sans" panose="020B0606030504020204" pitchFamily="34" charset="0"/>
              </a:rPr>
              <a:t>contenido</a:t>
            </a:r>
            <a:endParaRPr lang="en-US" sz="1600" b="1">
              <a:latin typeface="Open Sans" panose="020B0606030504020204" pitchFamily="34" charset="0"/>
              <a:ea typeface="Open Sans" panose="020B0606030504020204" pitchFamily="34" charset="0"/>
              <a:cs typeface="Open Sans" panose="020B0606030504020204" pitchFamily="34" charset="0"/>
            </a:endParaRPr>
          </a:p>
        </p:txBody>
      </p:sp>
      <p:sp>
        <p:nvSpPr>
          <p:cNvPr id="35" name="Oval 34"/>
          <p:cNvSpPr/>
          <p:nvPr/>
        </p:nvSpPr>
        <p:spPr>
          <a:xfrm>
            <a:off x="10966916" y="5468659"/>
            <a:ext cx="507387" cy="507387"/>
          </a:xfrm>
          <a:prstGeom prst="ellips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Freeform 100">
            <a:extLst>
              <a:ext uri="{FF2B5EF4-FFF2-40B4-BE49-F238E27FC236}">
                <a16:creationId xmlns:a16="http://schemas.microsoft.com/office/drawing/2014/main" id="{B145C96E-9984-3DF2-8629-B8CC445D57CC}"/>
              </a:ext>
            </a:extLst>
          </p:cNvPr>
          <p:cNvSpPr>
            <a:spLocks noEditPoints="1"/>
          </p:cNvSpPr>
          <p:nvPr/>
        </p:nvSpPr>
        <p:spPr bwMode="auto">
          <a:xfrm>
            <a:off x="10942452" y="3985764"/>
            <a:ext cx="338029" cy="361182"/>
          </a:xfrm>
          <a:custGeom>
            <a:avLst/>
            <a:gdLst>
              <a:gd name="T0" fmla="*/ 52 w 313"/>
              <a:gd name="T1" fmla="*/ 22 h 334"/>
              <a:gd name="T2" fmla="*/ 58 w 313"/>
              <a:gd name="T3" fmla="*/ 40 h 334"/>
              <a:gd name="T4" fmla="*/ 52 w 313"/>
              <a:gd name="T5" fmla="*/ 34 h 334"/>
              <a:gd name="T6" fmla="*/ 102 w 313"/>
              <a:gd name="T7" fmla="*/ 33 h 334"/>
              <a:gd name="T8" fmla="*/ 234 w 313"/>
              <a:gd name="T9" fmla="*/ 39 h 334"/>
              <a:gd name="T10" fmla="*/ 234 w 313"/>
              <a:gd name="T11" fmla="*/ 39 h 334"/>
              <a:gd name="T12" fmla="*/ 252 w 313"/>
              <a:gd name="T13" fmla="*/ 43 h 334"/>
              <a:gd name="T14" fmla="*/ 270 w 313"/>
              <a:gd name="T15" fmla="*/ 39 h 334"/>
              <a:gd name="T16" fmla="*/ 158 w 313"/>
              <a:gd name="T17" fmla="*/ 100 h 334"/>
              <a:gd name="T18" fmla="*/ 313 w 313"/>
              <a:gd name="T19" fmla="*/ 14 h 334"/>
              <a:gd name="T20" fmla="*/ 50 w 313"/>
              <a:gd name="T21" fmla="*/ 12 h 334"/>
              <a:gd name="T22" fmla="*/ 301 w 313"/>
              <a:gd name="T23" fmla="*/ 64 h 334"/>
              <a:gd name="T24" fmla="*/ 12 w 313"/>
              <a:gd name="T25" fmla="*/ 14 h 334"/>
              <a:gd name="T26" fmla="*/ 30 w 313"/>
              <a:gd name="T27" fmla="*/ 0 h 334"/>
              <a:gd name="T28" fmla="*/ 14 w 313"/>
              <a:gd name="T29" fmla="*/ 78 h 334"/>
              <a:gd name="T30" fmla="*/ 44 w 313"/>
              <a:gd name="T31" fmla="*/ 106 h 334"/>
              <a:gd name="T32" fmla="*/ 301 w 313"/>
              <a:gd name="T33" fmla="*/ 165 h 334"/>
              <a:gd name="T34" fmla="*/ 152 w 313"/>
              <a:gd name="T35" fmla="*/ 167 h 334"/>
              <a:gd name="T36" fmla="*/ 14 w 313"/>
              <a:gd name="T37" fmla="*/ 112 h 334"/>
              <a:gd name="T38" fmla="*/ 14 w 313"/>
              <a:gd name="T39" fmla="*/ 100 h 334"/>
              <a:gd name="T40" fmla="*/ 146 w 313"/>
              <a:gd name="T41" fmla="*/ 179 h 334"/>
              <a:gd name="T42" fmla="*/ 50 w 313"/>
              <a:gd name="T43" fmla="*/ 212 h 334"/>
              <a:gd name="T44" fmla="*/ 299 w 313"/>
              <a:gd name="T45" fmla="*/ 267 h 334"/>
              <a:gd name="T46" fmla="*/ 14 w 313"/>
              <a:gd name="T47" fmla="*/ 212 h 334"/>
              <a:gd name="T48" fmla="*/ 14 w 313"/>
              <a:gd name="T49" fmla="*/ 200 h 334"/>
              <a:gd name="T50" fmla="*/ 147 w 313"/>
              <a:gd name="T51" fmla="*/ 279 h 334"/>
              <a:gd name="T52" fmla="*/ 20 w 313"/>
              <a:gd name="T53" fmla="*/ 318 h 334"/>
              <a:gd name="T54" fmla="*/ 167 w 313"/>
              <a:gd name="T55" fmla="*/ 324 h 334"/>
              <a:gd name="T56" fmla="*/ 168 w 313"/>
              <a:gd name="T57" fmla="*/ 312 h 334"/>
              <a:gd name="T58" fmla="*/ 313 w 313"/>
              <a:gd name="T59" fmla="*/ 265 h 334"/>
              <a:gd name="T60" fmla="*/ 158 w 313"/>
              <a:gd name="T61" fmla="*/ 179 h 334"/>
              <a:gd name="T62" fmla="*/ 299 w 313"/>
              <a:gd name="T63" fmla="*/ 100 h 334"/>
              <a:gd name="T64" fmla="*/ 157 w 313"/>
              <a:gd name="T65" fmla="*/ 317 h 334"/>
              <a:gd name="T66" fmla="*/ 69 w 313"/>
              <a:gd name="T67" fmla="*/ 141 h 334"/>
              <a:gd name="T68" fmla="*/ 52 w 313"/>
              <a:gd name="T69" fmla="*/ 135 h 334"/>
              <a:gd name="T70" fmla="*/ 52 w 313"/>
              <a:gd name="T71" fmla="*/ 135 h 334"/>
              <a:gd name="T72" fmla="*/ 102 w 313"/>
              <a:gd name="T73" fmla="*/ 133 h 334"/>
              <a:gd name="T74" fmla="*/ 234 w 313"/>
              <a:gd name="T75" fmla="*/ 139 h 334"/>
              <a:gd name="T76" fmla="*/ 234 w 313"/>
              <a:gd name="T77" fmla="*/ 139 h 334"/>
              <a:gd name="T78" fmla="*/ 252 w 313"/>
              <a:gd name="T79" fmla="*/ 144 h 334"/>
              <a:gd name="T80" fmla="*/ 270 w 313"/>
              <a:gd name="T81" fmla="*/ 139 h 334"/>
              <a:gd name="T82" fmla="*/ 69 w 313"/>
              <a:gd name="T83" fmla="*/ 241 h 334"/>
              <a:gd name="T84" fmla="*/ 51 w 313"/>
              <a:gd name="T85" fmla="*/ 235 h 334"/>
              <a:gd name="T86" fmla="*/ 51 w 313"/>
              <a:gd name="T87" fmla="*/ 235 h 334"/>
              <a:gd name="T88" fmla="*/ 102 w 313"/>
              <a:gd name="T89" fmla="*/ 233 h 334"/>
              <a:gd name="T90" fmla="*/ 234 w 313"/>
              <a:gd name="T91" fmla="*/ 239 h 334"/>
              <a:gd name="T92" fmla="*/ 234 w 313"/>
              <a:gd name="T93" fmla="*/ 239 h 334"/>
              <a:gd name="T94" fmla="*/ 252 w 313"/>
              <a:gd name="T95" fmla="*/ 244 h 334"/>
              <a:gd name="T96" fmla="*/ 270 w 313"/>
              <a:gd name="T97" fmla="*/ 239 h 334"/>
              <a:gd name="T98" fmla="*/ 5 w 313"/>
              <a:gd name="T99" fmla="*/ 318 h 334"/>
              <a:gd name="T100" fmla="*/ 306 w 313"/>
              <a:gd name="T101" fmla="*/ 314 h 334"/>
              <a:gd name="T102" fmla="*/ 306 w 313"/>
              <a:gd name="T103" fmla="*/ 314 h 3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313" h="334">
                <a:moveTo>
                  <a:pt x="52" y="58"/>
                </a:moveTo>
                <a:cubicBezTo>
                  <a:pt x="61" y="58"/>
                  <a:pt x="69" y="50"/>
                  <a:pt x="70" y="40"/>
                </a:cubicBezTo>
                <a:cubicBezTo>
                  <a:pt x="69" y="40"/>
                  <a:pt x="69" y="40"/>
                  <a:pt x="69" y="40"/>
                </a:cubicBezTo>
                <a:cubicBezTo>
                  <a:pt x="69" y="30"/>
                  <a:pt x="61" y="22"/>
                  <a:pt x="52" y="22"/>
                </a:cubicBezTo>
                <a:cubicBezTo>
                  <a:pt x="42" y="22"/>
                  <a:pt x="33" y="30"/>
                  <a:pt x="33" y="40"/>
                </a:cubicBezTo>
                <a:cubicBezTo>
                  <a:pt x="33" y="50"/>
                  <a:pt x="42" y="58"/>
                  <a:pt x="52" y="58"/>
                </a:cubicBezTo>
                <a:close/>
                <a:moveTo>
                  <a:pt x="52" y="34"/>
                </a:moveTo>
                <a:cubicBezTo>
                  <a:pt x="55" y="34"/>
                  <a:pt x="57" y="37"/>
                  <a:pt x="58" y="40"/>
                </a:cubicBezTo>
                <a:cubicBezTo>
                  <a:pt x="57" y="40"/>
                  <a:pt x="57" y="40"/>
                  <a:pt x="57" y="40"/>
                </a:cubicBezTo>
                <a:cubicBezTo>
                  <a:pt x="57" y="44"/>
                  <a:pt x="55" y="46"/>
                  <a:pt x="52" y="46"/>
                </a:cubicBezTo>
                <a:cubicBezTo>
                  <a:pt x="48" y="46"/>
                  <a:pt x="46" y="44"/>
                  <a:pt x="46" y="40"/>
                </a:cubicBezTo>
                <a:cubicBezTo>
                  <a:pt x="46" y="37"/>
                  <a:pt x="48" y="34"/>
                  <a:pt x="52" y="34"/>
                </a:cubicBezTo>
                <a:close/>
                <a:moveTo>
                  <a:pt x="200" y="45"/>
                </a:moveTo>
                <a:cubicBezTo>
                  <a:pt x="204" y="45"/>
                  <a:pt x="206" y="42"/>
                  <a:pt x="206" y="39"/>
                </a:cubicBezTo>
                <a:cubicBezTo>
                  <a:pt x="206" y="35"/>
                  <a:pt x="204" y="33"/>
                  <a:pt x="200" y="33"/>
                </a:cubicBezTo>
                <a:cubicBezTo>
                  <a:pt x="102" y="33"/>
                  <a:pt x="102" y="33"/>
                  <a:pt x="102" y="33"/>
                </a:cubicBezTo>
                <a:cubicBezTo>
                  <a:pt x="99" y="33"/>
                  <a:pt x="96" y="35"/>
                  <a:pt x="96" y="39"/>
                </a:cubicBezTo>
                <a:cubicBezTo>
                  <a:pt x="96" y="42"/>
                  <a:pt x="99" y="45"/>
                  <a:pt x="102" y="45"/>
                </a:cubicBezTo>
                <a:lnTo>
                  <a:pt x="200" y="45"/>
                </a:lnTo>
                <a:close/>
                <a:moveTo>
                  <a:pt x="234" y="39"/>
                </a:moveTo>
                <a:cubicBezTo>
                  <a:pt x="234" y="36"/>
                  <a:pt x="232" y="34"/>
                  <a:pt x="230" y="34"/>
                </a:cubicBezTo>
                <a:cubicBezTo>
                  <a:pt x="228" y="34"/>
                  <a:pt x="225" y="36"/>
                  <a:pt x="225" y="39"/>
                </a:cubicBezTo>
                <a:cubicBezTo>
                  <a:pt x="225" y="41"/>
                  <a:pt x="228" y="43"/>
                  <a:pt x="230" y="43"/>
                </a:cubicBezTo>
                <a:cubicBezTo>
                  <a:pt x="232" y="43"/>
                  <a:pt x="234" y="41"/>
                  <a:pt x="234" y="39"/>
                </a:cubicBezTo>
                <a:close/>
                <a:moveTo>
                  <a:pt x="256" y="39"/>
                </a:moveTo>
                <a:cubicBezTo>
                  <a:pt x="256" y="36"/>
                  <a:pt x="254" y="34"/>
                  <a:pt x="252" y="34"/>
                </a:cubicBezTo>
                <a:cubicBezTo>
                  <a:pt x="249" y="34"/>
                  <a:pt x="247" y="36"/>
                  <a:pt x="247" y="39"/>
                </a:cubicBezTo>
                <a:cubicBezTo>
                  <a:pt x="247" y="41"/>
                  <a:pt x="249" y="43"/>
                  <a:pt x="252" y="43"/>
                </a:cubicBezTo>
                <a:cubicBezTo>
                  <a:pt x="254" y="43"/>
                  <a:pt x="256" y="41"/>
                  <a:pt x="256" y="39"/>
                </a:cubicBezTo>
                <a:close/>
                <a:moveTo>
                  <a:pt x="279" y="39"/>
                </a:moveTo>
                <a:cubicBezTo>
                  <a:pt x="279" y="36"/>
                  <a:pt x="277" y="34"/>
                  <a:pt x="274" y="34"/>
                </a:cubicBezTo>
                <a:cubicBezTo>
                  <a:pt x="272" y="34"/>
                  <a:pt x="270" y="36"/>
                  <a:pt x="270" y="39"/>
                </a:cubicBezTo>
                <a:cubicBezTo>
                  <a:pt x="270" y="41"/>
                  <a:pt x="272" y="43"/>
                  <a:pt x="274" y="43"/>
                </a:cubicBezTo>
                <a:cubicBezTo>
                  <a:pt x="277" y="43"/>
                  <a:pt x="279" y="41"/>
                  <a:pt x="279" y="39"/>
                </a:cubicBezTo>
                <a:close/>
                <a:moveTo>
                  <a:pt x="299" y="100"/>
                </a:moveTo>
                <a:cubicBezTo>
                  <a:pt x="158" y="100"/>
                  <a:pt x="158" y="100"/>
                  <a:pt x="158" y="100"/>
                </a:cubicBezTo>
                <a:cubicBezTo>
                  <a:pt x="158" y="78"/>
                  <a:pt x="158" y="78"/>
                  <a:pt x="158" y="78"/>
                </a:cubicBezTo>
                <a:cubicBezTo>
                  <a:pt x="299" y="78"/>
                  <a:pt x="299" y="78"/>
                  <a:pt x="299" y="78"/>
                </a:cubicBezTo>
                <a:cubicBezTo>
                  <a:pt x="306" y="78"/>
                  <a:pt x="313" y="72"/>
                  <a:pt x="313" y="64"/>
                </a:cubicBezTo>
                <a:cubicBezTo>
                  <a:pt x="313" y="14"/>
                  <a:pt x="313" y="14"/>
                  <a:pt x="313" y="14"/>
                </a:cubicBezTo>
                <a:cubicBezTo>
                  <a:pt x="313" y="6"/>
                  <a:pt x="306" y="0"/>
                  <a:pt x="299" y="0"/>
                </a:cubicBezTo>
                <a:cubicBezTo>
                  <a:pt x="50" y="0"/>
                  <a:pt x="50" y="0"/>
                  <a:pt x="50" y="0"/>
                </a:cubicBezTo>
                <a:cubicBezTo>
                  <a:pt x="47" y="0"/>
                  <a:pt x="44" y="2"/>
                  <a:pt x="44" y="6"/>
                </a:cubicBezTo>
                <a:cubicBezTo>
                  <a:pt x="44" y="9"/>
                  <a:pt x="47" y="12"/>
                  <a:pt x="50" y="12"/>
                </a:cubicBezTo>
                <a:cubicBezTo>
                  <a:pt x="50" y="12"/>
                  <a:pt x="50" y="12"/>
                  <a:pt x="50" y="12"/>
                </a:cubicBezTo>
                <a:cubicBezTo>
                  <a:pt x="299" y="12"/>
                  <a:pt x="299" y="12"/>
                  <a:pt x="299" y="12"/>
                </a:cubicBezTo>
                <a:cubicBezTo>
                  <a:pt x="300" y="12"/>
                  <a:pt x="301" y="12"/>
                  <a:pt x="301" y="14"/>
                </a:cubicBezTo>
                <a:cubicBezTo>
                  <a:pt x="301" y="64"/>
                  <a:pt x="301" y="64"/>
                  <a:pt x="301" y="64"/>
                </a:cubicBezTo>
                <a:cubicBezTo>
                  <a:pt x="301" y="66"/>
                  <a:pt x="300" y="66"/>
                  <a:pt x="299" y="66"/>
                </a:cubicBezTo>
                <a:cubicBezTo>
                  <a:pt x="14" y="66"/>
                  <a:pt x="14" y="66"/>
                  <a:pt x="14" y="66"/>
                </a:cubicBezTo>
                <a:cubicBezTo>
                  <a:pt x="13" y="66"/>
                  <a:pt x="12" y="66"/>
                  <a:pt x="12" y="64"/>
                </a:cubicBezTo>
                <a:cubicBezTo>
                  <a:pt x="12" y="14"/>
                  <a:pt x="12" y="14"/>
                  <a:pt x="12" y="14"/>
                </a:cubicBezTo>
                <a:cubicBezTo>
                  <a:pt x="12" y="12"/>
                  <a:pt x="13" y="12"/>
                  <a:pt x="14" y="12"/>
                </a:cubicBezTo>
                <a:cubicBezTo>
                  <a:pt x="30" y="12"/>
                  <a:pt x="30" y="12"/>
                  <a:pt x="30" y="12"/>
                </a:cubicBezTo>
                <a:cubicBezTo>
                  <a:pt x="33" y="12"/>
                  <a:pt x="36" y="9"/>
                  <a:pt x="36" y="6"/>
                </a:cubicBezTo>
                <a:cubicBezTo>
                  <a:pt x="36" y="2"/>
                  <a:pt x="33" y="0"/>
                  <a:pt x="30" y="0"/>
                </a:cubicBezTo>
                <a:cubicBezTo>
                  <a:pt x="14" y="0"/>
                  <a:pt x="14" y="0"/>
                  <a:pt x="14" y="0"/>
                </a:cubicBezTo>
                <a:cubicBezTo>
                  <a:pt x="6" y="0"/>
                  <a:pt x="0" y="6"/>
                  <a:pt x="0" y="14"/>
                </a:cubicBezTo>
                <a:cubicBezTo>
                  <a:pt x="0" y="64"/>
                  <a:pt x="0" y="64"/>
                  <a:pt x="0" y="64"/>
                </a:cubicBezTo>
                <a:cubicBezTo>
                  <a:pt x="0" y="72"/>
                  <a:pt x="6" y="78"/>
                  <a:pt x="14" y="78"/>
                </a:cubicBezTo>
                <a:cubicBezTo>
                  <a:pt x="147" y="78"/>
                  <a:pt x="147" y="78"/>
                  <a:pt x="147" y="78"/>
                </a:cubicBezTo>
                <a:cubicBezTo>
                  <a:pt x="147" y="100"/>
                  <a:pt x="147" y="100"/>
                  <a:pt x="147" y="100"/>
                </a:cubicBezTo>
                <a:cubicBezTo>
                  <a:pt x="51" y="100"/>
                  <a:pt x="51" y="100"/>
                  <a:pt x="51" y="100"/>
                </a:cubicBezTo>
                <a:cubicBezTo>
                  <a:pt x="47" y="100"/>
                  <a:pt x="44" y="103"/>
                  <a:pt x="44" y="106"/>
                </a:cubicBezTo>
                <a:cubicBezTo>
                  <a:pt x="44" y="109"/>
                  <a:pt x="47" y="112"/>
                  <a:pt x="51" y="112"/>
                </a:cubicBezTo>
                <a:cubicBezTo>
                  <a:pt x="299" y="112"/>
                  <a:pt x="299" y="112"/>
                  <a:pt x="299" y="112"/>
                </a:cubicBezTo>
                <a:cubicBezTo>
                  <a:pt x="300" y="112"/>
                  <a:pt x="301" y="113"/>
                  <a:pt x="301" y="114"/>
                </a:cubicBezTo>
                <a:cubicBezTo>
                  <a:pt x="301" y="165"/>
                  <a:pt x="301" y="165"/>
                  <a:pt x="301" y="165"/>
                </a:cubicBezTo>
                <a:cubicBezTo>
                  <a:pt x="301" y="166"/>
                  <a:pt x="300" y="167"/>
                  <a:pt x="299" y="167"/>
                </a:cubicBezTo>
                <a:cubicBezTo>
                  <a:pt x="153" y="167"/>
                  <a:pt x="153" y="167"/>
                  <a:pt x="153" y="167"/>
                </a:cubicBezTo>
                <a:cubicBezTo>
                  <a:pt x="153" y="167"/>
                  <a:pt x="153" y="167"/>
                  <a:pt x="152" y="167"/>
                </a:cubicBezTo>
                <a:cubicBezTo>
                  <a:pt x="152" y="167"/>
                  <a:pt x="152" y="167"/>
                  <a:pt x="152" y="167"/>
                </a:cubicBezTo>
                <a:cubicBezTo>
                  <a:pt x="14" y="167"/>
                  <a:pt x="14" y="167"/>
                  <a:pt x="14" y="167"/>
                </a:cubicBezTo>
                <a:cubicBezTo>
                  <a:pt x="13" y="167"/>
                  <a:pt x="12" y="166"/>
                  <a:pt x="12" y="165"/>
                </a:cubicBezTo>
                <a:cubicBezTo>
                  <a:pt x="12" y="114"/>
                  <a:pt x="12" y="114"/>
                  <a:pt x="12" y="114"/>
                </a:cubicBezTo>
                <a:cubicBezTo>
                  <a:pt x="12" y="113"/>
                  <a:pt x="13" y="112"/>
                  <a:pt x="14" y="112"/>
                </a:cubicBezTo>
                <a:cubicBezTo>
                  <a:pt x="30" y="112"/>
                  <a:pt x="30" y="112"/>
                  <a:pt x="30" y="112"/>
                </a:cubicBezTo>
                <a:cubicBezTo>
                  <a:pt x="33" y="112"/>
                  <a:pt x="36" y="109"/>
                  <a:pt x="36" y="106"/>
                </a:cubicBezTo>
                <a:cubicBezTo>
                  <a:pt x="36" y="103"/>
                  <a:pt x="33" y="100"/>
                  <a:pt x="30" y="100"/>
                </a:cubicBezTo>
                <a:cubicBezTo>
                  <a:pt x="14" y="100"/>
                  <a:pt x="14" y="100"/>
                  <a:pt x="14" y="100"/>
                </a:cubicBezTo>
                <a:cubicBezTo>
                  <a:pt x="6" y="100"/>
                  <a:pt x="0" y="106"/>
                  <a:pt x="0" y="114"/>
                </a:cubicBezTo>
                <a:cubicBezTo>
                  <a:pt x="0" y="165"/>
                  <a:pt x="0" y="165"/>
                  <a:pt x="0" y="165"/>
                </a:cubicBezTo>
                <a:cubicBezTo>
                  <a:pt x="0" y="173"/>
                  <a:pt x="6" y="179"/>
                  <a:pt x="14" y="179"/>
                </a:cubicBezTo>
                <a:cubicBezTo>
                  <a:pt x="146" y="179"/>
                  <a:pt x="146" y="179"/>
                  <a:pt x="146" y="179"/>
                </a:cubicBezTo>
                <a:cubicBezTo>
                  <a:pt x="146" y="200"/>
                  <a:pt x="146" y="200"/>
                  <a:pt x="146" y="200"/>
                </a:cubicBezTo>
                <a:cubicBezTo>
                  <a:pt x="50" y="200"/>
                  <a:pt x="50" y="200"/>
                  <a:pt x="50" y="200"/>
                </a:cubicBezTo>
                <a:cubicBezTo>
                  <a:pt x="47" y="200"/>
                  <a:pt x="44" y="203"/>
                  <a:pt x="44" y="206"/>
                </a:cubicBezTo>
                <a:cubicBezTo>
                  <a:pt x="44" y="209"/>
                  <a:pt x="47" y="212"/>
                  <a:pt x="50" y="212"/>
                </a:cubicBezTo>
                <a:cubicBezTo>
                  <a:pt x="299" y="212"/>
                  <a:pt x="299" y="212"/>
                  <a:pt x="299" y="212"/>
                </a:cubicBezTo>
                <a:cubicBezTo>
                  <a:pt x="300" y="212"/>
                  <a:pt x="301" y="213"/>
                  <a:pt x="301" y="214"/>
                </a:cubicBezTo>
                <a:cubicBezTo>
                  <a:pt x="301" y="265"/>
                  <a:pt x="301" y="265"/>
                  <a:pt x="301" y="265"/>
                </a:cubicBezTo>
                <a:cubicBezTo>
                  <a:pt x="301" y="266"/>
                  <a:pt x="300" y="267"/>
                  <a:pt x="299" y="267"/>
                </a:cubicBezTo>
                <a:cubicBezTo>
                  <a:pt x="14" y="267"/>
                  <a:pt x="14" y="267"/>
                  <a:pt x="14" y="267"/>
                </a:cubicBezTo>
                <a:cubicBezTo>
                  <a:pt x="13" y="267"/>
                  <a:pt x="12" y="266"/>
                  <a:pt x="12" y="265"/>
                </a:cubicBezTo>
                <a:cubicBezTo>
                  <a:pt x="12" y="214"/>
                  <a:pt x="12" y="214"/>
                  <a:pt x="12" y="214"/>
                </a:cubicBezTo>
                <a:cubicBezTo>
                  <a:pt x="12" y="213"/>
                  <a:pt x="13" y="212"/>
                  <a:pt x="14" y="212"/>
                </a:cubicBezTo>
                <a:cubicBezTo>
                  <a:pt x="30" y="212"/>
                  <a:pt x="30" y="212"/>
                  <a:pt x="30" y="212"/>
                </a:cubicBezTo>
                <a:cubicBezTo>
                  <a:pt x="33" y="212"/>
                  <a:pt x="36" y="209"/>
                  <a:pt x="36" y="206"/>
                </a:cubicBezTo>
                <a:cubicBezTo>
                  <a:pt x="36" y="203"/>
                  <a:pt x="33" y="200"/>
                  <a:pt x="30" y="200"/>
                </a:cubicBezTo>
                <a:cubicBezTo>
                  <a:pt x="14" y="200"/>
                  <a:pt x="14" y="200"/>
                  <a:pt x="14" y="200"/>
                </a:cubicBezTo>
                <a:cubicBezTo>
                  <a:pt x="6" y="200"/>
                  <a:pt x="0" y="206"/>
                  <a:pt x="0" y="214"/>
                </a:cubicBezTo>
                <a:cubicBezTo>
                  <a:pt x="0" y="265"/>
                  <a:pt x="0" y="265"/>
                  <a:pt x="0" y="265"/>
                </a:cubicBezTo>
                <a:cubicBezTo>
                  <a:pt x="0" y="273"/>
                  <a:pt x="6" y="279"/>
                  <a:pt x="14" y="279"/>
                </a:cubicBezTo>
                <a:cubicBezTo>
                  <a:pt x="147" y="279"/>
                  <a:pt x="147" y="279"/>
                  <a:pt x="147" y="279"/>
                </a:cubicBezTo>
                <a:cubicBezTo>
                  <a:pt x="147" y="301"/>
                  <a:pt x="147" y="301"/>
                  <a:pt x="147" y="301"/>
                </a:cubicBezTo>
                <a:cubicBezTo>
                  <a:pt x="141" y="303"/>
                  <a:pt x="137" y="307"/>
                  <a:pt x="136" y="312"/>
                </a:cubicBezTo>
                <a:cubicBezTo>
                  <a:pt x="26" y="312"/>
                  <a:pt x="26" y="312"/>
                  <a:pt x="26" y="312"/>
                </a:cubicBezTo>
                <a:cubicBezTo>
                  <a:pt x="23" y="312"/>
                  <a:pt x="20" y="315"/>
                  <a:pt x="20" y="318"/>
                </a:cubicBezTo>
                <a:cubicBezTo>
                  <a:pt x="20" y="321"/>
                  <a:pt x="23" y="324"/>
                  <a:pt x="26" y="324"/>
                </a:cubicBezTo>
                <a:cubicBezTo>
                  <a:pt x="137" y="324"/>
                  <a:pt x="137" y="324"/>
                  <a:pt x="137" y="324"/>
                </a:cubicBezTo>
                <a:cubicBezTo>
                  <a:pt x="139" y="330"/>
                  <a:pt x="145" y="334"/>
                  <a:pt x="152" y="334"/>
                </a:cubicBezTo>
                <a:cubicBezTo>
                  <a:pt x="159" y="334"/>
                  <a:pt x="165" y="330"/>
                  <a:pt x="167" y="324"/>
                </a:cubicBezTo>
                <a:cubicBezTo>
                  <a:pt x="290" y="324"/>
                  <a:pt x="290" y="324"/>
                  <a:pt x="290" y="324"/>
                </a:cubicBezTo>
                <a:cubicBezTo>
                  <a:pt x="293" y="324"/>
                  <a:pt x="296" y="322"/>
                  <a:pt x="296" y="318"/>
                </a:cubicBezTo>
                <a:cubicBezTo>
                  <a:pt x="296" y="315"/>
                  <a:pt x="293" y="312"/>
                  <a:pt x="290" y="312"/>
                </a:cubicBezTo>
                <a:cubicBezTo>
                  <a:pt x="168" y="312"/>
                  <a:pt x="168" y="312"/>
                  <a:pt x="168" y="312"/>
                </a:cubicBezTo>
                <a:cubicBezTo>
                  <a:pt x="167" y="307"/>
                  <a:pt x="163" y="303"/>
                  <a:pt x="159" y="301"/>
                </a:cubicBezTo>
                <a:cubicBezTo>
                  <a:pt x="159" y="279"/>
                  <a:pt x="159" y="279"/>
                  <a:pt x="159" y="279"/>
                </a:cubicBezTo>
                <a:cubicBezTo>
                  <a:pt x="299" y="279"/>
                  <a:pt x="299" y="279"/>
                  <a:pt x="299" y="279"/>
                </a:cubicBezTo>
                <a:cubicBezTo>
                  <a:pt x="306" y="279"/>
                  <a:pt x="313" y="273"/>
                  <a:pt x="313" y="265"/>
                </a:cubicBezTo>
                <a:cubicBezTo>
                  <a:pt x="313" y="214"/>
                  <a:pt x="313" y="214"/>
                  <a:pt x="313" y="214"/>
                </a:cubicBezTo>
                <a:cubicBezTo>
                  <a:pt x="313" y="206"/>
                  <a:pt x="306" y="200"/>
                  <a:pt x="299" y="200"/>
                </a:cubicBezTo>
                <a:cubicBezTo>
                  <a:pt x="158" y="200"/>
                  <a:pt x="158" y="200"/>
                  <a:pt x="158" y="200"/>
                </a:cubicBezTo>
                <a:cubicBezTo>
                  <a:pt x="158" y="179"/>
                  <a:pt x="158" y="179"/>
                  <a:pt x="158" y="179"/>
                </a:cubicBezTo>
                <a:cubicBezTo>
                  <a:pt x="299" y="179"/>
                  <a:pt x="299" y="179"/>
                  <a:pt x="299" y="179"/>
                </a:cubicBezTo>
                <a:cubicBezTo>
                  <a:pt x="306" y="179"/>
                  <a:pt x="313" y="173"/>
                  <a:pt x="313" y="165"/>
                </a:cubicBezTo>
                <a:cubicBezTo>
                  <a:pt x="313" y="114"/>
                  <a:pt x="313" y="114"/>
                  <a:pt x="313" y="114"/>
                </a:cubicBezTo>
                <a:cubicBezTo>
                  <a:pt x="313" y="106"/>
                  <a:pt x="306" y="100"/>
                  <a:pt x="299" y="100"/>
                </a:cubicBezTo>
                <a:close/>
                <a:moveTo>
                  <a:pt x="152" y="322"/>
                </a:moveTo>
                <a:cubicBezTo>
                  <a:pt x="149" y="322"/>
                  <a:pt x="147" y="320"/>
                  <a:pt x="147" y="317"/>
                </a:cubicBezTo>
                <a:cubicBezTo>
                  <a:pt x="147" y="314"/>
                  <a:pt x="149" y="312"/>
                  <a:pt x="152" y="312"/>
                </a:cubicBezTo>
                <a:cubicBezTo>
                  <a:pt x="155" y="312"/>
                  <a:pt x="157" y="314"/>
                  <a:pt x="157" y="317"/>
                </a:cubicBezTo>
                <a:cubicBezTo>
                  <a:pt x="157" y="320"/>
                  <a:pt x="155" y="322"/>
                  <a:pt x="152" y="322"/>
                </a:cubicBezTo>
                <a:close/>
                <a:moveTo>
                  <a:pt x="52" y="159"/>
                </a:moveTo>
                <a:cubicBezTo>
                  <a:pt x="61" y="159"/>
                  <a:pt x="69" y="151"/>
                  <a:pt x="70" y="141"/>
                </a:cubicBezTo>
                <a:cubicBezTo>
                  <a:pt x="69" y="141"/>
                  <a:pt x="69" y="141"/>
                  <a:pt x="69" y="141"/>
                </a:cubicBezTo>
                <a:cubicBezTo>
                  <a:pt x="69" y="131"/>
                  <a:pt x="61" y="123"/>
                  <a:pt x="52" y="123"/>
                </a:cubicBezTo>
                <a:cubicBezTo>
                  <a:pt x="42" y="123"/>
                  <a:pt x="33" y="131"/>
                  <a:pt x="33" y="141"/>
                </a:cubicBezTo>
                <a:cubicBezTo>
                  <a:pt x="33" y="151"/>
                  <a:pt x="42" y="159"/>
                  <a:pt x="52" y="159"/>
                </a:cubicBezTo>
                <a:close/>
                <a:moveTo>
                  <a:pt x="52" y="135"/>
                </a:moveTo>
                <a:cubicBezTo>
                  <a:pt x="55" y="135"/>
                  <a:pt x="57" y="137"/>
                  <a:pt x="57" y="141"/>
                </a:cubicBezTo>
                <a:cubicBezTo>
                  <a:pt x="57" y="144"/>
                  <a:pt x="55" y="147"/>
                  <a:pt x="52" y="147"/>
                </a:cubicBezTo>
                <a:cubicBezTo>
                  <a:pt x="48" y="147"/>
                  <a:pt x="46" y="144"/>
                  <a:pt x="45" y="141"/>
                </a:cubicBezTo>
                <a:cubicBezTo>
                  <a:pt x="46" y="137"/>
                  <a:pt x="48" y="135"/>
                  <a:pt x="52" y="135"/>
                </a:cubicBezTo>
                <a:close/>
                <a:moveTo>
                  <a:pt x="200" y="145"/>
                </a:moveTo>
                <a:cubicBezTo>
                  <a:pt x="204" y="145"/>
                  <a:pt x="206" y="142"/>
                  <a:pt x="206" y="139"/>
                </a:cubicBezTo>
                <a:cubicBezTo>
                  <a:pt x="206" y="136"/>
                  <a:pt x="204" y="133"/>
                  <a:pt x="200" y="133"/>
                </a:cubicBezTo>
                <a:cubicBezTo>
                  <a:pt x="102" y="133"/>
                  <a:pt x="102" y="133"/>
                  <a:pt x="102" y="133"/>
                </a:cubicBezTo>
                <a:cubicBezTo>
                  <a:pt x="99" y="133"/>
                  <a:pt x="96" y="136"/>
                  <a:pt x="96" y="139"/>
                </a:cubicBezTo>
                <a:cubicBezTo>
                  <a:pt x="96" y="142"/>
                  <a:pt x="99" y="145"/>
                  <a:pt x="102" y="145"/>
                </a:cubicBezTo>
                <a:lnTo>
                  <a:pt x="200" y="145"/>
                </a:lnTo>
                <a:close/>
                <a:moveTo>
                  <a:pt x="234" y="139"/>
                </a:moveTo>
                <a:cubicBezTo>
                  <a:pt x="234" y="137"/>
                  <a:pt x="232" y="135"/>
                  <a:pt x="230" y="135"/>
                </a:cubicBezTo>
                <a:cubicBezTo>
                  <a:pt x="228" y="135"/>
                  <a:pt x="225" y="137"/>
                  <a:pt x="225" y="139"/>
                </a:cubicBezTo>
                <a:cubicBezTo>
                  <a:pt x="225" y="142"/>
                  <a:pt x="228" y="144"/>
                  <a:pt x="230" y="144"/>
                </a:cubicBezTo>
                <a:cubicBezTo>
                  <a:pt x="232" y="144"/>
                  <a:pt x="234" y="142"/>
                  <a:pt x="234" y="139"/>
                </a:cubicBezTo>
                <a:close/>
                <a:moveTo>
                  <a:pt x="256" y="139"/>
                </a:moveTo>
                <a:cubicBezTo>
                  <a:pt x="256" y="137"/>
                  <a:pt x="254" y="135"/>
                  <a:pt x="252" y="135"/>
                </a:cubicBezTo>
                <a:cubicBezTo>
                  <a:pt x="249" y="135"/>
                  <a:pt x="247" y="137"/>
                  <a:pt x="247" y="139"/>
                </a:cubicBezTo>
                <a:cubicBezTo>
                  <a:pt x="247" y="142"/>
                  <a:pt x="249" y="144"/>
                  <a:pt x="252" y="144"/>
                </a:cubicBezTo>
                <a:cubicBezTo>
                  <a:pt x="254" y="144"/>
                  <a:pt x="256" y="142"/>
                  <a:pt x="256" y="139"/>
                </a:cubicBezTo>
                <a:close/>
                <a:moveTo>
                  <a:pt x="279" y="139"/>
                </a:moveTo>
                <a:cubicBezTo>
                  <a:pt x="279" y="137"/>
                  <a:pt x="277" y="135"/>
                  <a:pt x="274" y="135"/>
                </a:cubicBezTo>
                <a:cubicBezTo>
                  <a:pt x="272" y="135"/>
                  <a:pt x="270" y="137"/>
                  <a:pt x="270" y="139"/>
                </a:cubicBezTo>
                <a:cubicBezTo>
                  <a:pt x="270" y="142"/>
                  <a:pt x="272" y="144"/>
                  <a:pt x="274" y="144"/>
                </a:cubicBezTo>
                <a:cubicBezTo>
                  <a:pt x="277" y="144"/>
                  <a:pt x="279" y="142"/>
                  <a:pt x="279" y="139"/>
                </a:cubicBezTo>
                <a:close/>
                <a:moveTo>
                  <a:pt x="51" y="259"/>
                </a:moveTo>
                <a:cubicBezTo>
                  <a:pt x="61" y="259"/>
                  <a:pt x="69" y="251"/>
                  <a:pt x="69" y="241"/>
                </a:cubicBezTo>
                <a:cubicBezTo>
                  <a:pt x="69" y="231"/>
                  <a:pt x="61" y="223"/>
                  <a:pt x="51" y="223"/>
                </a:cubicBezTo>
                <a:cubicBezTo>
                  <a:pt x="42" y="223"/>
                  <a:pt x="34" y="231"/>
                  <a:pt x="33" y="241"/>
                </a:cubicBezTo>
                <a:cubicBezTo>
                  <a:pt x="33" y="251"/>
                  <a:pt x="42" y="259"/>
                  <a:pt x="51" y="259"/>
                </a:cubicBezTo>
                <a:close/>
                <a:moveTo>
                  <a:pt x="51" y="235"/>
                </a:moveTo>
                <a:cubicBezTo>
                  <a:pt x="55" y="235"/>
                  <a:pt x="57" y="237"/>
                  <a:pt x="57" y="241"/>
                </a:cubicBezTo>
                <a:cubicBezTo>
                  <a:pt x="57" y="244"/>
                  <a:pt x="55" y="247"/>
                  <a:pt x="51" y="247"/>
                </a:cubicBezTo>
                <a:cubicBezTo>
                  <a:pt x="48" y="247"/>
                  <a:pt x="45" y="244"/>
                  <a:pt x="45" y="241"/>
                </a:cubicBezTo>
                <a:cubicBezTo>
                  <a:pt x="45" y="237"/>
                  <a:pt x="48" y="235"/>
                  <a:pt x="51" y="235"/>
                </a:cubicBezTo>
                <a:close/>
                <a:moveTo>
                  <a:pt x="200" y="245"/>
                </a:moveTo>
                <a:cubicBezTo>
                  <a:pt x="204" y="245"/>
                  <a:pt x="206" y="242"/>
                  <a:pt x="206" y="239"/>
                </a:cubicBezTo>
                <a:cubicBezTo>
                  <a:pt x="206" y="236"/>
                  <a:pt x="204" y="233"/>
                  <a:pt x="200" y="233"/>
                </a:cubicBezTo>
                <a:cubicBezTo>
                  <a:pt x="102" y="233"/>
                  <a:pt x="102" y="233"/>
                  <a:pt x="102" y="233"/>
                </a:cubicBezTo>
                <a:cubicBezTo>
                  <a:pt x="99" y="233"/>
                  <a:pt x="96" y="236"/>
                  <a:pt x="96" y="239"/>
                </a:cubicBezTo>
                <a:cubicBezTo>
                  <a:pt x="96" y="242"/>
                  <a:pt x="99" y="245"/>
                  <a:pt x="102" y="245"/>
                </a:cubicBezTo>
                <a:lnTo>
                  <a:pt x="200" y="245"/>
                </a:lnTo>
                <a:close/>
                <a:moveTo>
                  <a:pt x="234" y="239"/>
                </a:moveTo>
                <a:cubicBezTo>
                  <a:pt x="234" y="237"/>
                  <a:pt x="232" y="235"/>
                  <a:pt x="230" y="235"/>
                </a:cubicBezTo>
                <a:cubicBezTo>
                  <a:pt x="228" y="235"/>
                  <a:pt x="225" y="237"/>
                  <a:pt x="225" y="239"/>
                </a:cubicBezTo>
                <a:cubicBezTo>
                  <a:pt x="225" y="242"/>
                  <a:pt x="228" y="244"/>
                  <a:pt x="230" y="244"/>
                </a:cubicBezTo>
                <a:cubicBezTo>
                  <a:pt x="232" y="244"/>
                  <a:pt x="234" y="242"/>
                  <a:pt x="234" y="239"/>
                </a:cubicBezTo>
                <a:close/>
                <a:moveTo>
                  <a:pt x="256" y="239"/>
                </a:moveTo>
                <a:cubicBezTo>
                  <a:pt x="256" y="237"/>
                  <a:pt x="254" y="235"/>
                  <a:pt x="252" y="235"/>
                </a:cubicBezTo>
                <a:cubicBezTo>
                  <a:pt x="249" y="235"/>
                  <a:pt x="247" y="237"/>
                  <a:pt x="247" y="239"/>
                </a:cubicBezTo>
                <a:cubicBezTo>
                  <a:pt x="247" y="242"/>
                  <a:pt x="249" y="244"/>
                  <a:pt x="252" y="244"/>
                </a:cubicBezTo>
                <a:cubicBezTo>
                  <a:pt x="254" y="244"/>
                  <a:pt x="256" y="242"/>
                  <a:pt x="256" y="239"/>
                </a:cubicBezTo>
                <a:close/>
                <a:moveTo>
                  <a:pt x="279" y="239"/>
                </a:moveTo>
                <a:cubicBezTo>
                  <a:pt x="279" y="237"/>
                  <a:pt x="277" y="235"/>
                  <a:pt x="274" y="235"/>
                </a:cubicBezTo>
                <a:cubicBezTo>
                  <a:pt x="272" y="235"/>
                  <a:pt x="270" y="237"/>
                  <a:pt x="270" y="239"/>
                </a:cubicBezTo>
                <a:cubicBezTo>
                  <a:pt x="270" y="242"/>
                  <a:pt x="272" y="244"/>
                  <a:pt x="274" y="244"/>
                </a:cubicBezTo>
                <a:cubicBezTo>
                  <a:pt x="277" y="244"/>
                  <a:pt x="279" y="242"/>
                  <a:pt x="279" y="239"/>
                </a:cubicBezTo>
                <a:close/>
                <a:moveTo>
                  <a:pt x="9" y="314"/>
                </a:moveTo>
                <a:cubicBezTo>
                  <a:pt x="7" y="314"/>
                  <a:pt x="5" y="316"/>
                  <a:pt x="5" y="318"/>
                </a:cubicBezTo>
                <a:cubicBezTo>
                  <a:pt x="5" y="320"/>
                  <a:pt x="7" y="322"/>
                  <a:pt x="9" y="322"/>
                </a:cubicBezTo>
                <a:cubicBezTo>
                  <a:pt x="12" y="322"/>
                  <a:pt x="13" y="320"/>
                  <a:pt x="13" y="318"/>
                </a:cubicBezTo>
                <a:cubicBezTo>
                  <a:pt x="13" y="316"/>
                  <a:pt x="12" y="314"/>
                  <a:pt x="9" y="314"/>
                </a:cubicBezTo>
                <a:close/>
                <a:moveTo>
                  <a:pt x="306" y="314"/>
                </a:moveTo>
                <a:cubicBezTo>
                  <a:pt x="304" y="314"/>
                  <a:pt x="302" y="316"/>
                  <a:pt x="302" y="318"/>
                </a:cubicBezTo>
                <a:cubicBezTo>
                  <a:pt x="302" y="320"/>
                  <a:pt x="304" y="322"/>
                  <a:pt x="306" y="322"/>
                </a:cubicBezTo>
                <a:cubicBezTo>
                  <a:pt x="309" y="322"/>
                  <a:pt x="310" y="320"/>
                  <a:pt x="310" y="318"/>
                </a:cubicBezTo>
                <a:cubicBezTo>
                  <a:pt x="310" y="316"/>
                  <a:pt x="309" y="314"/>
                  <a:pt x="306" y="314"/>
                </a:cubicBez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endParaRPr lang="en-US"/>
          </a:p>
        </p:txBody>
      </p:sp>
      <p:sp>
        <p:nvSpPr>
          <p:cNvPr id="43" name="Freeform 5">
            <a:extLst>
              <a:ext uri="{FF2B5EF4-FFF2-40B4-BE49-F238E27FC236}">
                <a16:creationId xmlns:a16="http://schemas.microsoft.com/office/drawing/2014/main" id="{D58E0F7A-C2F5-EDDB-F41F-6C570CE19D2E}"/>
              </a:ext>
            </a:extLst>
          </p:cNvPr>
          <p:cNvSpPr>
            <a:spLocks noEditPoints="1"/>
          </p:cNvSpPr>
          <p:nvPr/>
        </p:nvSpPr>
        <p:spPr bwMode="auto">
          <a:xfrm>
            <a:off x="10966916" y="5393786"/>
            <a:ext cx="386132" cy="400984"/>
          </a:xfrm>
          <a:custGeom>
            <a:avLst/>
            <a:gdLst>
              <a:gd name="T0" fmla="*/ 159 w 325"/>
              <a:gd name="T1" fmla="*/ 298 h 337"/>
              <a:gd name="T2" fmla="*/ 325 w 325"/>
              <a:gd name="T3" fmla="*/ 33 h 337"/>
              <a:gd name="T4" fmla="*/ 290 w 325"/>
              <a:gd name="T5" fmla="*/ 2 h 337"/>
              <a:gd name="T6" fmla="*/ 193 w 325"/>
              <a:gd name="T7" fmla="*/ 171 h 337"/>
              <a:gd name="T8" fmla="*/ 158 w 325"/>
              <a:gd name="T9" fmla="*/ 281 h 337"/>
              <a:gd name="T10" fmla="*/ 175 w 325"/>
              <a:gd name="T11" fmla="*/ 294 h 337"/>
              <a:gd name="T12" fmla="*/ 232 w 325"/>
              <a:gd name="T13" fmla="*/ 195 h 337"/>
              <a:gd name="T14" fmla="*/ 303 w 325"/>
              <a:gd name="T15" fmla="*/ 23 h 337"/>
              <a:gd name="T16" fmla="*/ 313 w 325"/>
              <a:gd name="T17" fmla="*/ 33 h 337"/>
              <a:gd name="T18" fmla="*/ 273 w 325"/>
              <a:gd name="T19" fmla="*/ 148 h 337"/>
              <a:gd name="T20" fmla="*/ 325 w 325"/>
              <a:gd name="T21" fmla="*/ 33 h 337"/>
              <a:gd name="T22" fmla="*/ 174 w 325"/>
              <a:gd name="T23" fmla="*/ 281 h 337"/>
              <a:gd name="T24" fmla="*/ 168 w 325"/>
              <a:gd name="T25" fmla="*/ 260 h 337"/>
              <a:gd name="T26" fmla="*/ 291 w 325"/>
              <a:gd name="T27" fmla="*/ 27 h 337"/>
              <a:gd name="T28" fmla="*/ 281 w 325"/>
              <a:gd name="T29" fmla="*/ 12 h 337"/>
              <a:gd name="T30" fmla="*/ 250 w 325"/>
              <a:gd name="T31" fmla="*/ 178 h 337"/>
              <a:gd name="T32" fmla="*/ 11 w 325"/>
              <a:gd name="T33" fmla="*/ 81 h 337"/>
              <a:gd name="T34" fmla="*/ 78 w 325"/>
              <a:gd name="T35" fmla="*/ 31 h 337"/>
              <a:gd name="T36" fmla="*/ 19 w 325"/>
              <a:gd name="T37" fmla="*/ 69 h 337"/>
              <a:gd name="T38" fmla="*/ 247 w 325"/>
              <a:gd name="T39" fmla="*/ 2 h 337"/>
              <a:gd name="T40" fmla="*/ 0 w 325"/>
              <a:gd name="T41" fmla="*/ 74 h 337"/>
              <a:gd name="T42" fmla="*/ 250 w 325"/>
              <a:gd name="T43" fmla="*/ 337 h 337"/>
              <a:gd name="T44" fmla="*/ 250 w 325"/>
              <a:gd name="T45" fmla="*/ 178 h 337"/>
              <a:gd name="T46" fmla="*/ 72 w 325"/>
              <a:gd name="T47" fmla="*/ 306 h 337"/>
              <a:gd name="T48" fmla="*/ 103 w 325"/>
              <a:gd name="T49" fmla="*/ 299 h 337"/>
              <a:gd name="T50" fmla="*/ 146 w 325"/>
              <a:gd name="T51" fmla="*/ 303 h 337"/>
              <a:gd name="T52" fmla="*/ 114 w 325"/>
              <a:gd name="T53" fmla="*/ 295 h 337"/>
              <a:gd name="T54" fmla="*/ 89 w 325"/>
              <a:gd name="T55" fmla="*/ 300 h 337"/>
              <a:gd name="T56" fmla="*/ 83 w 325"/>
              <a:gd name="T57" fmla="*/ 303 h 337"/>
              <a:gd name="T58" fmla="*/ 98 w 325"/>
              <a:gd name="T59" fmla="*/ 238 h 337"/>
              <a:gd name="T60" fmla="*/ 49 w 325"/>
              <a:gd name="T61" fmla="*/ 298 h 337"/>
              <a:gd name="T62" fmla="*/ 39 w 325"/>
              <a:gd name="T63" fmla="*/ 281 h 337"/>
              <a:gd name="T64" fmla="*/ 36 w 325"/>
              <a:gd name="T65" fmla="*/ 267 h 337"/>
              <a:gd name="T66" fmla="*/ 42 w 325"/>
              <a:gd name="T67" fmla="*/ 314 h 337"/>
              <a:gd name="T68" fmla="*/ 88 w 325"/>
              <a:gd name="T69" fmla="*/ 247 h 337"/>
              <a:gd name="T70" fmla="*/ 96 w 325"/>
              <a:gd name="T71" fmla="*/ 251 h 337"/>
              <a:gd name="T72" fmla="*/ 130 w 325"/>
              <a:gd name="T73" fmla="*/ 114 h 337"/>
              <a:gd name="T74" fmla="*/ 28 w 325"/>
              <a:gd name="T75" fmla="*/ 108 h 337"/>
              <a:gd name="T76" fmla="*/ 107 w 325"/>
              <a:gd name="T77" fmla="*/ 180 h 337"/>
              <a:gd name="T78" fmla="*/ 28 w 325"/>
              <a:gd name="T79" fmla="*/ 174 h 337"/>
              <a:gd name="T80" fmla="*/ 83 w 325"/>
              <a:gd name="T81" fmla="*/ 131 h 337"/>
              <a:gd name="T82" fmla="*/ 34 w 325"/>
              <a:gd name="T83" fmla="*/ 137 h 337"/>
              <a:gd name="T84" fmla="*/ 34 w 325"/>
              <a:gd name="T85" fmla="*/ 125 h 337"/>
              <a:gd name="T86" fmla="*/ 86 w 325"/>
              <a:gd name="T87" fmla="*/ 158 h 337"/>
              <a:gd name="T88" fmla="*/ 28 w 325"/>
              <a:gd name="T89" fmla="*/ 152 h 337"/>
              <a:gd name="T90" fmla="*/ 131 w 325"/>
              <a:gd name="T91" fmla="*/ 146 h 337"/>
              <a:gd name="T92" fmla="*/ 131 w 325"/>
              <a:gd name="T93" fmla="*/ 158 h 337"/>
              <a:gd name="T94" fmla="*/ 140 w 325"/>
              <a:gd name="T95" fmla="*/ 152 h 337"/>
              <a:gd name="T96" fmla="*/ 198 w 325"/>
              <a:gd name="T97" fmla="*/ 114 h 337"/>
              <a:gd name="T98" fmla="*/ 139 w 325"/>
              <a:gd name="T99" fmla="*/ 108 h 3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325" h="337">
                <a:moveTo>
                  <a:pt x="165" y="311"/>
                </a:moveTo>
                <a:cubicBezTo>
                  <a:pt x="165" y="298"/>
                  <a:pt x="165" y="298"/>
                  <a:pt x="165" y="298"/>
                </a:cubicBezTo>
                <a:cubicBezTo>
                  <a:pt x="165" y="297"/>
                  <a:pt x="164" y="295"/>
                  <a:pt x="162" y="295"/>
                </a:cubicBezTo>
                <a:cubicBezTo>
                  <a:pt x="160" y="295"/>
                  <a:pt x="159" y="297"/>
                  <a:pt x="159" y="298"/>
                </a:cubicBezTo>
                <a:cubicBezTo>
                  <a:pt x="159" y="311"/>
                  <a:pt x="159" y="311"/>
                  <a:pt x="159" y="311"/>
                </a:cubicBezTo>
                <a:cubicBezTo>
                  <a:pt x="159" y="313"/>
                  <a:pt x="160" y="314"/>
                  <a:pt x="162" y="314"/>
                </a:cubicBezTo>
                <a:cubicBezTo>
                  <a:pt x="164" y="314"/>
                  <a:pt x="165" y="313"/>
                  <a:pt x="165" y="311"/>
                </a:cubicBezTo>
                <a:close/>
                <a:moveTo>
                  <a:pt x="325" y="33"/>
                </a:moveTo>
                <a:cubicBezTo>
                  <a:pt x="325" y="24"/>
                  <a:pt x="320" y="17"/>
                  <a:pt x="312" y="13"/>
                </a:cubicBezTo>
                <a:cubicBezTo>
                  <a:pt x="312" y="13"/>
                  <a:pt x="308" y="11"/>
                  <a:pt x="303" y="11"/>
                </a:cubicBezTo>
                <a:cubicBezTo>
                  <a:pt x="302" y="11"/>
                  <a:pt x="301" y="11"/>
                  <a:pt x="300" y="11"/>
                </a:cubicBezTo>
                <a:cubicBezTo>
                  <a:pt x="298" y="7"/>
                  <a:pt x="294" y="4"/>
                  <a:pt x="290" y="2"/>
                </a:cubicBezTo>
                <a:cubicBezTo>
                  <a:pt x="287" y="1"/>
                  <a:pt x="284" y="0"/>
                  <a:pt x="281" y="0"/>
                </a:cubicBezTo>
                <a:cubicBezTo>
                  <a:pt x="272" y="0"/>
                  <a:pt x="264" y="5"/>
                  <a:pt x="260" y="14"/>
                </a:cubicBezTo>
                <a:cubicBezTo>
                  <a:pt x="193" y="171"/>
                  <a:pt x="193" y="171"/>
                  <a:pt x="193" y="171"/>
                </a:cubicBezTo>
                <a:cubicBezTo>
                  <a:pt x="193" y="171"/>
                  <a:pt x="193" y="171"/>
                  <a:pt x="193" y="171"/>
                </a:cubicBezTo>
                <a:cubicBezTo>
                  <a:pt x="193" y="172"/>
                  <a:pt x="192" y="172"/>
                  <a:pt x="192" y="173"/>
                </a:cubicBezTo>
                <a:cubicBezTo>
                  <a:pt x="157" y="255"/>
                  <a:pt x="157" y="255"/>
                  <a:pt x="157" y="255"/>
                </a:cubicBezTo>
                <a:cubicBezTo>
                  <a:pt x="156" y="259"/>
                  <a:pt x="155" y="262"/>
                  <a:pt x="155" y="265"/>
                </a:cubicBezTo>
                <a:cubicBezTo>
                  <a:pt x="155" y="271"/>
                  <a:pt x="156" y="276"/>
                  <a:pt x="158" y="281"/>
                </a:cubicBezTo>
                <a:cubicBezTo>
                  <a:pt x="161" y="286"/>
                  <a:pt x="164" y="290"/>
                  <a:pt x="169" y="292"/>
                </a:cubicBezTo>
                <a:cubicBezTo>
                  <a:pt x="171" y="287"/>
                  <a:pt x="171" y="287"/>
                  <a:pt x="171" y="287"/>
                </a:cubicBezTo>
                <a:cubicBezTo>
                  <a:pt x="169" y="292"/>
                  <a:pt x="169" y="292"/>
                  <a:pt x="169" y="292"/>
                </a:cubicBezTo>
                <a:cubicBezTo>
                  <a:pt x="171" y="293"/>
                  <a:pt x="173" y="294"/>
                  <a:pt x="175" y="294"/>
                </a:cubicBezTo>
                <a:cubicBezTo>
                  <a:pt x="181" y="294"/>
                  <a:pt x="186" y="290"/>
                  <a:pt x="190" y="286"/>
                </a:cubicBezTo>
                <a:cubicBezTo>
                  <a:pt x="194" y="282"/>
                  <a:pt x="197" y="278"/>
                  <a:pt x="199" y="273"/>
                </a:cubicBezTo>
                <a:cubicBezTo>
                  <a:pt x="232" y="196"/>
                  <a:pt x="232" y="196"/>
                  <a:pt x="232" y="196"/>
                </a:cubicBezTo>
                <a:cubicBezTo>
                  <a:pt x="232" y="196"/>
                  <a:pt x="232" y="195"/>
                  <a:pt x="232" y="195"/>
                </a:cubicBezTo>
                <a:cubicBezTo>
                  <a:pt x="233" y="194"/>
                  <a:pt x="233" y="193"/>
                  <a:pt x="233" y="192"/>
                </a:cubicBezTo>
                <a:cubicBezTo>
                  <a:pt x="302" y="32"/>
                  <a:pt x="302" y="32"/>
                  <a:pt x="302" y="32"/>
                </a:cubicBezTo>
                <a:cubicBezTo>
                  <a:pt x="303" y="29"/>
                  <a:pt x="303" y="26"/>
                  <a:pt x="303" y="23"/>
                </a:cubicBezTo>
                <a:cubicBezTo>
                  <a:pt x="303" y="23"/>
                  <a:pt x="303" y="23"/>
                  <a:pt x="303" y="23"/>
                </a:cubicBezTo>
                <a:cubicBezTo>
                  <a:pt x="304" y="23"/>
                  <a:pt x="305" y="23"/>
                  <a:pt x="306" y="23"/>
                </a:cubicBezTo>
                <a:cubicBezTo>
                  <a:pt x="306" y="23"/>
                  <a:pt x="307" y="23"/>
                  <a:pt x="307" y="24"/>
                </a:cubicBezTo>
                <a:cubicBezTo>
                  <a:pt x="307" y="24"/>
                  <a:pt x="307" y="24"/>
                  <a:pt x="307" y="24"/>
                </a:cubicBezTo>
                <a:cubicBezTo>
                  <a:pt x="311" y="25"/>
                  <a:pt x="313" y="29"/>
                  <a:pt x="313" y="33"/>
                </a:cubicBezTo>
                <a:cubicBezTo>
                  <a:pt x="313" y="34"/>
                  <a:pt x="313" y="36"/>
                  <a:pt x="312" y="37"/>
                </a:cubicBezTo>
                <a:cubicBezTo>
                  <a:pt x="267" y="139"/>
                  <a:pt x="267" y="139"/>
                  <a:pt x="267" y="139"/>
                </a:cubicBezTo>
                <a:cubicBezTo>
                  <a:pt x="266" y="142"/>
                  <a:pt x="268" y="146"/>
                  <a:pt x="271" y="147"/>
                </a:cubicBezTo>
                <a:cubicBezTo>
                  <a:pt x="271" y="148"/>
                  <a:pt x="272" y="148"/>
                  <a:pt x="273" y="148"/>
                </a:cubicBezTo>
                <a:cubicBezTo>
                  <a:pt x="275" y="148"/>
                  <a:pt x="278" y="146"/>
                  <a:pt x="279" y="144"/>
                </a:cubicBezTo>
                <a:cubicBezTo>
                  <a:pt x="278" y="144"/>
                  <a:pt x="278" y="144"/>
                  <a:pt x="278" y="144"/>
                </a:cubicBezTo>
                <a:cubicBezTo>
                  <a:pt x="323" y="42"/>
                  <a:pt x="323" y="42"/>
                  <a:pt x="323" y="42"/>
                </a:cubicBezTo>
                <a:cubicBezTo>
                  <a:pt x="324" y="39"/>
                  <a:pt x="325" y="36"/>
                  <a:pt x="325" y="33"/>
                </a:cubicBezTo>
                <a:close/>
                <a:moveTo>
                  <a:pt x="188" y="268"/>
                </a:moveTo>
                <a:cubicBezTo>
                  <a:pt x="186" y="271"/>
                  <a:pt x="184" y="275"/>
                  <a:pt x="181" y="278"/>
                </a:cubicBezTo>
                <a:cubicBezTo>
                  <a:pt x="179" y="280"/>
                  <a:pt x="176" y="282"/>
                  <a:pt x="175" y="282"/>
                </a:cubicBezTo>
                <a:cubicBezTo>
                  <a:pt x="174" y="282"/>
                  <a:pt x="174" y="282"/>
                  <a:pt x="174" y="281"/>
                </a:cubicBezTo>
                <a:cubicBezTo>
                  <a:pt x="174" y="281"/>
                  <a:pt x="174" y="281"/>
                  <a:pt x="174" y="281"/>
                </a:cubicBezTo>
                <a:cubicBezTo>
                  <a:pt x="173" y="281"/>
                  <a:pt x="171" y="279"/>
                  <a:pt x="169" y="276"/>
                </a:cubicBezTo>
                <a:cubicBezTo>
                  <a:pt x="168" y="273"/>
                  <a:pt x="167" y="269"/>
                  <a:pt x="167" y="265"/>
                </a:cubicBezTo>
                <a:cubicBezTo>
                  <a:pt x="167" y="263"/>
                  <a:pt x="168" y="261"/>
                  <a:pt x="168" y="260"/>
                </a:cubicBezTo>
                <a:cubicBezTo>
                  <a:pt x="201" y="183"/>
                  <a:pt x="201" y="183"/>
                  <a:pt x="201" y="183"/>
                </a:cubicBezTo>
                <a:cubicBezTo>
                  <a:pt x="219" y="194"/>
                  <a:pt x="219" y="194"/>
                  <a:pt x="219" y="194"/>
                </a:cubicBezTo>
                <a:lnTo>
                  <a:pt x="188" y="268"/>
                </a:lnTo>
                <a:close/>
                <a:moveTo>
                  <a:pt x="291" y="27"/>
                </a:moveTo>
                <a:cubicBezTo>
                  <a:pt x="224" y="183"/>
                  <a:pt x="224" y="183"/>
                  <a:pt x="224" y="183"/>
                </a:cubicBezTo>
                <a:cubicBezTo>
                  <a:pt x="206" y="172"/>
                  <a:pt x="206" y="172"/>
                  <a:pt x="206" y="172"/>
                </a:cubicBezTo>
                <a:cubicBezTo>
                  <a:pt x="271" y="19"/>
                  <a:pt x="271" y="19"/>
                  <a:pt x="271" y="19"/>
                </a:cubicBezTo>
                <a:cubicBezTo>
                  <a:pt x="273" y="15"/>
                  <a:pt x="277" y="12"/>
                  <a:pt x="281" y="12"/>
                </a:cubicBezTo>
                <a:cubicBezTo>
                  <a:pt x="282" y="12"/>
                  <a:pt x="284" y="12"/>
                  <a:pt x="285" y="13"/>
                </a:cubicBezTo>
                <a:cubicBezTo>
                  <a:pt x="289" y="15"/>
                  <a:pt x="291" y="19"/>
                  <a:pt x="291" y="23"/>
                </a:cubicBezTo>
                <a:cubicBezTo>
                  <a:pt x="291" y="24"/>
                  <a:pt x="291" y="26"/>
                  <a:pt x="291" y="27"/>
                </a:cubicBezTo>
                <a:close/>
                <a:moveTo>
                  <a:pt x="250" y="178"/>
                </a:moveTo>
                <a:cubicBezTo>
                  <a:pt x="247" y="178"/>
                  <a:pt x="244" y="180"/>
                  <a:pt x="244" y="184"/>
                </a:cubicBezTo>
                <a:cubicBezTo>
                  <a:pt x="244" y="325"/>
                  <a:pt x="244" y="325"/>
                  <a:pt x="244" y="325"/>
                </a:cubicBezTo>
                <a:cubicBezTo>
                  <a:pt x="11" y="325"/>
                  <a:pt x="11" y="325"/>
                  <a:pt x="11" y="325"/>
                </a:cubicBezTo>
                <a:cubicBezTo>
                  <a:pt x="11" y="81"/>
                  <a:pt x="11" y="81"/>
                  <a:pt x="11" y="81"/>
                </a:cubicBezTo>
                <a:cubicBezTo>
                  <a:pt x="71" y="81"/>
                  <a:pt x="71" y="81"/>
                  <a:pt x="71" y="81"/>
                </a:cubicBezTo>
                <a:cubicBezTo>
                  <a:pt x="73" y="81"/>
                  <a:pt x="75" y="80"/>
                  <a:pt x="76" y="79"/>
                </a:cubicBezTo>
                <a:cubicBezTo>
                  <a:pt x="77" y="78"/>
                  <a:pt x="78" y="76"/>
                  <a:pt x="78" y="75"/>
                </a:cubicBezTo>
                <a:cubicBezTo>
                  <a:pt x="78" y="31"/>
                  <a:pt x="78" y="31"/>
                  <a:pt x="78" y="31"/>
                </a:cubicBezTo>
                <a:cubicBezTo>
                  <a:pt x="78" y="28"/>
                  <a:pt x="75" y="25"/>
                  <a:pt x="71" y="25"/>
                </a:cubicBezTo>
                <a:cubicBezTo>
                  <a:pt x="68" y="25"/>
                  <a:pt x="66" y="28"/>
                  <a:pt x="66" y="31"/>
                </a:cubicBezTo>
                <a:cubicBezTo>
                  <a:pt x="66" y="69"/>
                  <a:pt x="66" y="69"/>
                  <a:pt x="66" y="69"/>
                </a:cubicBezTo>
                <a:cubicBezTo>
                  <a:pt x="19" y="69"/>
                  <a:pt x="19" y="69"/>
                  <a:pt x="19" y="69"/>
                </a:cubicBezTo>
                <a:cubicBezTo>
                  <a:pt x="73" y="14"/>
                  <a:pt x="73" y="14"/>
                  <a:pt x="73" y="14"/>
                </a:cubicBezTo>
                <a:cubicBezTo>
                  <a:pt x="247" y="14"/>
                  <a:pt x="247" y="14"/>
                  <a:pt x="247" y="14"/>
                </a:cubicBezTo>
                <a:cubicBezTo>
                  <a:pt x="251" y="14"/>
                  <a:pt x="253" y="12"/>
                  <a:pt x="253" y="8"/>
                </a:cubicBezTo>
                <a:cubicBezTo>
                  <a:pt x="253" y="5"/>
                  <a:pt x="251" y="2"/>
                  <a:pt x="247" y="2"/>
                </a:cubicBezTo>
                <a:cubicBezTo>
                  <a:pt x="71" y="2"/>
                  <a:pt x="71" y="2"/>
                  <a:pt x="71" y="2"/>
                </a:cubicBezTo>
                <a:cubicBezTo>
                  <a:pt x="69" y="2"/>
                  <a:pt x="68" y="3"/>
                  <a:pt x="67" y="4"/>
                </a:cubicBezTo>
                <a:cubicBezTo>
                  <a:pt x="1" y="70"/>
                  <a:pt x="1" y="70"/>
                  <a:pt x="1" y="70"/>
                </a:cubicBezTo>
                <a:cubicBezTo>
                  <a:pt x="0" y="71"/>
                  <a:pt x="0" y="72"/>
                  <a:pt x="0" y="74"/>
                </a:cubicBezTo>
                <a:cubicBezTo>
                  <a:pt x="0" y="331"/>
                  <a:pt x="0" y="331"/>
                  <a:pt x="0" y="331"/>
                </a:cubicBezTo>
                <a:cubicBezTo>
                  <a:pt x="0" y="333"/>
                  <a:pt x="0" y="334"/>
                  <a:pt x="1" y="336"/>
                </a:cubicBezTo>
                <a:cubicBezTo>
                  <a:pt x="2" y="337"/>
                  <a:pt x="4" y="337"/>
                  <a:pt x="6" y="337"/>
                </a:cubicBezTo>
                <a:cubicBezTo>
                  <a:pt x="250" y="337"/>
                  <a:pt x="250" y="337"/>
                  <a:pt x="250" y="337"/>
                </a:cubicBezTo>
                <a:cubicBezTo>
                  <a:pt x="252" y="337"/>
                  <a:pt x="253" y="337"/>
                  <a:pt x="254" y="336"/>
                </a:cubicBezTo>
                <a:cubicBezTo>
                  <a:pt x="255" y="334"/>
                  <a:pt x="256" y="333"/>
                  <a:pt x="256" y="331"/>
                </a:cubicBezTo>
                <a:cubicBezTo>
                  <a:pt x="256" y="184"/>
                  <a:pt x="256" y="184"/>
                  <a:pt x="256" y="184"/>
                </a:cubicBezTo>
                <a:cubicBezTo>
                  <a:pt x="256" y="180"/>
                  <a:pt x="253" y="178"/>
                  <a:pt x="250" y="178"/>
                </a:cubicBezTo>
                <a:close/>
                <a:moveTo>
                  <a:pt x="93" y="255"/>
                </a:moveTo>
                <a:cubicBezTo>
                  <a:pt x="92" y="257"/>
                  <a:pt x="87" y="266"/>
                  <a:pt x="81" y="275"/>
                </a:cubicBezTo>
                <a:cubicBezTo>
                  <a:pt x="76" y="285"/>
                  <a:pt x="71" y="295"/>
                  <a:pt x="71" y="303"/>
                </a:cubicBezTo>
                <a:cubicBezTo>
                  <a:pt x="71" y="304"/>
                  <a:pt x="71" y="305"/>
                  <a:pt x="72" y="306"/>
                </a:cubicBezTo>
                <a:cubicBezTo>
                  <a:pt x="73" y="312"/>
                  <a:pt x="78" y="316"/>
                  <a:pt x="83" y="316"/>
                </a:cubicBezTo>
                <a:cubicBezTo>
                  <a:pt x="87" y="315"/>
                  <a:pt x="90" y="314"/>
                  <a:pt x="93" y="312"/>
                </a:cubicBezTo>
                <a:cubicBezTo>
                  <a:pt x="96" y="310"/>
                  <a:pt x="98" y="308"/>
                  <a:pt x="100" y="304"/>
                </a:cubicBezTo>
                <a:cubicBezTo>
                  <a:pt x="100" y="303"/>
                  <a:pt x="101" y="301"/>
                  <a:pt x="103" y="299"/>
                </a:cubicBezTo>
                <a:cubicBezTo>
                  <a:pt x="104" y="305"/>
                  <a:pt x="108" y="309"/>
                  <a:pt x="112" y="312"/>
                </a:cubicBezTo>
                <a:cubicBezTo>
                  <a:pt x="117" y="315"/>
                  <a:pt x="123" y="316"/>
                  <a:pt x="128" y="316"/>
                </a:cubicBezTo>
                <a:cubicBezTo>
                  <a:pt x="135" y="316"/>
                  <a:pt x="140" y="315"/>
                  <a:pt x="145" y="311"/>
                </a:cubicBezTo>
                <a:cubicBezTo>
                  <a:pt x="147" y="309"/>
                  <a:pt x="148" y="305"/>
                  <a:pt x="146" y="303"/>
                </a:cubicBezTo>
                <a:cubicBezTo>
                  <a:pt x="143" y="300"/>
                  <a:pt x="140" y="300"/>
                  <a:pt x="137" y="302"/>
                </a:cubicBezTo>
                <a:cubicBezTo>
                  <a:pt x="137" y="303"/>
                  <a:pt x="133" y="304"/>
                  <a:pt x="128" y="304"/>
                </a:cubicBezTo>
                <a:cubicBezTo>
                  <a:pt x="124" y="304"/>
                  <a:pt x="121" y="303"/>
                  <a:pt x="118" y="302"/>
                </a:cubicBezTo>
                <a:cubicBezTo>
                  <a:pt x="116" y="300"/>
                  <a:pt x="115" y="299"/>
                  <a:pt x="114" y="295"/>
                </a:cubicBezTo>
                <a:cubicBezTo>
                  <a:pt x="114" y="292"/>
                  <a:pt x="114" y="290"/>
                  <a:pt x="112" y="287"/>
                </a:cubicBezTo>
                <a:cubicBezTo>
                  <a:pt x="112" y="285"/>
                  <a:pt x="108" y="282"/>
                  <a:pt x="105" y="282"/>
                </a:cubicBezTo>
                <a:cubicBezTo>
                  <a:pt x="101" y="282"/>
                  <a:pt x="99" y="284"/>
                  <a:pt x="98" y="285"/>
                </a:cubicBezTo>
                <a:cubicBezTo>
                  <a:pt x="93" y="290"/>
                  <a:pt x="90" y="296"/>
                  <a:pt x="89" y="300"/>
                </a:cubicBezTo>
                <a:cubicBezTo>
                  <a:pt x="89" y="300"/>
                  <a:pt x="88" y="301"/>
                  <a:pt x="86" y="302"/>
                </a:cubicBezTo>
                <a:cubicBezTo>
                  <a:pt x="85" y="303"/>
                  <a:pt x="84" y="304"/>
                  <a:pt x="83" y="304"/>
                </a:cubicBezTo>
                <a:cubicBezTo>
                  <a:pt x="83" y="303"/>
                  <a:pt x="83" y="303"/>
                  <a:pt x="83" y="303"/>
                </a:cubicBezTo>
                <a:cubicBezTo>
                  <a:pt x="83" y="303"/>
                  <a:pt x="83" y="303"/>
                  <a:pt x="83" y="303"/>
                </a:cubicBezTo>
                <a:cubicBezTo>
                  <a:pt x="83" y="300"/>
                  <a:pt x="87" y="290"/>
                  <a:pt x="92" y="281"/>
                </a:cubicBezTo>
                <a:cubicBezTo>
                  <a:pt x="97" y="272"/>
                  <a:pt x="102" y="263"/>
                  <a:pt x="103" y="261"/>
                </a:cubicBezTo>
                <a:cubicBezTo>
                  <a:pt x="104" y="259"/>
                  <a:pt x="107" y="256"/>
                  <a:pt x="108" y="251"/>
                </a:cubicBezTo>
                <a:cubicBezTo>
                  <a:pt x="108" y="245"/>
                  <a:pt x="104" y="241"/>
                  <a:pt x="98" y="238"/>
                </a:cubicBezTo>
                <a:cubicBezTo>
                  <a:pt x="95" y="236"/>
                  <a:pt x="92" y="235"/>
                  <a:pt x="89" y="235"/>
                </a:cubicBezTo>
                <a:cubicBezTo>
                  <a:pt x="85" y="235"/>
                  <a:pt x="81" y="237"/>
                  <a:pt x="79" y="239"/>
                </a:cubicBezTo>
                <a:cubicBezTo>
                  <a:pt x="78" y="240"/>
                  <a:pt x="77" y="242"/>
                  <a:pt x="77" y="242"/>
                </a:cubicBezTo>
                <a:cubicBezTo>
                  <a:pt x="49" y="298"/>
                  <a:pt x="49" y="298"/>
                  <a:pt x="49" y="298"/>
                </a:cubicBezTo>
                <a:cubicBezTo>
                  <a:pt x="48" y="299"/>
                  <a:pt x="45" y="302"/>
                  <a:pt x="42" y="302"/>
                </a:cubicBezTo>
                <a:cubicBezTo>
                  <a:pt x="40" y="302"/>
                  <a:pt x="39" y="301"/>
                  <a:pt x="37" y="299"/>
                </a:cubicBezTo>
                <a:cubicBezTo>
                  <a:pt x="34" y="296"/>
                  <a:pt x="34" y="294"/>
                  <a:pt x="34" y="292"/>
                </a:cubicBezTo>
                <a:cubicBezTo>
                  <a:pt x="34" y="289"/>
                  <a:pt x="36" y="285"/>
                  <a:pt x="39" y="281"/>
                </a:cubicBezTo>
                <a:cubicBezTo>
                  <a:pt x="40" y="280"/>
                  <a:pt x="41" y="279"/>
                  <a:pt x="42" y="278"/>
                </a:cubicBezTo>
                <a:cubicBezTo>
                  <a:pt x="43" y="277"/>
                  <a:pt x="44" y="277"/>
                  <a:pt x="44" y="277"/>
                </a:cubicBezTo>
                <a:cubicBezTo>
                  <a:pt x="46" y="275"/>
                  <a:pt x="47" y="271"/>
                  <a:pt x="45" y="268"/>
                </a:cubicBezTo>
                <a:cubicBezTo>
                  <a:pt x="43" y="265"/>
                  <a:pt x="39" y="265"/>
                  <a:pt x="36" y="267"/>
                </a:cubicBezTo>
                <a:cubicBezTo>
                  <a:pt x="36" y="267"/>
                  <a:pt x="22" y="276"/>
                  <a:pt x="22" y="292"/>
                </a:cubicBezTo>
                <a:cubicBezTo>
                  <a:pt x="22" y="297"/>
                  <a:pt x="24" y="302"/>
                  <a:pt x="27" y="307"/>
                </a:cubicBezTo>
                <a:cubicBezTo>
                  <a:pt x="28" y="307"/>
                  <a:pt x="28" y="307"/>
                  <a:pt x="28" y="307"/>
                </a:cubicBezTo>
                <a:cubicBezTo>
                  <a:pt x="32" y="312"/>
                  <a:pt x="37" y="314"/>
                  <a:pt x="42" y="314"/>
                </a:cubicBezTo>
                <a:cubicBezTo>
                  <a:pt x="50" y="314"/>
                  <a:pt x="56" y="309"/>
                  <a:pt x="59" y="303"/>
                </a:cubicBezTo>
                <a:cubicBezTo>
                  <a:pt x="88" y="248"/>
                  <a:pt x="88" y="248"/>
                  <a:pt x="88" y="248"/>
                </a:cubicBezTo>
                <a:cubicBezTo>
                  <a:pt x="88" y="247"/>
                  <a:pt x="88" y="247"/>
                  <a:pt x="88" y="247"/>
                </a:cubicBezTo>
                <a:cubicBezTo>
                  <a:pt x="88" y="247"/>
                  <a:pt x="88" y="247"/>
                  <a:pt x="88" y="247"/>
                </a:cubicBezTo>
                <a:cubicBezTo>
                  <a:pt x="88" y="247"/>
                  <a:pt x="88" y="247"/>
                  <a:pt x="89" y="247"/>
                </a:cubicBezTo>
                <a:cubicBezTo>
                  <a:pt x="89" y="247"/>
                  <a:pt x="90" y="247"/>
                  <a:pt x="92" y="248"/>
                </a:cubicBezTo>
                <a:cubicBezTo>
                  <a:pt x="94" y="249"/>
                  <a:pt x="95" y="250"/>
                  <a:pt x="95" y="251"/>
                </a:cubicBezTo>
                <a:cubicBezTo>
                  <a:pt x="96" y="251"/>
                  <a:pt x="96" y="251"/>
                  <a:pt x="96" y="251"/>
                </a:cubicBezTo>
                <a:cubicBezTo>
                  <a:pt x="96" y="251"/>
                  <a:pt x="95" y="251"/>
                  <a:pt x="95" y="252"/>
                </a:cubicBezTo>
                <a:cubicBezTo>
                  <a:pt x="95" y="252"/>
                  <a:pt x="94" y="254"/>
                  <a:pt x="93" y="255"/>
                </a:cubicBezTo>
                <a:close/>
                <a:moveTo>
                  <a:pt x="34" y="114"/>
                </a:moveTo>
                <a:cubicBezTo>
                  <a:pt x="130" y="114"/>
                  <a:pt x="130" y="114"/>
                  <a:pt x="130" y="114"/>
                </a:cubicBezTo>
                <a:cubicBezTo>
                  <a:pt x="133" y="114"/>
                  <a:pt x="136" y="112"/>
                  <a:pt x="136" y="108"/>
                </a:cubicBezTo>
                <a:cubicBezTo>
                  <a:pt x="136" y="105"/>
                  <a:pt x="133" y="102"/>
                  <a:pt x="130" y="102"/>
                </a:cubicBezTo>
                <a:cubicBezTo>
                  <a:pt x="34" y="102"/>
                  <a:pt x="34" y="102"/>
                  <a:pt x="34" y="102"/>
                </a:cubicBezTo>
                <a:cubicBezTo>
                  <a:pt x="31" y="102"/>
                  <a:pt x="28" y="105"/>
                  <a:pt x="28" y="108"/>
                </a:cubicBezTo>
                <a:cubicBezTo>
                  <a:pt x="28" y="112"/>
                  <a:pt x="31" y="114"/>
                  <a:pt x="34" y="114"/>
                </a:cubicBezTo>
                <a:close/>
                <a:moveTo>
                  <a:pt x="28" y="174"/>
                </a:moveTo>
                <a:cubicBezTo>
                  <a:pt x="28" y="178"/>
                  <a:pt x="31" y="180"/>
                  <a:pt x="34" y="180"/>
                </a:cubicBezTo>
                <a:cubicBezTo>
                  <a:pt x="107" y="180"/>
                  <a:pt x="107" y="180"/>
                  <a:pt x="107" y="180"/>
                </a:cubicBezTo>
                <a:cubicBezTo>
                  <a:pt x="110" y="180"/>
                  <a:pt x="113" y="178"/>
                  <a:pt x="113" y="174"/>
                </a:cubicBezTo>
                <a:cubicBezTo>
                  <a:pt x="113" y="171"/>
                  <a:pt x="110" y="168"/>
                  <a:pt x="107" y="168"/>
                </a:cubicBezTo>
                <a:cubicBezTo>
                  <a:pt x="34" y="168"/>
                  <a:pt x="34" y="168"/>
                  <a:pt x="34" y="168"/>
                </a:cubicBezTo>
                <a:cubicBezTo>
                  <a:pt x="31" y="168"/>
                  <a:pt x="28" y="171"/>
                  <a:pt x="28" y="174"/>
                </a:cubicBezTo>
                <a:close/>
                <a:moveTo>
                  <a:pt x="205" y="131"/>
                </a:moveTo>
                <a:cubicBezTo>
                  <a:pt x="205" y="127"/>
                  <a:pt x="202" y="125"/>
                  <a:pt x="199" y="125"/>
                </a:cubicBezTo>
                <a:cubicBezTo>
                  <a:pt x="89" y="125"/>
                  <a:pt x="89" y="125"/>
                  <a:pt x="89" y="125"/>
                </a:cubicBezTo>
                <a:cubicBezTo>
                  <a:pt x="86" y="125"/>
                  <a:pt x="83" y="127"/>
                  <a:pt x="83" y="131"/>
                </a:cubicBezTo>
                <a:cubicBezTo>
                  <a:pt x="83" y="134"/>
                  <a:pt x="86" y="137"/>
                  <a:pt x="89" y="137"/>
                </a:cubicBezTo>
                <a:cubicBezTo>
                  <a:pt x="199" y="137"/>
                  <a:pt x="199" y="137"/>
                  <a:pt x="199" y="137"/>
                </a:cubicBezTo>
                <a:cubicBezTo>
                  <a:pt x="202" y="137"/>
                  <a:pt x="205" y="134"/>
                  <a:pt x="205" y="131"/>
                </a:cubicBezTo>
                <a:close/>
                <a:moveTo>
                  <a:pt x="34" y="137"/>
                </a:moveTo>
                <a:cubicBezTo>
                  <a:pt x="74" y="137"/>
                  <a:pt x="74" y="137"/>
                  <a:pt x="74" y="137"/>
                </a:cubicBezTo>
                <a:cubicBezTo>
                  <a:pt x="78" y="137"/>
                  <a:pt x="80" y="134"/>
                  <a:pt x="80" y="131"/>
                </a:cubicBezTo>
                <a:cubicBezTo>
                  <a:pt x="80" y="127"/>
                  <a:pt x="78" y="125"/>
                  <a:pt x="74" y="125"/>
                </a:cubicBezTo>
                <a:cubicBezTo>
                  <a:pt x="34" y="125"/>
                  <a:pt x="34" y="125"/>
                  <a:pt x="34" y="125"/>
                </a:cubicBezTo>
                <a:cubicBezTo>
                  <a:pt x="31" y="125"/>
                  <a:pt x="28" y="127"/>
                  <a:pt x="28" y="131"/>
                </a:cubicBezTo>
                <a:cubicBezTo>
                  <a:pt x="28" y="134"/>
                  <a:pt x="31" y="137"/>
                  <a:pt x="34" y="137"/>
                </a:cubicBezTo>
                <a:close/>
                <a:moveTo>
                  <a:pt x="34" y="158"/>
                </a:moveTo>
                <a:cubicBezTo>
                  <a:pt x="86" y="158"/>
                  <a:pt x="86" y="158"/>
                  <a:pt x="86" y="158"/>
                </a:cubicBezTo>
                <a:cubicBezTo>
                  <a:pt x="90" y="158"/>
                  <a:pt x="93" y="156"/>
                  <a:pt x="93" y="152"/>
                </a:cubicBezTo>
                <a:cubicBezTo>
                  <a:pt x="93" y="149"/>
                  <a:pt x="90" y="146"/>
                  <a:pt x="86" y="146"/>
                </a:cubicBezTo>
                <a:cubicBezTo>
                  <a:pt x="34" y="146"/>
                  <a:pt x="34" y="146"/>
                  <a:pt x="34" y="146"/>
                </a:cubicBezTo>
                <a:cubicBezTo>
                  <a:pt x="31" y="146"/>
                  <a:pt x="28" y="149"/>
                  <a:pt x="28" y="152"/>
                </a:cubicBezTo>
                <a:cubicBezTo>
                  <a:pt x="28" y="156"/>
                  <a:pt x="31" y="158"/>
                  <a:pt x="34" y="158"/>
                </a:cubicBezTo>
                <a:close/>
                <a:moveTo>
                  <a:pt x="131" y="158"/>
                </a:moveTo>
                <a:cubicBezTo>
                  <a:pt x="134" y="158"/>
                  <a:pt x="137" y="156"/>
                  <a:pt x="137" y="152"/>
                </a:cubicBezTo>
                <a:cubicBezTo>
                  <a:pt x="137" y="149"/>
                  <a:pt x="134" y="146"/>
                  <a:pt x="131" y="146"/>
                </a:cubicBezTo>
                <a:cubicBezTo>
                  <a:pt x="102" y="146"/>
                  <a:pt x="102" y="146"/>
                  <a:pt x="102" y="146"/>
                </a:cubicBezTo>
                <a:cubicBezTo>
                  <a:pt x="99" y="146"/>
                  <a:pt x="96" y="149"/>
                  <a:pt x="96" y="152"/>
                </a:cubicBezTo>
                <a:cubicBezTo>
                  <a:pt x="96" y="156"/>
                  <a:pt x="99" y="158"/>
                  <a:pt x="102" y="158"/>
                </a:cubicBezTo>
                <a:lnTo>
                  <a:pt x="131" y="158"/>
                </a:lnTo>
                <a:close/>
                <a:moveTo>
                  <a:pt x="192" y="152"/>
                </a:moveTo>
                <a:cubicBezTo>
                  <a:pt x="192" y="149"/>
                  <a:pt x="189" y="146"/>
                  <a:pt x="186" y="146"/>
                </a:cubicBezTo>
                <a:cubicBezTo>
                  <a:pt x="146" y="146"/>
                  <a:pt x="146" y="146"/>
                  <a:pt x="146" y="146"/>
                </a:cubicBezTo>
                <a:cubicBezTo>
                  <a:pt x="142" y="146"/>
                  <a:pt x="140" y="149"/>
                  <a:pt x="140" y="152"/>
                </a:cubicBezTo>
                <a:cubicBezTo>
                  <a:pt x="140" y="156"/>
                  <a:pt x="142" y="158"/>
                  <a:pt x="146" y="158"/>
                </a:cubicBezTo>
                <a:cubicBezTo>
                  <a:pt x="186" y="158"/>
                  <a:pt x="186" y="158"/>
                  <a:pt x="186" y="158"/>
                </a:cubicBezTo>
                <a:cubicBezTo>
                  <a:pt x="189" y="158"/>
                  <a:pt x="192" y="156"/>
                  <a:pt x="192" y="152"/>
                </a:cubicBezTo>
                <a:close/>
                <a:moveTo>
                  <a:pt x="198" y="114"/>
                </a:moveTo>
                <a:cubicBezTo>
                  <a:pt x="202" y="114"/>
                  <a:pt x="204" y="112"/>
                  <a:pt x="204" y="108"/>
                </a:cubicBezTo>
                <a:cubicBezTo>
                  <a:pt x="204" y="105"/>
                  <a:pt x="202" y="102"/>
                  <a:pt x="198" y="102"/>
                </a:cubicBezTo>
                <a:cubicBezTo>
                  <a:pt x="145" y="102"/>
                  <a:pt x="145" y="102"/>
                  <a:pt x="145" y="102"/>
                </a:cubicBezTo>
                <a:cubicBezTo>
                  <a:pt x="142" y="102"/>
                  <a:pt x="139" y="105"/>
                  <a:pt x="139" y="108"/>
                </a:cubicBezTo>
                <a:cubicBezTo>
                  <a:pt x="139" y="112"/>
                  <a:pt x="142" y="114"/>
                  <a:pt x="145" y="114"/>
                </a:cubicBezTo>
                <a:lnTo>
                  <a:pt x="198" y="114"/>
                </a:ln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endParaRPr lang="en-US"/>
          </a:p>
        </p:txBody>
      </p:sp>
      <p:sp>
        <p:nvSpPr>
          <p:cNvPr id="44" name="Freeform 77">
            <a:extLst>
              <a:ext uri="{FF2B5EF4-FFF2-40B4-BE49-F238E27FC236}">
                <a16:creationId xmlns:a16="http://schemas.microsoft.com/office/drawing/2014/main" id="{CEDA346B-8748-0E65-14B2-65F0F7DDDCAC}"/>
              </a:ext>
            </a:extLst>
          </p:cNvPr>
          <p:cNvSpPr>
            <a:spLocks noEditPoints="1"/>
          </p:cNvSpPr>
          <p:nvPr/>
        </p:nvSpPr>
        <p:spPr bwMode="auto">
          <a:xfrm>
            <a:off x="10874113" y="2532754"/>
            <a:ext cx="390935" cy="398573"/>
          </a:xfrm>
          <a:custGeom>
            <a:avLst/>
            <a:gdLst>
              <a:gd name="T0" fmla="*/ 250 w 329"/>
              <a:gd name="T1" fmla="*/ 121 h 335"/>
              <a:gd name="T2" fmla="*/ 229 w 329"/>
              <a:gd name="T3" fmla="*/ 58 h 335"/>
              <a:gd name="T4" fmla="*/ 172 w 329"/>
              <a:gd name="T5" fmla="*/ 34 h 335"/>
              <a:gd name="T6" fmla="*/ 173 w 329"/>
              <a:gd name="T7" fmla="*/ 118 h 335"/>
              <a:gd name="T8" fmla="*/ 163 w 329"/>
              <a:gd name="T9" fmla="*/ 121 h 335"/>
              <a:gd name="T10" fmla="*/ 85 w 329"/>
              <a:gd name="T11" fmla="*/ 172 h 335"/>
              <a:gd name="T12" fmla="*/ 85 w 329"/>
              <a:gd name="T13" fmla="*/ 172 h 335"/>
              <a:gd name="T14" fmla="*/ 86 w 329"/>
              <a:gd name="T15" fmla="*/ 209 h 335"/>
              <a:gd name="T16" fmla="*/ 317 w 329"/>
              <a:gd name="T17" fmla="*/ 284 h 335"/>
              <a:gd name="T18" fmla="*/ 251 w 329"/>
              <a:gd name="T19" fmla="*/ 286 h 335"/>
              <a:gd name="T20" fmla="*/ 251 w 329"/>
              <a:gd name="T21" fmla="*/ 269 h 335"/>
              <a:gd name="T22" fmla="*/ 239 w 329"/>
              <a:gd name="T23" fmla="*/ 284 h 335"/>
              <a:gd name="T24" fmla="*/ 77 w 329"/>
              <a:gd name="T25" fmla="*/ 323 h 335"/>
              <a:gd name="T26" fmla="*/ 91 w 329"/>
              <a:gd name="T27" fmla="*/ 219 h 335"/>
              <a:gd name="T28" fmla="*/ 43 w 329"/>
              <a:gd name="T29" fmla="*/ 323 h 335"/>
              <a:gd name="T30" fmla="*/ 27 w 329"/>
              <a:gd name="T31" fmla="*/ 323 h 335"/>
              <a:gd name="T32" fmla="*/ 43 w 329"/>
              <a:gd name="T33" fmla="*/ 335 h 335"/>
              <a:gd name="T34" fmla="*/ 139 w 329"/>
              <a:gd name="T35" fmla="*/ 335 h 335"/>
              <a:gd name="T36" fmla="*/ 197 w 329"/>
              <a:gd name="T37" fmla="*/ 335 h 335"/>
              <a:gd name="T38" fmla="*/ 329 w 329"/>
              <a:gd name="T39" fmla="*/ 284 h 335"/>
              <a:gd name="T40" fmla="*/ 239 w 329"/>
              <a:gd name="T41" fmla="*/ 323 h 335"/>
              <a:gd name="T42" fmla="*/ 239 w 329"/>
              <a:gd name="T43" fmla="*/ 323 h 335"/>
              <a:gd name="T44" fmla="*/ 97 w 329"/>
              <a:gd name="T45" fmla="*/ 172 h 335"/>
              <a:gd name="T46" fmla="*/ 162 w 329"/>
              <a:gd name="T47" fmla="*/ 133 h 335"/>
              <a:gd name="T48" fmla="*/ 194 w 329"/>
              <a:gd name="T49" fmla="*/ 96 h 335"/>
              <a:gd name="T50" fmla="*/ 192 w 329"/>
              <a:gd name="T51" fmla="*/ 50 h 335"/>
              <a:gd name="T52" fmla="*/ 228 w 329"/>
              <a:gd name="T53" fmla="*/ 34 h 335"/>
              <a:gd name="T54" fmla="*/ 217 w 329"/>
              <a:gd name="T55" fmla="*/ 97 h 335"/>
              <a:gd name="T56" fmla="*/ 250 w 329"/>
              <a:gd name="T57" fmla="*/ 133 h 335"/>
              <a:gd name="T58" fmla="*/ 128 w 329"/>
              <a:gd name="T59" fmla="*/ 167 h 335"/>
              <a:gd name="T60" fmla="*/ 317 w 329"/>
              <a:gd name="T61" fmla="*/ 179 h 335"/>
              <a:gd name="T62" fmla="*/ 251 w 329"/>
              <a:gd name="T63" fmla="*/ 251 h 335"/>
              <a:gd name="T64" fmla="*/ 245 w 329"/>
              <a:gd name="T65" fmla="*/ 256 h 335"/>
              <a:gd name="T66" fmla="*/ 206 w 329"/>
              <a:gd name="T67" fmla="*/ 28 h 335"/>
              <a:gd name="T68" fmla="*/ 6 w 329"/>
              <a:gd name="T69" fmla="*/ 322 h 335"/>
              <a:gd name="T70" fmla="*/ 12 w 329"/>
              <a:gd name="T71" fmla="*/ 328 h 335"/>
              <a:gd name="T72" fmla="*/ 60 w 329"/>
              <a:gd name="T73" fmla="*/ 179 h 335"/>
              <a:gd name="T74" fmla="*/ 8 w 329"/>
              <a:gd name="T75" fmla="*/ 167 h 335"/>
              <a:gd name="T76" fmla="*/ 52 w 329"/>
              <a:gd name="T77" fmla="*/ 45 h 335"/>
              <a:gd name="T78" fmla="*/ 116 w 329"/>
              <a:gd name="T79" fmla="*/ 33 h 335"/>
              <a:gd name="T80" fmla="*/ 52 w 329"/>
              <a:gd name="T81" fmla="*/ 45 h 335"/>
              <a:gd name="T82" fmla="*/ 154 w 329"/>
              <a:gd name="T83" fmla="*/ 17 h 335"/>
              <a:gd name="T84" fmla="*/ 78 w 329"/>
              <a:gd name="T85" fmla="*/ 17 h 3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329" h="335">
                <a:moveTo>
                  <a:pt x="275" y="121"/>
                </a:moveTo>
                <a:cubicBezTo>
                  <a:pt x="250" y="121"/>
                  <a:pt x="250" y="121"/>
                  <a:pt x="250" y="121"/>
                </a:cubicBezTo>
                <a:cubicBezTo>
                  <a:pt x="250" y="121"/>
                  <a:pt x="250" y="121"/>
                  <a:pt x="250" y="121"/>
                </a:cubicBezTo>
                <a:cubicBezTo>
                  <a:pt x="248" y="121"/>
                  <a:pt x="242" y="120"/>
                  <a:pt x="238" y="116"/>
                </a:cubicBezTo>
                <a:cubicBezTo>
                  <a:pt x="233" y="113"/>
                  <a:pt x="230" y="108"/>
                  <a:pt x="229" y="97"/>
                </a:cubicBezTo>
                <a:cubicBezTo>
                  <a:pt x="229" y="58"/>
                  <a:pt x="229" y="58"/>
                  <a:pt x="229" y="58"/>
                </a:cubicBezTo>
                <a:cubicBezTo>
                  <a:pt x="236" y="52"/>
                  <a:pt x="240" y="43"/>
                  <a:pt x="240" y="34"/>
                </a:cubicBezTo>
                <a:cubicBezTo>
                  <a:pt x="240" y="15"/>
                  <a:pt x="225" y="0"/>
                  <a:pt x="206" y="0"/>
                </a:cubicBezTo>
                <a:cubicBezTo>
                  <a:pt x="187" y="0"/>
                  <a:pt x="172" y="15"/>
                  <a:pt x="172" y="34"/>
                </a:cubicBezTo>
                <a:cubicBezTo>
                  <a:pt x="172" y="43"/>
                  <a:pt x="176" y="51"/>
                  <a:pt x="182" y="57"/>
                </a:cubicBezTo>
                <a:cubicBezTo>
                  <a:pt x="182" y="95"/>
                  <a:pt x="182" y="95"/>
                  <a:pt x="182" y="95"/>
                </a:cubicBezTo>
                <a:cubicBezTo>
                  <a:pt x="181" y="109"/>
                  <a:pt x="177" y="115"/>
                  <a:pt x="173" y="118"/>
                </a:cubicBezTo>
                <a:cubicBezTo>
                  <a:pt x="170" y="121"/>
                  <a:pt x="166" y="122"/>
                  <a:pt x="164" y="122"/>
                </a:cubicBezTo>
                <a:cubicBezTo>
                  <a:pt x="163" y="122"/>
                  <a:pt x="163" y="121"/>
                  <a:pt x="163" y="121"/>
                </a:cubicBezTo>
                <a:cubicBezTo>
                  <a:pt x="163" y="121"/>
                  <a:pt x="163" y="121"/>
                  <a:pt x="163" y="121"/>
                </a:cubicBezTo>
                <a:cubicBezTo>
                  <a:pt x="162" y="121"/>
                  <a:pt x="162" y="121"/>
                  <a:pt x="162" y="121"/>
                </a:cubicBezTo>
                <a:cubicBezTo>
                  <a:pt x="139" y="121"/>
                  <a:pt x="139" y="121"/>
                  <a:pt x="139" y="121"/>
                </a:cubicBezTo>
                <a:cubicBezTo>
                  <a:pt x="109" y="121"/>
                  <a:pt x="85" y="144"/>
                  <a:pt x="85" y="172"/>
                </a:cubicBezTo>
                <a:cubicBezTo>
                  <a:pt x="85" y="172"/>
                  <a:pt x="85" y="172"/>
                  <a:pt x="85" y="172"/>
                </a:cubicBezTo>
                <a:cubicBezTo>
                  <a:pt x="85" y="172"/>
                  <a:pt x="85" y="172"/>
                  <a:pt x="85" y="172"/>
                </a:cubicBezTo>
                <a:cubicBezTo>
                  <a:pt x="85" y="172"/>
                  <a:pt x="85" y="172"/>
                  <a:pt x="85" y="172"/>
                </a:cubicBezTo>
                <a:cubicBezTo>
                  <a:pt x="85" y="172"/>
                  <a:pt x="85" y="172"/>
                  <a:pt x="85" y="172"/>
                </a:cubicBezTo>
                <a:cubicBezTo>
                  <a:pt x="85" y="204"/>
                  <a:pt x="85" y="204"/>
                  <a:pt x="85" y="204"/>
                </a:cubicBezTo>
                <a:cubicBezTo>
                  <a:pt x="85" y="206"/>
                  <a:pt x="85" y="208"/>
                  <a:pt x="86" y="209"/>
                </a:cubicBezTo>
                <a:cubicBezTo>
                  <a:pt x="88" y="210"/>
                  <a:pt x="89" y="210"/>
                  <a:pt x="91" y="210"/>
                </a:cubicBezTo>
                <a:cubicBezTo>
                  <a:pt x="317" y="210"/>
                  <a:pt x="317" y="210"/>
                  <a:pt x="317" y="210"/>
                </a:cubicBezTo>
                <a:cubicBezTo>
                  <a:pt x="317" y="284"/>
                  <a:pt x="317" y="284"/>
                  <a:pt x="317" y="284"/>
                </a:cubicBezTo>
                <a:cubicBezTo>
                  <a:pt x="317" y="305"/>
                  <a:pt x="298" y="323"/>
                  <a:pt x="275" y="323"/>
                </a:cubicBezTo>
                <a:cubicBezTo>
                  <a:pt x="251" y="323"/>
                  <a:pt x="251" y="323"/>
                  <a:pt x="251" y="323"/>
                </a:cubicBezTo>
                <a:cubicBezTo>
                  <a:pt x="251" y="286"/>
                  <a:pt x="251" y="286"/>
                  <a:pt x="251" y="286"/>
                </a:cubicBezTo>
                <a:cubicBezTo>
                  <a:pt x="251" y="286"/>
                  <a:pt x="251" y="286"/>
                  <a:pt x="251" y="285"/>
                </a:cubicBezTo>
                <a:cubicBezTo>
                  <a:pt x="251" y="285"/>
                  <a:pt x="251" y="285"/>
                  <a:pt x="251" y="284"/>
                </a:cubicBezTo>
                <a:cubicBezTo>
                  <a:pt x="251" y="269"/>
                  <a:pt x="251" y="269"/>
                  <a:pt x="251" y="269"/>
                </a:cubicBezTo>
                <a:cubicBezTo>
                  <a:pt x="251" y="266"/>
                  <a:pt x="248" y="263"/>
                  <a:pt x="245" y="263"/>
                </a:cubicBezTo>
                <a:cubicBezTo>
                  <a:pt x="241" y="263"/>
                  <a:pt x="239" y="266"/>
                  <a:pt x="239" y="269"/>
                </a:cubicBezTo>
                <a:cubicBezTo>
                  <a:pt x="239" y="284"/>
                  <a:pt x="239" y="284"/>
                  <a:pt x="239" y="284"/>
                </a:cubicBezTo>
                <a:cubicBezTo>
                  <a:pt x="239" y="305"/>
                  <a:pt x="220" y="323"/>
                  <a:pt x="197" y="323"/>
                </a:cubicBezTo>
                <a:cubicBezTo>
                  <a:pt x="139" y="323"/>
                  <a:pt x="139" y="323"/>
                  <a:pt x="139" y="323"/>
                </a:cubicBezTo>
                <a:cubicBezTo>
                  <a:pt x="77" y="323"/>
                  <a:pt x="77" y="323"/>
                  <a:pt x="77" y="323"/>
                </a:cubicBezTo>
                <a:cubicBezTo>
                  <a:pt x="89" y="314"/>
                  <a:pt x="97" y="300"/>
                  <a:pt x="97" y="284"/>
                </a:cubicBezTo>
                <a:cubicBezTo>
                  <a:pt x="97" y="225"/>
                  <a:pt x="97" y="225"/>
                  <a:pt x="97" y="225"/>
                </a:cubicBezTo>
                <a:cubicBezTo>
                  <a:pt x="97" y="222"/>
                  <a:pt x="94" y="219"/>
                  <a:pt x="91" y="219"/>
                </a:cubicBezTo>
                <a:cubicBezTo>
                  <a:pt x="87" y="219"/>
                  <a:pt x="85" y="222"/>
                  <a:pt x="85" y="225"/>
                </a:cubicBezTo>
                <a:cubicBezTo>
                  <a:pt x="85" y="284"/>
                  <a:pt x="85" y="284"/>
                  <a:pt x="85" y="284"/>
                </a:cubicBezTo>
                <a:cubicBezTo>
                  <a:pt x="85" y="305"/>
                  <a:pt x="66" y="323"/>
                  <a:pt x="43" y="323"/>
                </a:cubicBezTo>
                <a:cubicBezTo>
                  <a:pt x="39" y="323"/>
                  <a:pt x="39" y="323"/>
                  <a:pt x="39" y="323"/>
                </a:cubicBezTo>
                <a:cubicBezTo>
                  <a:pt x="39" y="323"/>
                  <a:pt x="39" y="323"/>
                  <a:pt x="39" y="323"/>
                </a:cubicBezTo>
                <a:cubicBezTo>
                  <a:pt x="27" y="323"/>
                  <a:pt x="27" y="323"/>
                  <a:pt x="27" y="323"/>
                </a:cubicBezTo>
                <a:cubicBezTo>
                  <a:pt x="24" y="323"/>
                  <a:pt x="21" y="326"/>
                  <a:pt x="21" y="329"/>
                </a:cubicBezTo>
                <a:cubicBezTo>
                  <a:pt x="21" y="332"/>
                  <a:pt x="24" y="335"/>
                  <a:pt x="27" y="335"/>
                </a:cubicBezTo>
                <a:cubicBezTo>
                  <a:pt x="43" y="335"/>
                  <a:pt x="43" y="335"/>
                  <a:pt x="43" y="335"/>
                </a:cubicBezTo>
                <a:cubicBezTo>
                  <a:pt x="43" y="335"/>
                  <a:pt x="43" y="335"/>
                  <a:pt x="43" y="335"/>
                </a:cubicBezTo>
                <a:cubicBezTo>
                  <a:pt x="46" y="335"/>
                  <a:pt x="46" y="335"/>
                  <a:pt x="46" y="335"/>
                </a:cubicBezTo>
                <a:cubicBezTo>
                  <a:pt x="139" y="335"/>
                  <a:pt x="139" y="335"/>
                  <a:pt x="139" y="335"/>
                </a:cubicBezTo>
                <a:cubicBezTo>
                  <a:pt x="181" y="335"/>
                  <a:pt x="181" y="335"/>
                  <a:pt x="181" y="335"/>
                </a:cubicBezTo>
                <a:cubicBezTo>
                  <a:pt x="181" y="335"/>
                  <a:pt x="181" y="335"/>
                  <a:pt x="181" y="335"/>
                </a:cubicBezTo>
                <a:cubicBezTo>
                  <a:pt x="197" y="335"/>
                  <a:pt x="197" y="335"/>
                  <a:pt x="197" y="335"/>
                </a:cubicBezTo>
                <a:cubicBezTo>
                  <a:pt x="197" y="335"/>
                  <a:pt x="197" y="335"/>
                  <a:pt x="197" y="335"/>
                </a:cubicBezTo>
                <a:cubicBezTo>
                  <a:pt x="275" y="335"/>
                  <a:pt x="275" y="335"/>
                  <a:pt x="275" y="335"/>
                </a:cubicBezTo>
                <a:cubicBezTo>
                  <a:pt x="304" y="335"/>
                  <a:pt x="329" y="313"/>
                  <a:pt x="329" y="284"/>
                </a:cubicBezTo>
                <a:cubicBezTo>
                  <a:pt x="329" y="172"/>
                  <a:pt x="329" y="172"/>
                  <a:pt x="329" y="172"/>
                </a:cubicBezTo>
                <a:cubicBezTo>
                  <a:pt x="329" y="144"/>
                  <a:pt x="304" y="121"/>
                  <a:pt x="275" y="121"/>
                </a:cubicBezTo>
                <a:close/>
                <a:moveTo>
                  <a:pt x="239" y="323"/>
                </a:moveTo>
                <a:cubicBezTo>
                  <a:pt x="231" y="323"/>
                  <a:pt x="231" y="323"/>
                  <a:pt x="231" y="323"/>
                </a:cubicBezTo>
                <a:cubicBezTo>
                  <a:pt x="234" y="321"/>
                  <a:pt x="237" y="319"/>
                  <a:pt x="239" y="316"/>
                </a:cubicBezTo>
                <a:lnTo>
                  <a:pt x="239" y="323"/>
                </a:lnTo>
                <a:close/>
                <a:moveTo>
                  <a:pt x="317" y="198"/>
                </a:moveTo>
                <a:cubicBezTo>
                  <a:pt x="97" y="198"/>
                  <a:pt x="97" y="198"/>
                  <a:pt x="97" y="198"/>
                </a:cubicBezTo>
                <a:cubicBezTo>
                  <a:pt x="97" y="172"/>
                  <a:pt x="97" y="172"/>
                  <a:pt x="97" y="172"/>
                </a:cubicBezTo>
                <a:cubicBezTo>
                  <a:pt x="97" y="172"/>
                  <a:pt x="97" y="172"/>
                  <a:pt x="97" y="172"/>
                </a:cubicBezTo>
                <a:cubicBezTo>
                  <a:pt x="97" y="151"/>
                  <a:pt x="115" y="133"/>
                  <a:pt x="139" y="133"/>
                </a:cubicBezTo>
                <a:cubicBezTo>
                  <a:pt x="162" y="133"/>
                  <a:pt x="162" y="133"/>
                  <a:pt x="162" y="133"/>
                </a:cubicBezTo>
                <a:cubicBezTo>
                  <a:pt x="162" y="133"/>
                  <a:pt x="163" y="134"/>
                  <a:pt x="164" y="134"/>
                </a:cubicBezTo>
                <a:cubicBezTo>
                  <a:pt x="167" y="134"/>
                  <a:pt x="174" y="133"/>
                  <a:pt x="181" y="127"/>
                </a:cubicBezTo>
                <a:cubicBezTo>
                  <a:pt x="188" y="122"/>
                  <a:pt x="193" y="112"/>
                  <a:pt x="194" y="96"/>
                </a:cubicBezTo>
                <a:cubicBezTo>
                  <a:pt x="194" y="95"/>
                  <a:pt x="194" y="95"/>
                  <a:pt x="194" y="95"/>
                </a:cubicBezTo>
                <a:cubicBezTo>
                  <a:pt x="194" y="54"/>
                  <a:pt x="194" y="54"/>
                  <a:pt x="194" y="54"/>
                </a:cubicBezTo>
                <a:cubicBezTo>
                  <a:pt x="194" y="53"/>
                  <a:pt x="193" y="51"/>
                  <a:pt x="192" y="50"/>
                </a:cubicBezTo>
                <a:cubicBezTo>
                  <a:pt x="187" y="46"/>
                  <a:pt x="184" y="40"/>
                  <a:pt x="184" y="34"/>
                </a:cubicBezTo>
                <a:cubicBezTo>
                  <a:pt x="184" y="22"/>
                  <a:pt x="194" y="12"/>
                  <a:pt x="206" y="12"/>
                </a:cubicBezTo>
                <a:cubicBezTo>
                  <a:pt x="218" y="12"/>
                  <a:pt x="228" y="22"/>
                  <a:pt x="228" y="34"/>
                </a:cubicBezTo>
                <a:cubicBezTo>
                  <a:pt x="228" y="40"/>
                  <a:pt x="225" y="47"/>
                  <a:pt x="220" y="51"/>
                </a:cubicBezTo>
                <a:cubicBezTo>
                  <a:pt x="218" y="52"/>
                  <a:pt x="217" y="53"/>
                  <a:pt x="217" y="55"/>
                </a:cubicBezTo>
                <a:cubicBezTo>
                  <a:pt x="217" y="97"/>
                  <a:pt x="217" y="97"/>
                  <a:pt x="217" y="97"/>
                </a:cubicBezTo>
                <a:cubicBezTo>
                  <a:pt x="217" y="113"/>
                  <a:pt x="226" y="123"/>
                  <a:pt x="234" y="128"/>
                </a:cubicBezTo>
                <a:cubicBezTo>
                  <a:pt x="242" y="132"/>
                  <a:pt x="249" y="133"/>
                  <a:pt x="249" y="133"/>
                </a:cubicBezTo>
                <a:cubicBezTo>
                  <a:pt x="250" y="133"/>
                  <a:pt x="250" y="133"/>
                  <a:pt x="250" y="133"/>
                </a:cubicBezTo>
                <a:cubicBezTo>
                  <a:pt x="275" y="133"/>
                  <a:pt x="275" y="133"/>
                  <a:pt x="275" y="133"/>
                </a:cubicBezTo>
                <a:cubicBezTo>
                  <a:pt x="296" y="133"/>
                  <a:pt x="314" y="148"/>
                  <a:pt x="316" y="167"/>
                </a:cubicBezTo>
                <a:cubicBezTo>
                  <a:pt x="128" y="167"/>
                  <a:pt x="128" y="167"/>
                  <a:pt x="128" y="167"/>
                </a:cubicBezTo>
                <a:cubicBezTo>
                  <a:pt x="125" y="167"/>
                  <a:pt x="122" y="170"/>
                  <a:pt x="122" y="173"/>
                </a:cubicBezTo>
                <a:cubicBezTo>
                  <a:pt x="122" y="176"/>
                  <a:pt x="125" y="179"/>
                  <a:pt x="128" y="179"/>
                </a:cubicBezTo>
                <a:cubicBezTo>
                  <a:pt x="317" y="179"/>
                  <a:pt x="317" y="179"/>
                  <a:pt x="317" y="179"/>
                </a:cubicBezTo>
                <a:lnTo>
                  <a:pt x="317" y="198"/>
                </a:lnTo>
                <a:close/>
                <a:moveTo>
                  <a:pt x="245" y="256"/>
                </a:moveTo>
                <a:cubicBezTo>
                  <a:pt x="248" y="256"/>
                  <a:pt x="251" y="254"/>
                  <a:pt x="251" y="251"/>
                </a:cubicBezTo>
                <a:cubicBezTo>
                  <a:pt x="251" y="248"/>
                  <a:pt x="248" y="246"/>
                  <a:pt x="245" y="246"/>
                </a:cubicBezTo>
                <a:cubicBezTo>
                  <a:pt x="242" y="246"/>
                  <a:pt x="240" y="248"/>
                  <a:pt x="240" y="251"/>
                </a:cubicBezTo>
                <a:cubicBezTo>
                  <a:pt x="240" y="254"/>
                  <a:pt x="242" y="256"/>
                  <a:pt x="245" y="256"/>
                </a:cubicBezTo>
                <a:close/>
                <a:moveTo>
                  <a:pt x="206" y="40"/>
                </a:moveTo>
                <a:cubicBezTo>
                  <a:pt x="209" y="40"/>
                  <a:pt x="212" y="37"/>
                  <a:pt x="212" y="34"/>
                </a:cubicBezTo>
                <a:cubicBezTo>
                  <a:pt x="212" y="30"/>
                  <a:pt x="209" y="28"/>
                  <a:pt x="206" y="28"/>
                </a:cubicBezTo>
                <a:cubicBezTo>
                  <a:pt x="202" y="28"/>
                  <a:pt x="200" y="30"/>
                  <a:pt x="200" y="34"/>
                </a:cubicBezTo>
                <a:cubicBezTo>
                  <a:pt x="200" y="37"/>
                  <a:pt x="202" y="40"/>
                  <a:pt x="206" y="40"/>
                </a:cubicBezTo>
                <a:close/>
                <a:moveTo>
                  <a:pt x="6" y="322"/>
                </a:moveTo>
                <a:cubicBezTo>
                  <a:pt x="2" y="322"/>
                  <a:pt x="0" y="325"/>
                  <a:pt x="0" y="328"/>
                </a:cubicBezTo>
                <a:cubicBezTo>
                  <a:pt x="0" y="332"/>
                  <a:pt x="2" y="334"/>
                  <a:pt x="6" y="334"/>
                </a:cubicBezTo>
                <a:cubicBezTo>
                  <a:pt x="9" y="334"/>
                  <a:pt x="12" y="332"/>
                  <a:pt x="12" y="328"/>
                </a:cubicBezTo>
                <a:cubicBezTo>
                  <a:pt x="12" y="325"/>
                  <a:pt x="9" y="322"/>
                  <a:pt x="6" y="322"/>
                </a:cubicBezTo>
                <a:close/>
                <a:moveTo>
                  <a:pt x="8" y="179"/>
                </a:moveTo>
                <a:cubicBezTo>
                  <a:pt x="60" y="179"/>
                  <a:pt x="60" y="179"/>
                  <a:pt x="60" y="179"/>
                </a:cubicBezTo>
                <a:cubicBezTo>
                  <a:pt x="63" y="179"/>
                  <a:pt x="66" y="176"/>
                  <a:pt x="66" y="173"/>
                </a:cubicBezTo>
                <a:cubicBezTo>
                  <a:pt x="66" y="170"/>
                  <a:pt x="63" y="167"/>
                  <a:pt x="60" y="167"/>
                </a:cubicBezTo>
                <a:cubicBezTo>
                  <a:pt x="8" y="167"/>
                  <a:pt x="8" y="167"/>
                  <a:pt x="8" y="167"/>
                </a:cubicBezTo>
                <a:cubicBezTo>
                  <a:pt x="5" y="167"/>
                  <a:pt x="2" y="170"/>
                  <a:pt x="2" y="173"/>
                </a:cubicBezTo>
                <a:cubicBezTo>
                  <a:pt x="2" y="176"/>
                  <a:pt x="5" y="179"/>
                  <a:pt x="8" y="179"/>
                </a:cubicBezTo>
                <a:close/>
                <a:moveTo>
                  <a:pt x="52" y="45"/>
                </a:moveTo>
                <a:cubicBezTo>
                  <a:pt x="116" y="45"/>
                  <a:pt x="116" y="45"/>
                  <a:pt x="116" y="45"/>
                </a:cubicBezTo>
                <a:cubicBezTo>
                  <a:pt x="120" y="45"/>
                  <a:pt x="122" y="42"/>
                  <a:pt x="122" y="39"/>
                </a:cubicBezTo>
                <a:cubicBezTo>
                  <a:pt x="122" y="36"/>
                  <a:pt x="120" y="33"/>
                  <a:pt x="116" y="33"/>
                </a:cubicBezTo>
                <a:cubicBezTo>
                  <a:pt x="52" y="33"/>
                  <a:pt x="52" y="33"/>
                  <a:pt x="52" y="33"/>
                </a:cubicBezTo>
                <a:cubicBezTo>
                  <a:pt x="49" y="33"/>
                  <a:pt x="46" y="36"/>
                  <a:pt x="46" y="39"/>
                </a:cubicBezTo>
                <a:cubicBezTo>
                  <a:pt x="46" y="42"/>
                  <a:pt x="49" y="45"/>
                  <a:pt x="52" y="45"/>
                </a:cubicBezTo>
                <a:close/>
                <a:moveTo>
                  <a:pt x="84" y="23"/>
                </a:moveTo>
                <a:cubicBezTo>
                  <a:pt x="148" y="23"/>
                  <a:pt x="148" y="23"/>
                  <a:pt x="148" y="23"/>
                </a:cubicBezTo>
                <a:cubicBezTo>
                  <a:pt x="152" y="23"/>
                  <a:pt x="154" y="20"/>
                  <a:pt x="154" y="17"/>
                </a:cubicBezTo>
                <a:cubicBezTo>
                  <a:pt x="154" y="14"/>
                  <a:pt x="152" y="11"/>
                  <a:pt x="148" y="11"/>
                </a:cubicBezTo>
                <a:cubicBezTo>
                  <a:pt x="84" y="11"/>
                  <a:pt x="84" y="11"/>
                  <a:pt x="84" y="11"/>
                </a:cubicBezTo>
                <a:cubicBezTo>
                  <a:pt x="81" y="11"/>
                  <a:pt x="78" y="14"/>
                  <a:pt x="78" y="17"/>
                </a:cubicBezTo>
                <a:cubicBezTo>
                  <a:pt x="78" y="20"/>
                  <a:pt x="81" y="23"/>
                  <a:pt x="84" y="23"/>
                </a:cubicBez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endParaRPr lang="en-US"/>
          </a:p>
        </p:txBody>
      </p:sp>
      <p:sp>
        <p:nvSpPr>
          <p:cNvPr id="45" name="Freeform 19">
            <a:extLst>
              <a:ext uri="{FF2B5EF4-FFF2-40B4-BE49-F238E27FC236}">
                <a16:creationId xmlns:a16="http://schemas.microsoft.com/office/drawing/2014/main" id="{A4D5C368-6936-D200-DFF9-D2869049C020}"/>
              </a:ext>
            </a:extLst>
          </p:cNvPr>
          <p:cNvSpPr>
            <a:spLocks noEditPoints="1"/>
          </p:cNvSpPr>
          <p:nvPr/>
        </p:nvSpPr>
        <p:spPr bwMode="auto">
          <a:xfrm>
            <a:off x="10920673" y="1129932"/>
            <a:ext cx="396825" cy="398014"/>
          </a:xfrm>
          <a:custGeom>
            <a:avLst/>
            <a:gdLst>
              <a:gd name="T0" fmla="*/ 312 w 334"/>
              <a:gd name="T1" fmla="*/ 123 h 335"/>
              <a:gd name="T2" fmla="*/ 291 w 334"/>
              <a:gd name="T3" fmla="*/ 111 h 335"/>
              <a:gd name="T4" fmla="*/ 300 w 334"/>
              <a:gd name="T5" fmla="*/ 146 h 335"/>
              <a:gd name="T6" fmla="*/ 50 w 334"/>
              <a:gd name="T7" fmla="*/ 117 h 335"/>
              <a:gd name="T8" fmla="*/ 22 w 334"/>
              <a:gd name="T9" fmla="*/ 117 h 335"/>
              <a:gd name="T10" fmla="*/ 5 w 334"/>
              <a:gd name="T11" fmla="*/ 108 h 335"/>
              <a:gd name="T12" fmla="*/ 11 w 334"/>
              <a:gd name="T13" fmla="*/ 143 h 335"/>
              <a:gd name="T14" fmla="*/ 24 w 334"/>
              <a:gd name="T15" fmla="*/ 156 h 335"/>
              <a:gd name="T16" fmla="*/ 239 w 334"/>
              <a:gd name="T17" fmla="*/ 158 h 335"/>
              <a:gd name="T18" fmla="*/ 35 w 334"/>
              <a:gd name="T19" fmla="*/ 174 h 335"/>
              <a:gd name="T20" fmla="*/ 49 w 334"/>
              <a:gd name="T21" fmla="*/ 335 h 335"/>
              <a:gd name="T22" fmla="*/ 322 w 334"/>
              <a:gd name="T23" fmla="*/ 135 h 335"/>
              <a:gd name="T24" fmla="*/ 334 w 334"/>
              <a:gd name="T25" fmla="*/ 115 h 335"/>
              <a:gd name="T26" fmla="*/ 224 w 334"/>
              <a:gd name="T27" fmla="*/ 158 h 335"/>
              <a:gd name="T28" fmla="*/ 49 w 334"/>
              <a:gd name="T29" fmla="*/ 323 h 335"/>
              <a:gd name="T30" fmla="*/ 300 w 334"/>
              <a:gd name="T31" fmla="*/ 309 h 335"/>
              <a:gd name="T32" fmla="*/ 116 w 334"/>
              <a:gd name="T33" fmla="*/ 69 h 335"/>
              <a:gd name="T34" fmla="*/ 116 w 334"/>
              <a:gd name="T35" fmla="*/ 26 h 335"/>
              <a:gd name="T36" fmla="*/ 121 w 334"/>
              <a:gd name="T37" fmla="*/ 12 h 335"/>
              <a:gd name="T38" fmla="*/ 279 w 334"/>
              <a:gd name="T39" fmla="*/ 133 h 335"/>
              <a:gd name="T40" fmla="*/ 119 w 334"/>
              <a:gd name="T41" fmla="*/ 0 h 335"/>
              <a:gd name="T42" fmla="*/ 54 w 334"/>
              <a:gd name="T43" fmla="*/ 131 h 335"/>
              <a:gd name="T44" fmla="*/ 66 w 334"/>
              <a:gd name="T45" fmla="*/ 236 h 335"/>
              <a:gd name="T46" fmla="*/ 111 w 334"/>
              <a:gd name="T47" fmla="*/ 246 h 335"/>
              <a:gd name="T48" fmla="*/ 134 w 334"/>
              <a:gd name="T49" fmla="*/ 256 h 335"/>
              <a:gd name="T50" fmla="*/ 134 w 334"/>
              <a:gd name="T51" fmla="*/ 256 h 335"/>
              <a:gd name="T52" fmla="*/ 156 w 334"/>
              <a:gd name="T53" fmla="*/ 246 h 335"/>
              <a:gd name="T54" fmla="*/ 200 w 334"/>
              <a:gd name="T55" fmla="*/ 236 h 335"/>
              <a:gd name="T56" fmla="*/ 243 w 334"/>
              <a:gd name="T57" fmla="*/ 246 h 335"/>
              <a:gd name="T58" fmla="*/ 266 w 334"/>
              <a:gd name="T59" fmla="*/ 256 h 335"/>
              <a:gd name="T60" fmla="*/ 266 w 334"/>
              <a:gd name="T61" fmla="*/ 256 h 335"/>
              <a:gd name="T62" fmla="*/ 74 w 334"/>
              <a:gd name="T63" fmla="*/ 279 h 335"/>
              <a:gd name="T64" fmla="*/ 128 w 334"/>
              <a:gd name="T65" fmla="*/ 279 h 335"/>
              <a:gd name="T66" fmla="*/ 150 w 334"/>
              <a:gd name="T67" fmla="*/ 289 h 335"/>
              <a:gd name="T68" fmla="*/ 174 w 334"/>
              <a:gd name="T69" fmla="*/ 279 h 335"/>
              <a:gd name="T70" fmla="*/ 174 w 334"/>
              <a:gd name="T71" fmla="*/ 279 h 335"/>
              <a:gd name="T72" fmla="*/ 217 w 334"/>
              <a:gd name="T73" fmla="*/ 269 h 335"/>
              <a:gd name="T74" fmla="*/ 260 w 334"/>
              <a:gd name="T75" fmla="*/ 279 h 335"/>
              <a:gd name="T76" fmla="*/ 84 w 334"/>
              <a:gd name="T77" fmla="*/ 302 h 335"/>
              <a:gd name="T78" fmla="*/ 254 w 334"/>
              <a:gd name="T79" fmla="*/ 308 h 335"/>
              <a:gd name="T80" fmla="*/ 182 w 334"/>
              <a:gd name="T81" fmla="*/ 84 h 335"/>
              <a:gd name="T82" fmla="*/ 92 w 334"/>
              <a:gd name="T83" fmla="*/ 90 h 335"/>
              <a:gd name="T84" fmla="*/ 132 w 334"/>
              <a:gd name="T85" fmla="*/ 101 h 335"/>
              <a:gd name="T86" fmla="*/ 250 w 334"/>
              <a:gd name="T87" fmla="*/ 107 h 335"/>
              <a:gd name="T88" fmla="*/ 148 w 334"/>
              <a:gd name="T89" fmla="*/ 113 h 335"/>
              <a:gd name="T90" fmla="*/ 144 w 334"/>
              <a:gd name="T91" fmla="*/ 136 h 335"/>
              <a:gd name="T92" fmla="*/ 86 w 334"/>
              <a:gd name="T93" fmla="*/ 130 h 335"/>
              <a:gd name="T94" fmla="*/ 161 w 334"/>
              <a:gd name="T95" fmla="*/ 136 h 335"/>
              <a:gd name="T96" fmla="*/ 161 w 334"/>
              <a:gd name="T97" fmla="*/ 124 h 335"/>
              <a:gd name="T98" fmla="*/ 244 w 334"/>
              <a:gd name="T99" fmla="*/ 124 h 335"/>
              <a:gd name="T100" fmla="*/ 244 w 334"/>
              <a:gd name="T101" fmla="*/ 90 h 335"/>
              <a:gd name="T102" fmla="*/ 186 w 334"/>
              <a:gd name="T103" fmla="*/ 84 h 3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334" h="335">
                <a:moveTo>
                  <a:pt x="328" y="109"/>
                </a:moveTo>
                <a:cubicBezTo>
                  <a:pt x="325" y="109"/>
                  <a:pt x="322" y="111"/>
                  <a:pt x="322" y="115"/>
                </a:cubicBezTo>
                <a:cubicBezTo>
                  <a:pt x="322" y="123"/>
                  <a:pt x="322" y="123"/>
                  <a:pt x="322" y="123"/>
                </a:cubicBezTo>
                <a:cubicBezTo>
                  <a:pt x="312" y="123"/>
                  <a:pt x="312" y="123"/>
                  <a:pt x="312" y="123"/>
                </a:cubicBezTo>
                <a:cubicBezTo>
                  <a:pt x="312" y="117"/>
                  <a:pt x="312" y="117"/>
                  <a:pt x="312" y="117"/>
                </a:cubicBezTo>
                <a:cubicBezTo>
                  <a:pt x="312" y="115"/>
                  <a:pt x="311" y="114"/>
                  <a:pt x="310" y="113"/>
                </a:cubicBezTo>
                <a:cubicBezTo>
                  <a:pt x="309" y="112"/>
                  <a:pt x="308" y="111"/>
                  <a:pt x="306" y="111"/>
                </a:cubicBezTo>
                <a:cubicBezTo>
                  <a:pt x="291" y="111"/>
                  <a:pt x="291" y="111"/>
                  <a:pt x="291" y="111"/>
                </a:cubicBezTo>
                <a:cubicBezTo>
                  <a:pt x="287" y="111"/>
                  <a:pt x="285" y="114"/>
                  <a:pt x="285" y="117"/>
                </a:cubicBezTo>
                <a:cubicBezTo>
                  <a:pt x="285" y="120"/>
                  <a:pt x="287" y="123"/>
                  <a:pt x="291" y="123"/>
                </a:cubicBezTo>
                <a:cubicBezTo>
                  <a:pt x="300" y="123"/>
                  <a:pt x="300" y="123"/>
                  <a:pt x="300" y="123"/>
                </a:cubicBezTo>
                <a:cubicBezTo>
                  <a:pt x="300" y="146"/>
                  <a:pt x="300" y="146"/>
                  <a:pt x="300" y="146"/>
                </a:cubicBezTo>
                <a:cubicBezTo>
                  <a:pt x="35" y="146"/>
                  <a:pt x="35" y="146"/>
                  <a:pt x="35" y="146"/>
                </a:cubicBezTo>
                <a:cubicBezTo>
                  <a:pt x="35" y="123"/>
                  <a:pt x="35" y="123"/>
                  <a:pt x="35" y="123"/>
                </a:cubicBezTo>
                <a:cubicBezTo>
                  <a:pt x="44" y="123"/>
                  <a:pt x="44" y="123"/>
                  <a:pt x="44" y="123"/>
                </a:cubicBezTo>
                <a:cubicBezTo>
                  <a:pt x="47" y="123"/>
                  <a:pt x="50" y="120"/>
                  <a:pt x="50" y="117"/>
                </a:cubicBezTo>
                <a:cubicBezTo>
                  <a:pt x="50" y="114"/>
                  <a:pt x="47" y="111"/>
                  <a:pt x="44" y="111"/>
                </a:cubicBezTo>
                <a:cubicBezTo>
                  <a:pt x="29" y="111"/>
                  <a:pt x="29" y="111"/>
                  <a:pt x="29" y="111"/>
                </a:cubicBezTo>
                <a:cubicBezTo>
                  <a:pt x="27" y="111"/>
                  <a:pt x="25" y="112"/>
                  <a:pt x="24" y="113"/>
                </a:cubicBezTo>
                <a:cubicBezTo>
                  <a:pt x="23" y="114"/>
                  <a:pt x="22" y="115"/>
                  <a:pt x="22" y="117"/>
                </a:cubicBezTo>
                <a:cubicBezTo>
                  <a:pt x="22" y="123"/>
                  <a:pt x="22" y="123"/>
                  <a:pt x="22" y="123"/>
                </a:cubicBezTo>
                <a:cubicBezTo>
                  <a:pt x="11" y="123"/>
                  <a:pt x="11" y="123"/>
                  <a:pt x="11" y="123"/>
                </a:cubicBezTo>
                <a:cubicBezTo>
                  <a:pt x="11" y="114"/>
                  <a:pt x="11" y="114"/>
                  <a:pt x="11" y="114"/>
                </a:cubicBezTo>
                <a:cubicBezTo>
                  <a:pt x="11" y="110"/>
                  <a:pt x="9" y="108"/>
                  <a:pt x="5" y="108"/>
                </a:cubicBezTo>
                <a:cubicBezTo>
                  <a:pt x="2" y="108"/>
                  <a:pt x="0" y="110"/>
                  <a:pt x="0" y="114"/>
                </a:cubicBezTo>
                <a:cubicBezTo>
                  <a:pt x="0" y="143"/>
                  <a:pt x="0" y="143"/>
                  <a:pt x="0" y="143"/>
                </a:cubicBezTo>
                <a:cubicBezTo>
                  <a:pt x="0" y="146"/>
                  <a:pt x="2" y="149"/>
                  <a:pt x="5" y="149"/>
                </a:cubicBezTo>
                <a:cubicBezTo>
                  <a:pt x="9" y="149"/>
                  <a:pt x="11" y="146"/>
                  <a:pt x="11" y="143"/>
                </a:cubicBezTo>
                <a:cubicBezTo>
                  <a:pt x="11" y="135"/>
                  <a:pt x="11" y="135"/>
                  <a:pt x="11" y="135"/>
                </a:cubicBezTo>
                <a:cubicBezTo>
                  <a:pt x="22" y="135"/>
                  <a:pt x="22" y="135"/>
                  <a:pt x="22" y="135"/>
                </a:cubicBezTo>
                <a:cubicBezTo>
                  <a:pt x="22" y="152"/>
                  <a:pt x="22" y="152"/>
                  <a:pt x="22" y="152"/>
                </a:cubicBezTo>
                <a:cubicBezTo>
                  <a:pt x="22" y="153"/>
                  <a:pt x="23" y="155"/>
                  <a:pt x="24" y="156"/>
                </a:cubicBezTo>
                <a:cubicBezTo>
                  <a:pt x="25" y="157"/>
                  <a:pt x="27" y="158"/>
                  <a:pt x="29" y="158"/>
                </a:cubicBezTo>
                <a:cubicBezTo>
                  <a:pt x="95" y="158"/>
                  <a:pt x="95" y="158"/>
                  <a:pt x="95" y="158"/>
                </a:cubicBezTo>
                <a:cubicBezTo>
                  <a:pt x="110" y="183"/>
                  <a:pt x="136" y="201"/>
                  <a:pt x="167" y="201"/>
                </a:cubicBezTo>
                <a:cubicBezTo>
                  <a:pt x="198" y="201"/>
                  <a:pt x="224" y="183"/>
                  <a:pt x="239" y="158"/>
                </a:cubicBezTo>
                <a:cubicBezTo>
                  <a:pt x="300" y="158"/>
                  <a:pt x="300" y="158"/>
                  <a:pt x="300" y="158"/>
                </a:cubicBezTo>
                <a:cubicBezTo>
                  <a:pt x="300" y="211"/>
                  <a:pt x="300" y="211"/>
                  <a:pt x="300" y="211"/>
                </a:cubicBezTo>
                <a:cubicBezTo>
                  <a:pt x="35" y="211"/>
                  <a:pt x="35" y="211"/>
                  <a:pt x="35" y="211"/>
                </a:cubicBezTo>
                <a:cubicBezTo>
                  <a:pt x="35" y="174"/>
                  <a:pt x="35" y="174"/>
                  <a:pt x="35" y="174"/>
                </a:cubicBezTo>
                <a:cubicBezTo>
                  <a:pt x="35" y="171"/>
                  <a:pt x="32" y="168"/>
                  <a:pt x="29" y="168"/>
                </a:cubicBezTo>
                <a:cubicBezTo>
                  <a:pt x="25" y="168"/>
                  <a:pt x="23" y="171"/>
                  <a:pt x="23" y="174"/>
                </a:cubicBezTo>
                <a:cubicBezTo>
                  <a:pt x="23" y="309"/>
                  <a:pt x="23" y="309"/>
                  <a:pt x="23" y="309"/>
                </a:cubicBezTo>
                <a:cubicBezTo>
                  <a:pt x="23" y="323"/>
                  <a:pt x="34" y="335"/>
                  <a:pt x="49" y="335"/>
                </a:cubicBezTo>
                <a:cubicBezTo>
                  <a:pt x="286" y="335"/>
                  <a:pt x="286" y="335"/>
                  <a:pt x="286" y="335"/>
                </a:cubicBezTo>
                <a:cubicBezTo>
                  <a:pt x="300" y="335"/>
                  <a:pt x="312" y="323"/>
                  <a:pt x="312" y="309"/>
                </a:cubicBezTo>
                <a:cubicBezTo>
                  <a:pt x="312" y="135"/>
                  <a:pt x="312" y="135"/>
                  <a:pt x="312" y="135"/>
                </a:cubicBezTo>
                <a:cubicBezTo>
                  <a:pt x="322" y="135"/>
                  <a:pt x="322" y="135"/>
                  <a:pt x="322" y="135"/>
                </a:cubicBezTo>
                <a:cubicBezTo>
                  <a:pt x="322" y="144"/>
                  <a:pt x="322" y="144"/>
                  <a:pt x="322" y="144"/>
                </a:cubicBezTo>
                <a:cubicBezTo>
                  <a:pt x="322" y="147"/>
                  <a:pt x="325" y="150"/>
                  <a:pt x="328" y="150"/>
                </a:cubicBezTo>
                <a:cubicBezTo>
                  <a:pt x="331" y="150"/>
                  <a:pt x="334" y="147"/>
                  <a:pt x="334" y="144"/>
                </a:cubicBezTo>
                <a:cubicBezTo>
                  <a:pt x="334" y="115"/>
                  <a:pt x="334" y="115"/>
                  <a:pt x="334" y="115"/>
                </a:cubicBezTo>
                <a:cubicBezTo>
                  <a:pt x="334" y="111"/>
                  <a:pt x="331" y="109"/>
                  <a:pt x="328" y="109"/>
                </a:cubicBezTo>
                <a:close/>
                <a:moveTo>
                  <a:pt x="167" y="189"/>
                </a:moveTo>
                <a:cubicBezTo>
                  <a:pt x="143" y="189"/>
                  <a:pt x="122" y="176"/>
                  <a:pt x="109" y="158"/>
                </a:cubicBezTo>
                <a:cubicBezTo>
                  <a:pt x="224" y="158"/>
                  <a:pt x="224" y="158"/>
                  <a:pt x="224" y="158"/>
                </a:cubicBezTo>
                <a:cubicBezTo>
                  <a:pt x="212" y="176"/>
                  <a:pt x="191" y="189"/>
                  <a:pt x="167" y="189"/>
                </a:cubicBezTo>
                <a:close/>
                <a:moveTo>
                  <a:pt x="300" y="309"/>
                </a:moveTo>
                <a:cubicBezTo>
                  <a:pt x="300" y="316"/>
                  <a:pt x="294" y="323"/>
                  <a:pt x="286" y="323"/>
                </a:cubicBezTo>
                <a:cubicBezTo>
                  <a:pt x="49" y="323"/>
                  <a:pt x="49" y="323"/>
                  <a:pt x="49" y="323"/>
                </a:cubicBezTo>
                <a:cubicBezTo>
                  <a:pt x="41" y="323"/>
                  <a:pt x="35" y="316"/>
                  <a:pt x="35" y="309"/>
                </a:cubicBezTo>
                <a:cubicBezTo>
                  <a:pt x="35" y="223"/>
                  <a:pt x="35" y="223"/>
                  <a:pt x="35" y="223"/>
                </a:cubicBezTo>
                <a:cubicBezTo>
                  <a:pt x="300" y="223"/>
                  <a:pt x="300" y="223"/>
                  <a:pt x="300" y="223"/>
                </a:cubicBezTo>
                <a:lnTo>
                  <a:pt x="300" y="309"/>
                </a:lnTo>
                <a:close/>
                <a:moveTo>
                  <a:pt x="60" y="137"/>
                </a:moveTo>
                <a:cubicBezTo>
                  <a:pt x="63" y="137"/>
                  <a:pt x="66" y="134"/>
                  <a:pt x="66" y="131"/>
                </a:cubicBezTo>
                <a:cubicBezTo>
                  <a:pt x="66" y="69"/>
                  <a:pt x="66" y="69"/>
                  <a:pt x="66" y="69"/>
                </a:cubicBezTo>
                <a:cubicBezTo>
                  <a:pt x="116" y="69"/>
                  <a:pt x="116" y="69"/>
                  <a:pt x="116" y="69"/>
                </a:cubicBezTo>
                <a:cubicBezTo>
                  <a:pt x="118" y="69"/>
                  <a:pt x="119" y="68"/>
                  <a:pt x="120" y="67"/>
                </a:cubicBezTo>
                <a:cubicBezTo>
                  <a:pt x="121" y="66"/>
                  <a:pt x="122" y="65"/>
                  <a:pt x="122" y="63"/>
                </a:cubicBezTo>
                <a:cubicBezTo>
                  <a:pt x="122" y="32"/>
                  <a:pt x="122" y="32"/>
                  <a:pt x="122" y="32"/>
                </a:cubicBezTo>
                <a:cubicBezTo>
                  <a:pt x="122" y="28"/>
                  <a:pt x="119" y="26"/>
                  <a:pt x="116" y="26"/>
                </a:cubicBezTo>
                <a:cubicBezTo>
                  <a:pt x="113" y="26"/>
                  <a:pt x="110" y="28"/>
                  <a:pt x="110" y="32"/>
                </a:cubicBezTo>
                <a:cubicBezTo>
                  <a:pt x="110" y="57"/>
                  <a:pt x="110" y="57"/>
                  <a:pt x="110" y="57"/>
                </a:cubicBezTo>
                <a:cubicBezTo>
                  <a:pt x="76" y="57"/>
                  <a:pt x="76" y="57"/>
                  <a:pt x="76" y="57"/>
                </a:cubicBezTo>
                <a:cubicBezTo>
                  <a:pt x="121" y="12"/>
                  <a:pt x="121" y="12"/>
                  <a:pt x="121" y="12"/>
                </a:cubicBezTo>
                <a:cubicBezTo>
                  <a:pt x="267" y="12"/>
                  <a:pt x="267" y="12"/>
                  <a:pt x="267" y="12"/>
                </a:cubicBezTo>
                <a:cubicBezTo>
                  <a:pt x="267" y="133"/>
                  <a:pt x="267" y="133"/>
                  <a:pt x="267" y="133"/>
                </a:cubicBezTo>
                <a:cubicBezTo>
                  <a:pt x="267" y="136"/>
                  <a:pt x="269" y="139"/>
                  <a:pt x="273" y="139"/>
                </a:cubicBezTo>
                <a:cubicBezTo>
                  <a:pt x="276" y="139"/>
                  <a:pt x="279" y="136"/>
                  <a:pt x="279" y="133"/>
                </a:cubicBezTo>
                <a:cubicBezTo>
                  <a:pt x="279" y="6"/>
                  <a:pt x="279" y="6"/>
                  <a:pt x="279" y="6"/>
                </a:cubicBezTo>
                <a:cubicBezTo>
                  <a:pt x="279" y="4"/>
                  <a:pt x="278" y="3"/>
                  <a:pt x="277" y="2"/>
                </a:cubicBezTo>
                <a:cubicBezTo>
                  <a:pt x="276" y="1"/>
                  <a:pt x="274" y="0"/>
                  <a:pt x="273" y="0"/>
                </a:cubicBezTo>
                <a:cubicBezTo>
                  <a:pt x="119" y="0"/>
                  <a:pt x="119" y="0"/>
                  <a:pt x="119" y="0"/>
                </a:cubicBezTo>
                <a:cubicBezTo>
                  <a:pt x="117" y="0"/>
                  <a:pt x="116" y="1"/>
                  <a:pt x="115" y="2"/>
                </a:cubicBezTo>
                <a:cubicBezTo>
                  <a:pt x="56" y="61"/>
                  <a:pt x="56" y="61"/>
                  <a:pt x="56" y="61"/>
                </a:cubicBezTo>
                <a:cubicBezTo>
                  <a:pt x="55" y="62"/>
                  <a:pt x="54" y="63"/>
                  <a:pt x="54" y="65"/>
                </a:cubicBezTo>
                <a:cubicBezTo>
                  <a:pt x="54" y="131"/>
                  <a:pt x="54" y="131"/>
                  <a:pt x="54" y="131"/>
                </a:cubicBezTo>
                <a:cubicBezTo>
                  <a:pt x="54" y="134"/>
                  <a:pt x="57" y="137"/>
                  <a:pt x="60" y="137"/>
                </a:cubicBezTo>
                <a:close/>
                <a:moveTo>
                  <a:pt x="66" y="257"/>
                </a:moveTo>
                <a:cubicBezTo>
                  <a:pt x="72" y="257"/>
                  <a:pt x="76" y="252"/>
                  <a:pt x="76" y="246"/>
                </a:cubicBezTo>
                <a:cubicBezTo>
                  <a:pt x="76" y="241"/>
                  <a:pt x="72" y="236"/>
                  <a:pt x="66" y="236"/>
                </a:cubicBezTo>
                <a:cubicBezTo>
                  <a:pt x="60" y="236"/>
                  <a:pt x="56" y="241"/>
                  <a:pt x="56" y="246"/>
                </a:cubicBezTo>
                <a:cubicBezTo>
                  <a:pt x="56" y="252"/>
                  <a:pt x="60" y="257"/>
                  <a:pt x="66" y="257"/>
                </a:cubicBezTo>
                <a:close/>
                <a:moveTo>
                  <a:pt x="100" y="256"/>
                </a:moveTo>
                <a:cubicBezTo>
                  <a:pt x="106" y="256"/>
                  <a:pt x="111" y="252"/>
                  <a:pt x="111" y="246"/>
                </a:cubicBezTo>
                <a:cubicBezTo>
                  <a:pt x="111" y="240"/>
                  <a:pt x="106" y="236"/>
                  <a:pt x="100" y="236"/>
                </a:cubicBezTo>
                <a:cubicBezTo>
                  <a:pt x="95" y="236"/>
                  <a:pt x="90" y="240"/>
                  <a:pt x="90" y="246"/>
                </a:cubicBezTo>
                <a:cubicBezTo>
                  <a:pt x="90" y="252"/>
                  <a:pt x="95" y="256"/>
                  <a:pt x="100" y="256"/>
                </a:cubicBezTo>
                <a:close/>
                <a:moveTo>
                  <a:pt x="134" y="256"/>
                </a:moveTo>
                <a:cubicBezTo>
                  <a:pt x="139" y="256"/>
                  <a:pt x="144" y="252"/>
                  <a:pt x="144" y="246"/>
                </a:cubicBezTo>
                <a:cubicBezTo>
                  <a:pt x="144" y="240"/>
                  <a:pt x="139" y="236"/>
                  <a:pt x="134" y="236"/>
                </a:cubicBezTo>
                <a:cubicBezTo>
                  <a:pt x="128" y="236"/>
                  <a:pt x="123" y="240"/>
                  <a:pt x="123" y="246"/>
                </a:cubicBezTo>
                <a:cubicBezTo>
                  <a:pt x="123" y="252"/>
                  <a:pt x="128" y="256"/>
                  <a:pt x="134" y="256"/>
                </a:cubicBezTo>
                <a:close/>
                <a:moveTo>
                  <a:pt x="166" y="256"/>
                </a:moveTo>
                <a:cubicBezTo>
                  <a:pt x="172" y="256"/>
                  <a:pt x="177" y="252"/>
                  <a:pt x="177" y="246"/>
                </a:cubicBezTo>
                <a:cubicBezTo>
                  <a:pt x="177" y="240"/>
                  <a:pt x="172" y="236"/>
                  <a:pt x="166" y="236"/>
                </a:cubicBezTo>
                <a:cubicBezTo>
                  <a:pt x="161" y="236"/>
                  <a:pt x="156" y="240"/>
                  <a:pt x="156" y="246"/>
                </a:cubicBezTo>
                <a:cubicBezTo>
                  <a:pt x="156" y="252"/>
                  <a:pt x="161" y="256"/>
                  <a:pt x="166" y="256"/>
                </a:cubicBezTo>
                <a:close/>
                <a:moveTo>
                  <a:pt x="200" y="256"/>
                </a:moveTo>
                <a:cubicBezTo>
                  <a:pt x="206" y="256"/>
                  <a:pt x="211" y="252"/>
                  <a:pt x="211" y="246"/>
                </a:cubicBezTo>
                <a:cubicBezTo>
                  <a:pt x="211" y="240"/>
                  <a:pt x="206" y="236"/>
                  <a:pt x="200" y="236"/>
                </a:cubicBezTo>
                <a:cubicBezTo>
                  <a:pt x="195" y="236"/>
                  <a:pt x="190" y="240"/>
                  <a:pt x="190" y="246"/>
                </a:cubicBezTo>
                <a:cubicBezTo>
                  <a:pt x="190" y="252"/>
                  <a:pt x="195" y="256"/>
                  <a:pt x="200" y="256"/>
                </a:cubicBezTo>
                <a:close/>
                <a:moveTo>
                  <a:pt x="233" y="256"/>
                </a:moveTo>
                <a:cubicBezTo>
                  <a:pt x="239" y="256"/>
                  <a:pt x="243" y="252"/>
                  <a:pt x="243" y="246"/>
                </a:cubicBezTo>
                <a:cubicBezTo>
                  <a:pt x="243" y="240"/>
                  <a:pt x="239" y="236"/>
                  <a:pt x="233" y="236"/>
                </a:cubicBezTo>
                <a:cubicBezTo>
                  <a:pt x="227" y="236"/>
                  <a:pt x="223" y="240"/>
                  <a:pt x="223" y="246"/>
                </a:cubicBezTo>
                <a:cubicBezTo>
                  <a:pt x="223" y="252"/>
                  <a:pt x="227" y="256"/>
                  <a:pt x="233" y="256"/>
                </a:cubicBezTo>
                <a:close/>
                <a:moveTo>
                  <a:pt x="266" y="256"/>
                </a:moveTo>
                <a:cubicBezTo>
                  <a:pt x="272" y="256"/>
                  <a:pt x="277" y="252"/>
                  <a:pt x="277" y="246"/>
                </a:cubicBezTo>
                <a:cubicBezTo>
                  <a:pt x="277" y="240"/>
                  <a:pt x="272" y="236"/>
                  <a:pt x="266" y="236"/>
                </a:cubicBezTo>
                <a:cubicBezTo>
                  <a:pt x="261" y="236"/>
                  <a:pt x="256" y="240"/>
                  <a:pt x="256" y="246"/>
                </a:cubicBezTo>
                <a:cubicBezTo>
                  <a:pt x="256" y="252"/>
                  <a:pt x="261" y="256"/>
                  <a:pt x="266" y="256"/>
                </a:cubicBezTo>
                <a:close/>
                <a:moveTo>
                  <a:pt x="84" y="289"/>
                </a:moveTo>
                <a:cubicBezTo>
                  <a:pt x="90" y="289"/>
                  <a:pt x="94" y="285"/>
                  <a:pt x="94" y="279"/>
                </a:cubicBezTo>
                <a:cubicBezTo>
                  <a:pt x="94" y="273"/>
                  <a:pt x="90" y="269"/>
                  <a:pt x="84" y="269"/>
                </a:cubicBezTo>
                <a:cubicBezTo>
                  <a:pt x="78" y="269"/>
                  <a:pt x="74" y="273"/>
                  <a:pt x="74" y="279"/>
                </a:cubicBezTo>
                <a:cubicBezTo>
                  <a:pt x="74" y="285"/>
                  <a:pt x="78" y="289"/>
                  <a:pt x="84" y="289"/>
                </a:cubicBezTo>
                <a:close/>
                <a:moveTo>
                  <a:pt x="107" y="279"/>
                </a:moveTo>
                <a:cubicBezTo>
                  <a:pt x="107" y="285"/>
                  <a:pt x="111" y="289"/>
                  <a:pt x="117" y="289"/>
                </a:cubicBezTo>
                <a:cubicBezTo>
                  <a:pt x="123" y="289"/>
                  <a:pt x="128" y="285"/>
                  <a:pt x="128" y="279"/>
                </a:cubicBezTo>
                <a:cubicBezTo>
                  <a:pt x="128" y="273"/>
                  <a:pt x="123" y="269"/>
                  <a:pt x="117" y="269"/>
                </a:cubicBezTo>
                <a:cubicBezTo>
                  <a:pt x="111" y="269"/>
                  <a:pt x="107" y="273"/>
                  <a:pt x="107" y="279"/>
                </a:cubicBezTo>
                <a:close/>
                <a:moveTo>
                  <a:pt x="140" y="279"/>
                </a:moveTo>
                <a:cubicBezTo>
                  <a:pt x="140" y="285"/>
                  <a:pt x="144" y="289"/>
                  <a:pt x="150" y="289"/>
                </a:cubicBezTo>
                <a:cubicBezTo>
                  <a:pt x="156" y="289"/>
                  <a:pt x="160" y="285"/>
                  <a:pt x="160" y="279"/>
                </a:cubicBezTo>
                <a:cubicBezTo>
                  <a:pt x="160" y="273"/>
                  <a:pt x="156" y="269"/>
                  <a:pt x="150" y="269"/>
                </a:cubicBezTo>
                <a:cubicBezTo>
                  <a:pt x="144" y="269"/>
                  <a:pt x="140" y="273"/>
                  <a:pt x="140" y="279"/>
                </a:cubicBezTo>
                <a:close/>
                <a:moveTo>
                  <a:pt x="174" y="279"/>
                </a:moveTo>
                <a:cubicBezTo>
                  <a:pt x="174" y="285"/>
                  <a:pt x="178" y="289"/>
                  <a:pt x="184" y="289"/>
                </a:cubicBezTo>
                <a:cubicBezTo>
                  <a:pt x="190" y="289"/>
                  <a:pt x="194" y="285"/>
                  <a:pt x="194" y="279"/>
                </a:cubicBezTo>
                <a:cubicBezTo>
                  <a:pt x="194" y="273"/>
                  <a:pt x="190" y="269"/>
                  <a:pt x="184" y="269"/>
                </a:cubicBezTo>
                <a:cubicBezTo>
                  <a:pt x="178" y="269"/>
                  <a:pt x="174" y="273"/>
                  <a:pt x="174" y="279"/>
                </a:cubicBezTo>
                <a:close/>
                <a:moveTo>
                  <a:pt x="206" y="279"/>
                </a:moveTo>
                <a:cubicBezTo>
                  <a:pt x="206" y="285"/>
                  <a:pt x="211" y="289"/>
                  <a:pt x="217" y="289"/>
                </a:cubicBezTo>
                <a:cubicBezTo>
                  <a:pt x="222" y="289"/>
                  <a:pt x="227" y="285"/>
                  <a:pt x="227" y="279"/>
                </a:cubicBezTo>
                <a:cubicBezTo>
                  <a:pt x="227" y="273"/>
                  <a:pt x="222" y="269"/>
                  <a:pt x="217" y="269"/>
                </a:cubicBezTo>
                <a:cubicBezTo>
                  <a:pt x="211" y="269"/>
                  <a:pt x="206" y="273"/>
                  <a:pt x="206" y="279"/>
                </a:cubicBezTo>
                <a:close/>
                <a:moveTo>
                  <a:pt x="240" y="279"/>
                </a:moveTo>
                <a:cubicBezTo>
                  <a:pt x="240" y="285"/>
                  <a:pt x="244" y="289"/>
                  <a:pt x="250" y="289"/>
                </a:cubicBezTo>
                <a:cubicBezTo>
                  <a:pt x="256" y="289"/>
                  <a:pt x="260" y="285"/>
                  <a:pt x="260" y="279"/>
                </a:cubicBezTo>
                <a:cubicBezTo>
                  <a:pt x="260" y="273"/>
                  <a:pt x="256" y="269"/>
                  <a:pt x="250" y="269"/>
                </a:cubicBezTo>
                <a:cubicBezTo>
                  <a:pt x="244" y="269"/>
                  <a:pt x="240" y="273"/>
                  <a:pt x="240" y="279"/>
                </a:cubicBezTo>
                <a:close/>
                <a:moveTo>
                  <a:pt x="248" y="302"/>
                </a:moveTo>
                <a:cubicBezTo>
                  <a:pt x="84" y="302"/>
                  <a:pt x="84" y="302"/>
                  <a:pt x="84" y="302"/>
                </a:cubicBezTo>
                <a:cubicBezTo>
                  <a:pt x="81" y="302"/>
                  <a:pt x="78" y="305"/>
                  <a:pt x="78" y="308"/>
                </a:cubicBezTo>
                <a:cubicBezTo>
                  <a:pt x="78" y="311"/>
                  <a:pt x="81" y="314"/>
                  <a:pt x="84" y="314"/>
                </a:cubicBezTo>
                <a:cubicBezTo>
                  <a:pt x="248" y="314"/>
                  <a:pt x="248" y="314"/>
                  <a:pt x="248" y="314"/>
                </a:cubicBezTo>
                <a:cubicBezTo>
                  <a:pt x="251" y="314"/>
                  <a:pt x="254" y="311"/>
                  <a:pt x="254" y="308"/>
                </a:cubicBezTo>
                <a:cubicBezTo>
                  <a:pt x="254" y="305"/>
                  <a:pt x="251" y="302"/>
                  <a:pt x="248" y="302"/>
                </a:cubicBezTo>
                <a:close/>
                <a:moveTo>
                  <a:pt x="92" y="90"/>
                </a:moveTo>
                <a:cubicBezTo>
                  <a:pt x="176" y="90"/>
                  <a:pt x="176" y="90"/>
                  <a:pt x="176" y="90"/>
                </a:cubicBezTo>
                <a:cubicBezTo>
                  <a:pt x="179" y="90"/>
                  <a:pt x="182" y="87"/>
                  <a:pt x="182" y="84"/>
                </a:cubicBezTo>
                <a:cubicBezTo>
                  <a:pt x="182" y="80"/>
                  <a:pt x="179" y="78"/>
                  <a:pt x="176" y="78"/>
                </a:cubicBezTo>
                <a:cubicBezTo>
                  <a:pt x="92" y="78"/>
                  <a:pt x="92" y="78"/>
                  <a:pt x="92" y="78"/>
                </a:cubicBezTo>
                <a:cubicBezTo>
                  <a:pt x="89" y="78"/>
                  <a:pt x="86" y="80"/>
                  <a:pt x="86" y="84"/>
                </a:cubicBezTo>
                <a:cubicBezTo>
                  <a:pt x="86" y="87"/>
                  <a:pt x="89" y="90"/>
                  <a:pt x="92" y="90"/>
                </a:cubicBezTo>
                <a:close/>
                <a:moveTo>
                  <a:pt x="92" y="113"/>
                </a:moveTo>
                <a:cubicBezTo>
                  <a:pt x="132" y="113"/>
                  <a:pt x="132" y="113"/>
                  <a:pt x="132" y="113"/>
                </a:cubicBezTo>
                <a:cubicBezTo>
                  <a:pt x="136" y="113"/>
                  <a:pt x="138" y="111"/>
                  <a:pt x="138" y="107"/>
                </a:cubicBezTo>
                <a:cubicBezTo>
                  <a:pt x="138" y="104"/>
                  <a:pt x="136" y="101"/>
                  <a:pt x="132" y="101"/>
                </a:cubicBezTo>
                <a:cubicBezTo>
                  <a:pt x="92" y="101"/>
                  <a:pt x="92" y="101"/>
                  <a:pt x="92" y="101"/>
                </a:cubicBezTo>
                <a:cubicBezTo>
                  <a:pt x="89" y="101"/>
                  <a:pt x="86" y="104"/>
                  <a:pt x="86" y="107"/>
                </a:cubicBezTo>
                <a:cubicBezTo>
                  <a:pt x="86" y="111"/>
                  <a:pt x="89" y="113"/>
                  <a:pt x="92" y="113"/>
                </a:cubicBezTo>
                <a:close/>
                <a:moveTo>
                  <a:pt x="250" y="107"/>
                </a:moveTo>
                <a:cubicBezTo>
                  <a:pt x="250" y="104"/>
                  <a:pt x="247" y="101"/>
                  <a:pt x="244" y="101"/>
                </a:cubicBezTo>
                <a:cubicBezTo>
                  <a:pt x="148" y="101"/>
                  <a:pt x="148" y="101"/>
                  <a:pt x="148" y="101"/>
                </a:cubicBezTo>
                <a:cubicBezTo>
                  <a:pt x="145" y="101"/>
                  <a:pt x="142" y="104"/>
                  <a:pt x="142" y="107"/>
                </a:cubicBezTo>
                <a:cubicBezTo>
                  <a:pt x="142" y="111"/>
                  <a:pt x="145" y="113"/>
                  <a:pt x="148" y="113"/>
                </a:cubicBezTo>
                <a:cubicBezTo>
                  <a:pt x="244" y="113"/>
                  <a:pt x="244" y="113"/>
                  <a:pt x="244" y="113"/>
                </a:cubicBezTo>
                <a:cubicBezTo>
                  <a:pt x="247" y="113"/>
                  <a:pt x="250" y="111"/>
                  <a:pt x="250" y="107"/>
                </a:cubicBezTo>
                <a:close/>
                <a:moveTo>
                  <a:pt x="92" y="136"/>
                </a:moveTo>
                <a:cubicBezTo>
                  <a:pt x="144" y="136"/>
                  <a:pt x="144" y="136"/>
                  <a:pt x="144" y="136"/>
                </a:cubicBezTo>
                <a:cubicBezTo>
                  <a:pt x="148" y="136"/>
                  <a:pt x="150" y="133"/>
                  <a:pt x="150" y="130"/>
                </a:cubicBezTo>
                <a:cubicBezTo>
                  <a:pt x="150" y="126"/>
                  <a:pt x="148" y="124"/>
                  <a:pt x="144" y="124"/>
                </a:cubicBezTo>
                <a:cubicBezTo>
                  <a:pt x="92" y="124"/>
                  <a:pt x="92" y="124"/>
                  <a:pt x="92" y="124"/>
                </a:cubicBezTo>
                <a:cubicBezTo>
                  <a:pt x="89" y="124"/>
                  <a:pt x="86" y="126"/>
                  <a:pt x="86" y="130"/>
                </a:cubicBezTo>
                <a:cubicBezTo>
                  <a:pt x="86" y="133"/>
                  <a:pt x="89" y="136"/>
                  <a:pt x="92" y="136"/>
                </a:cubicBezTo>
                <a:close/>
                <a:moveTo>
                  <a:pt x="161" y="124"/>
                </a:moveTo>
                <a:cubicBezTo>
                  <a:pt x="158" y="124"/>
                  <a:pt x="155" y="126"/>
                  <a:pt x="155" y="130"/>
                </a:cubicBezTo>
                <a:cubicBezTo>
                  <a:pt x="155" y="133"/>
                  <a:pt x="158" y="136"/>
                  <a:pt x="161" y="136"/>
                </a:cubicBezTo>
                <a:cubicBezTo>
                  <a:pt x="176" y="136"/>
                  <a:pt x="176" y="136"/>
                  <a:pt x="176" y="136"/>
                </a:cubicBezTo>
                <a:cubicBezTo>
                  <a:pt x="179" y="136"/>
                  <a:pt x="182" y="133"/>
                  <a:pt x="182" y="130"/>
                </a:cubicBezTo>
                <a:cubicBezTo>
                  <a:pt x="182" y="126"/>
                  <a:pt x="179" y="124"/>
                  <a:pt x="176" y="124"/>
                </a:cubicBezTo>
                <a:lnTo>
                  <a:pt x="161" y="124"/>
                </a:lnTo>
                <a:close/>
                <a:moveTo>
                  <a:pt x="192" y="136"/>
                </a:moveTo>
                <a:cubicBezTo>
                  <a:pt x="244" y="136"/>
                  <a:pt x="244" y="136"/>
                  <a:pt x="244" y="136"/>
                </a:cubicBezTo>
                <a:cubicBezTo>
                  <a:pt x="248" y="136"/>
                  <a:pt x="250" y="133"/>
                  <a:pt x="250" y="130"/>
                </a:cubicBezTo>
                <a:cubicBezTo>
                  <a:pt x="250" y="126"/>
                  <a:pt x="248" y="124"/>
                  <a:pt x="244" y="124"/>
                </a:cubicBezTo>
                <a:cubicBezTo>
                  <a:pt x="192" y="124"/>
                  <a:pt x="192" y="124"/>
                  <a:pt x="192" y="124"/>
                </a:cubicBezTo>
                <a:cubicBezTo>
                  <a:pt x="188" y="124"/>
                  <a:pt x="186" y="126"/>
                  <a:pt x="186" y="130"/>
                </a:cubicBezTo>
                <a:cubicBezTo>
                  <a:pt x="186" y="133"/>
                  <a:pt x="188" y="136"/>
                  <a:pt x="192" y="136"/>
                </a:cubicBezTo>
                <a:close/>
                <a:moveTo>
                  <a:pt x="244" y="90"/>
                </a:moveTo>
                <a:cubicBezTo>
                  <a:pt x="248" y="90"/>
                  <a:pt x="250" y="87"/>
                  <a:pt x="250" y="84"/>
                </a:cubicBezTo>
                <a:cubicBezTo>
                  <a:pt x="250" y="81"/>
                  <a:pt x="248" y="78"/>
                  <a:pt x="244" y="78"/>
                </a:cubicBezTo>
                <a:cubicBezTo>
                  <a:pt x="192" y="78"/>
                  <a:pt x="192" y="78"/>
                  <a:pt x="192" y="78"/>
                </a:cubicBezTo>
                <a:cubicBezTo>
                  <a:pt x="188" y="78"/>
                  <a:pt x="186" y="81"/>
                  <a:pt x="186" y="84"/>
                </a:cubicBezTo>
                <a:cubicBezTo>
                  <a:pt x="186" y="87"/>
                  <a:pt x="188" y="90"/>
                  <a:pt x="192" y="90"/>
                </a:cubicBezTo>
                <a:lnTo>
                  <a:pt x="244" y="90"/>
                </a:ln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endParaRPr lang="en-US"/>
          </a:p>
        </p:txBody>
      </p:sp>
      <p:sp>
        <p:nvSpPr>
          <p:cNvPr id="47" name="TextBox 46">
            <a:extLst>
              <a:ext uri="{FF2B5EF4-FFF2-40B4-BE49-F238E27FC236}">
                <a16:creationId xmlns:a16="http://schemas.microsoft.com/office/drawing/2014/main" id="{E3C2E838-6908-2B30-F9F3-8D02C556E452}"/>
              </a:ext>
            </a:extLst>
          </p:cNvPr>
          <p:cNvSpPr txBox="1"/>
          <p:nvPr/>
        </p:nvSpPr>
        <p:spPr>
          <a:xfrm>
            <a:off x="632594" y="1854837"/>
            <a:ext cx="1940659" cy="584775"/>
          </a:xfrm>
          <a:prstGeom prst="rect">
            <a:avLst/>
          </a:prstGeom>
          <a:noFill/>
        </p:spPr>
        <p:txBody>
          <a:bodyPr wrap="none" rtlCol="0">
            <a:spAutoFit/>
          </a:bodyPr>
          <a:lstStyle/>
          <a:p>
            <a:r>
              <a:rPr lang="en-US" sz="1600" b="1" err="1">
                <a:latin typeface="Open Sans" panose="020B0606030504020204" pitchFamily="34" charset="0"/>
                <a:ea typeface="Open Sans" panose="020B0606030504020204" pitchFamily="34" charset="0"/>
                <a:cs typeface="Open Sans" panose="020B0606030504020204" pitchFamily="34" charset="0"/>
              </a:rPr>
              <a:t>Titulo</a:t>
            </a:r>
            <a:r>
              <a:rPr lang="en-US" sz="1600" b="1">
                <a:latin typeface="Open Sans" panose="020B0606030504020204" pitchFamily="34" charset="0"/>
                <a:ea typeface="Open Sans" panose="020B0606030504020204" pitchFamily="34" charset="0"/>
                <a:cs typeface="Open Sans" panose="020B0606030504020204" pitchFamily="34" charset="0"/>
              </a:rPr>
              <a:t> de </a:t>
            </a:r>
            <a:r>
              <a:rPr lang="en-US" sz="1600" b="1" err="1">
                <a:latin typeface="Open Sans" panose="020B0606030504020204" pitchFamily="34" charset="0"/>
                <a:ea typeface="Open Sans" panose="020B0606030504020204" pitchFamily="34" charset="0"/>
                <a:cs typeface="Open Sans" panose="020B0606030504020204" pitchFamily="34" charset="0"/>
              </a:rPr>
              <a:t>reunión</a:t>
            </a:r>
            <a:endParaRPr lang="en-US" sz="1600" b="1">
              <a:latin typeface="Open Sans" panose="020B0606030504020204" pitchFamily="34" charset="0"/>
              <a:ea typeface="Open Sans" panose="020B0606030504020204" pitchFamily="34" charset="0"/>
              <a:cs typeface="Open Sans" panose="020B0606030504020204" pitchFamily="34" charset="0"/>
            </a:endParaRPr>
          </a:p>
          <a:p>
            <a:r>
              <a:rPr lang="en-US" sz="1600" b="1">
                <a:latin typeface="Open Sans" panose="020B0606030504020204" pitchFamily="34" charset="0"/>
                <a:ea typeface="Open Sans" panose="020B0606030504020204" pitchFamily="34" charset="0"/>
                <a:cs typeface="Open Sans" panose="020B0606030504020204" pitchFamily="34" charset="0"/>
              </a:rPr>
              <a:t>Sub </a:t>
            </a:r>
            <a:r>
              <a:rPr lang="en-US" sz="1600" b="1" err="1">
                <a:latin typeface="Open Sans" panose="020B0606030504020204" pitchFamily="34" charset="0"/>
                <a:ea typeface="Open Sans" panose="020B0606030504020204" pitchFamily="34" charset="0"/>
                <a:cs typeface="Open Sans" panose="020B0606030504020204" pitchFamily="34" charset="0"/>
              </a:rPr>
              <a:t>temas</a:t>
            </a:r>
            <a:endParaRPr lang="en-US" sz="1600" b="1">
              <a:latin typeface="Open Sans" panose="020B0606030504020204" pitchFamily="34" charset="0"/>
              <a:ea typeface="Open Sans" panose="020B0606030504020204" pitchFamily="34" charset="0"/>
              <a:cs typeface="Open Sans" panose="020B0606030504020204" pitchFamily="34" charset="0"/>
            </a:endParaRPr>
          </a:p>
        </p:txBody>
      </p:sp>
      <p:sp>
        <p:nvSpPr>
          <p:cNvPr id="48" name="TextBox 47">
            <a:extLst>
              <a:ext uri="{FF2B5EF4-FFF2-40B4-BE49-F238E27FC236}">
                <a16:creationId xmlns:a16="http://schemas.microsoft.com/office/drawing/2014/main" id="{AE223A7D-1C9D-B40B-B97D-37199A7A07B8}"/>
              </a:ext>
            </a:extLst>
          </p:cNvPr>
          <p:cNvSpPr txBox="1"/>
          <p:nvPr/>
        </p:nvSpPr>
        <p:spPr>
          <a:xfrm>
            <a:off x="632594" y="2463380"/>
            <a:ext cx="4273696" cy="503599"/>
          </a:xfrm>
          <a:prstGeom prst="rect">
            <a:avLst/>
          </a:prstGeom>
          <a:noFill/>
        </p:spPr>
        <p:txBody>
          <a:bodyPr wrap="square">
            <a:spAutoFit/>
          </a:bodyPr>
          <a:lstStyle/>
          <a:p>
            <a:pPr>
              <a:lnSpc>
                <a:spcPts val="1700"/>
              </a:lnSpc>
            </a:pPr>
            <a:r>
              <a:rPr lang="en-US" sz="900" i="0">
                <a:solidFill>
                  <a:schemeClr val="tx1">
                    <a:lumMod val="50000"/>
                    <a:lumOff val="50000"/>
                  </a:schemeClr>
                </a:solidFill>
                <a:effectLst/>
                <a:latin typeface="Open Sans" panose="020B0606030504020204" pitchFamily="34" charset="0"/>
                <a:ea typeface="Open Sans" panose="020B0606030504020204" pitchFamily="34" charset="0"/>
                <a:cs typeface="Open Sans" panose="020B0606030504020204" pitchFamily="34" charset="0"/>
              </a:rPr>
              <a:t>Lorem Ipsum </a:t>
            </a:r>
            <a:r>
              <a:rPr lang="en-US" sz="900" b="0" i="0">
                <a:solidFill>
                  <a:schemeClr val="tx1">
                    <a:lumMod val="50000"/>
                    <a:lumOff val="50000"/>
                  </a:schemeClr>
                </a:solidFill>
                <a:effectLst/>
                <a:latin typeface="Open Sans" panose="020B0606030504020204" pitchFamily="34" charset="0"/>
                <a:ea typeface="Open Sans" panose="020B0606030504020204" pitchFamily="34" charset="0"/>
                <a:cs typeface="Open Sans" panose="020B0606030504020204" pitchFamily="34" charset="0"/>
              </a:rPr>
              <a:t>is simply dummy text of the printing and typesetting industry. industry's make a type specimen book. </a:t>
            </a:r>
            <a:endParaRPr lang="en-US" sz="9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 name="Picture Placeholder 1"/>
          <p:cNvSpPr>
            <a:spLocks noGrp="1"/>
          </p:cNvSpPr>
          <p:nvPr>
            <p:ph type="pic" sz="quarter" idx="10"/>
          </p:nvPr>
        </p:nvSpPr>
        <p:spPr/>
        <p:txBody>
          <a:bodyPr/>
          <a:lstStyle/>
          <a:p>
            <a:endParaRPr lang="es-CO"/>
          </a:p>
        </p:txBody>
      </p:sp>
      <p:pic>
        <p:nvPicPr>
          <p:cNvPr id="4" name="Imagen 3">
            <a:extLst>
              <a:ext uri="{FF2B5EF4-FFF2-40B4-BE49-F238E27FC236}">
                <a16:creationId xmlns:a16="http://schemas.microsoft.com/office/drawing/2014/main" id="{F02AD9A6-F5EE-10FB-6EE5-2542A96B12A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9795" y="6368290"/>
            <a:ext cx="1498186" cy="239305"/>
          </a:xfrm>
          <a:prstGeom prst="rect">
            <a:avLst/>
          </a:prstGeom>
        </p:spPr>
      </p:pic>
      <p:pic>
        <p:nvPicPr>
          <p:cNvPr id="5" name="Imagen 4">
            <a:extLst>
              <a:ext uri="{FF2B5EF4-FFF2-40B4-BE49-F238E27FC236}">
                <a16:creationId xmlns:a16="http://schemas.microsoft.com/office/drawing/2014/main" id="{36AD297E-3B68-EDD9-7029-78339904FB84}"/>
              </a:ext>
            </a:extLst>
          </p:cNvPr>
          <p:cNvPicPr>
            <a:picLocks noChangeAspect="1"/>
          </p:cNvPicPr>
          <p:nvPr/>
        </p:nvPicPr>
        <p:blipFill>
          <a:blip r:embed="rId3"/>
          <a:stretch>
            <a:fillRect/>
          </a:stretch>
        </p:blipFill>
        <p:spPr>
          <a:xfrm>
            <a:off x="10547350" y="6165838"/>
            <a:ext cx="1360142" cy="644208"/>
          </a:xfrm>
          <a:prstGeom prst="rect">
            <a:avLst/>
          </a:prstGeom>
        </p:spPr>
      </p:pic>
    </p:spTree>
    <p:extLst>
      <p:ext uri="{BB962C8B-B14F-4D97-AF65-F5344CB8AC3E}">
        <p14:creationId xmlns:p14="http://schemas.microsoft.com/office/powerpoint/2010/main" val="24083275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7865062" y="732597"/>
            <a:ext cx="2217915" cy="630942"/>
          </a:xfrm>
          <a:prstGeom prst="rect">
            <a:avLst/>
          </a:prstGeom>
          <a:noFill/>
        </p:spPr>
        <p:txBody>
          <a:bodyPr wrap="none" rtlCol="0">
            <a:spAutoFit/>
          </a:bodyPr>
          <a:lstStyle/>
          <a:p>
            <a:r>
              <a:rPr lang="en-US" sz="3500" b="1" err="1">
                <a:latin typeface="Open Sans" panose="020B0606030504020204" pitchFamily="34" charset="0"/>
                <a:ea typeface="Open Sans" panose="020B0606030504020204" pitchFamily="34" charset="0"/>
                <a:cs typeface="Open Sans" panose="020B0606030504020204" pitchFamily="34" charset="0"/>
              </a:rPr>
              <a:t>Nosotros</a:t>
            </a:r>
            <a:endParaRPr lang="en-US" sz="3500" b="1">
              <a:latin typeface="Open Sans" panose="020B0606030504020204" pitchFamily="34" charset="0"/>
              <a:ea typeface="Open Sans" panose="020B0606030504020204" pitchFamily="34" charset="0"/>
              <a:cs typeface="Open Sans" panose="020B0606030504020204" pitchFamily="34" charset="0"/>
            </a:endParaRPr>
          </a:p>
        </p:txBody>
      </p:sp>
      <p:sp>
        <p:nvSpPr>
          <p:cNvPr id="6" name="TextBox 5">
            <a:extLst>
              <a:ext uri="{FF2B5EF4-FFF2-40B4-BE49-F238E27FC236}">
                <a16:creationId xmlns:a16="http://schemas.microsoft.com/office/drawing/2014/main" id="{BC3E2DDF-BF8D-8A51-BE88-3A341E6335C4}"/>
              </a:ext>
            </a:extLst>
          </p:cNvPr>
          <p:cNvSpPr txBox="1"/>
          <p:nvPr/>
        </p:nvSpPr>
        <p:spPr>
          <a:xfrm>
            <a:off x="7865062" y="1734366"/>
            <a:ext cx="2678938" cy="523220"/>
          </a:xfrm>
          <a:prstGeom prst="rect">
            <a:avLst/>
          </a:prstGeom>
          <a:noFill/>
        </p:spPr>
        <p:txBody>
          <a:bodyPr wrap="none" rtlCol="0">
            <a:spAutoFit/>
          </a:bodyPr>
          <a:lstStyle/>
          <a:p>
            <a:r>
              <a:rPr lang="en-US" sz="1400" b="1" err="1">
                <a:latin typeface="Open Sans" panose="020B0606030504020204" pitchFamily="34" charset="0"/>
                <a:ea typeface="Open Sans" panose="020B0606030504020204" pitchFamily="34" charset="0"/>
                <a:cs typeface="Open Sans" panose="020B0606030504020204" pitchFamily="34" charset="0"/>
              </a:rPr>
              <a:t>Ayudamos</a:t>
            </a:r>
            <a:r>
              <a:rPr lang="en-US" sz="1400" b="1">
                <a:latin typeface="Open Sans" panose="020B0606030504020204" pitchFamily="34" charset="0"/>
                <a:ea typeface="Open Sans" panose="020B0606030504020204" pitchFamily="34" charset="0"/>
                <a:cs typeface="Open Sans" panose="020B0606030504020204" pitchFamily="34" charset="0"/>
              </a:rPr>
              <a:t> a que se </a:t>
            </a:r>
            <a:r>
              <a:rPr lang="en-US" sz="1400" b="1" err="1">
                <a:latin typeface="Open Sans" panose="020B0606030504020204" pitchFamily="34" charset="0"/>
                <a:ea typeface="Open Sans" panose="020B0606030504020204" pitchFamily="34" charset="0"/>
                <a:cs typeface="Open Sans" panose="020B0606030504020204" pitchFamily="34" charset="0"/>
              </a:rPr>
              <a:t>haga</a:t>
            </a:r>
            <a:r>
              <a:rPr lang="en-US" sz="1400" b="1">
                <a:latin typeface="Open Sans" panose="020B0606030504020204" pitchFamily="34" charset="0"/>
                <a:ea typeface="Open Sans" panose="020B0606030504020204" pitchFamily="34" charset="0"/>
                <a:cs typeface="Open Sans" panose="020B0606030504020204" pitchFamily="34" charset="0"/>
              </a:rPr>
              <a:t> un</a:t>
            </a:r>
          </a:p>
          <a:p>
            <a:r>
              <a:rPr lang="en-US" sz="1400" b="1">
                <a:latin typeface="Open Sans" panose="020B0606030504020204" pitchFamily="34" charset="0"/>
                <a:ea typeface="Open Sans" panose="020B0606030504020204" pitchFamily="34" charset="0"/>
                <a:cs typeface="Open Sans" panose="020B0606030504020204" pitchFamily="34" charset="0"/>
              </a:rPr>
              <a:t>Gran </a:t>
            </a:r>
            <a:r>
              <a:rPr lang="en-US" sz="1400" b="1" err="1">
                <a:latin typeface="Open Sans" panose="020B0606030504020204" pitchFamily="34" charset="0"/>
                <a:ea typeface="Open Sans" panose="020B0606030504020204" pitchFamily="34" charset="0"/>
                <a:cs typeface="Open Sans" panose="020B0606030504020204" pitchFamily="34" charset="0"/>
              </a:rPr>
              <a:t>trabajo</a:t>
            </a:r>
            <a:endParaRPr lang="en-US" sz="1400" b="1">
              <a:latin typeface="Open Sans" panose="020B0606030504020204" pitchFamily="34" charset="0"/>
              <a:ea typeface="Open Sans" panose="020B0606030504020204" pitchFamily="34" charset="0"/>
              <a:cs typeface="Open Sans" panose="020B0606030504020204" pitchFamily="34" charset="0"/>
            </a:endParaRPr>
          </a:p>
        </p:txBody>
      </p:sp>
      <p:sp>
        <p:nvSpPr>
          <p:cNvPr id="7" name="TextBox 6">
            <a:extLst>
              <a:ext uri="{FF2B5EF4-FFF2-40B4-BE49-F238E27FC236}">
                <a16:creationId xmlns:a16="http://schemas.microsoft.com/office/drawing/2014/main" id="{2565ECCB-39E1-BCDD-E7B1-1086CD905008}"/>
              </a:ext>
            </a:extLst>
          </p:cNvPr>
          <p:cNvSpPr txBox="1"/>
          <p:nvPr/>
        </p:nvSpPr>
        <p:spPr>
          <a:xfrm>
            <a:off x="7865062" y="2287651"/>
            <a:ext cx="3713972" cy="481157"/>
          </a:xfrm>
          <a:prstGeom prst="rect">
            <a:avLst/>
          </a:prstGeom>
          <a:noFill/>
        </p:spPr>
        <p:txBody>
          <a:bodyPr wrap="square">
            <a:spAutoFit/>
          </a:bodyPr>
          <a:lstStyle/>
          <a:p>
            <a:pPr>
              <a:lnSpc>
                <a:spcPts val="1600"/>
              </a:lnSpc>
            </a:pPr>
            <a:r>
              <a:rPr lang="en-US" sz="900" i="0">
                <a:solidFill>
                  <a:schemeClr val="tx1">
                    <a:lumMod val="50000"/>
                    <a:lumOff val="50000"/>
                  </a:schemeClr>
                </a:solidFill>
                <a:effectLst/>
                <a:latin typeface="Open Sans" panose="020B0606030504020204" pitchFamily="34" charset="0"/>
                <a:ea typeface="Open Sans" panose="020B0606030504020204" pitchFamily="34" charset="0"/>
                <a:cs typeface="Open Sans" panose="020B0606030504020204" pitchFamily="34" charset="0"/>
              </a:rPr>
              <a:t>Lorem Ipsum </a:t>
            </a:r>
            <a:r>
              <a:rPr lang="en-US" sz="900" b="0" i="0">
                <a:solidFill>
                  <a:schemeClr val="tx1">
                    <a:lumMod val="50000"/>
                    <a:lumOff val="50000"/>
                  </a:schemeClr>
                </a:solidFill>
                <a:effectLst/>
                <a:latin typeface="Open Sans" panose="020B0606030504020204" pitchFamily="34" charset="0"/>
                <a:ea typeface="Open Sans" panose="020B0606030504020204" pitchFamily="34" charset="0"/>
                <a:cs typeface="Open Sans" panose="020B0606030504020204" pitchFamily="34" charset="0"/>
              </a:rPr>
              <a:t>is simply dummy text of the printing and typesetting industry's standard dummy text ever since.</a:t>
            </a:r>
            <a:endParaRPr lang="en-US" sz="9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1" name="Rectangle 10"/>
          <p:cNvSpPr/>
          <p:nvPr/>
        </p:nvSpPr>
        <p:spPr>
          <a:xfrm>
            <a:off x="723900" y="3409951"/>
            <a:ext cx="2527300" cy="27241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p:cNvSpPr/>
          <p:nvPr/>
        </p:nvSpPr>
        <p:spPr>
          <a:xfrm>
            <a:off x="2728119" y="3409951"/>
            <a:ext cx="519111" cy="504824"/>
          </a:xfrm>
          <a:prstGeom prst="rect">
            <a:avLst/>
          </a:prstGeom>
          <a:solidFill>
            <a:srgbClr val="605F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p:cNvSpPr txBox="1"/>
          <p:nvPr/>
        </p:nvSpPr>
        <p:spPr>
          <a:xfrm>
            <a:off x="2770307" y="3485392"/>
            <a:ext cx="434734" cy="353943"/>
          </a:xfrm>
          <a:prstGeom prst="rect">
            <a:avLst/>
          </a:prstGeom>
          <a:noFill/>
        </p:spPr>
        <p:txBody>
          <a:bodyPr wrap="none" rtlCol="0">
            <a:spAutoFit/>
          </a:bodyPr>
          <a:lstStyle/>
          <a:p>
            <a:r>
              <a:rPr lang="en-US" sz="1700" b="1">
                <a:solidFill>
                  <a:schemeClr val="bg1"/>
                </a:solidFill>
                <a:latin typeface="Open Sans" panose="020B0606030504020204" pitchFamily="34" charset="0"/>
                <a:ea typeface="Open Sans" panose="020B0606030504020204" pitchFamily="34" charset="0"/>
                <a:cs typeface="Open Sans" panose="020B0606030504020204" pitchFamily="34" charset="0"/>
              </a:rPr>
              <a:t>01</a:t>
            </a:r>
          </a:p>
        </p:txBody>
      </p:sp>
      <p:sp>
        <p:nvSpPr>
          <p:cNvPr id="31" name="TextBox 30"/>
          <p:cNvSpPr txBox="1"/>
          <p:nvPr/>
        </p:nvSpPr>
        <p:spPr>
          <a:xfrm>
            <a:off x="808247" y="4125498"/>
            <a:ext cx="1128835" cy="338554"/>
          </a:xfrm>
          <a:prstGeom prst="rect">
            <a:avLst/>
          </a:prstGeom>
          <a:noFill/>
        </p:spPr>
        <p:txBody>
          <a:bodyPr wrap="none" rtlCol="0">
            <a:spAutoFit/>
          </a:bodyPr>
          <a:lstStyle/>
          <a:p>
            <a:r>
              <a:rPr lang="es-ES_tradnl" sz="1600" b="1" dirty="0">
                <a:latin typeface="Open Sans" panose="020B0606030504020204" pitchFamily="34" charset="0"/>
                <a:ea typeface="Open Sans" panose="020B0606030504020204" pitchFamily="34" charset="0"/>
                <a:cs typeface="Open Sans" panose="020B0606030504020204" pitchFamily="34" charset="0"/>
              </a:rPr>
              <a:t>Subtítulo</a:t>
            </a:r>
            <a:endParaRPr lang="en-US" sz="1600" b="1" dirty="0">
              <a:latin typeface="Open Sans" panose="020B0606030504020204" pitchFamily="34" charset="0"/>
              <a:ea typeface="Open Sans" panose="020B0606030504020204" pitchFamily="34" charset="0"/>
              <a:cs typeface="Open Sans" panose="020B0606030504020204" pitchFamily="34" charset="0"/>
            </a:endParaRPr>
          </a:p>
        </p:txBody>
      </p:sp>
      <p:cxnSp>
        <p:nvCxnSpPr>
          <p:cNvPr id="33" name="Straight Connector 32"/>
          <p:cNvCxnSpPr/>
          <p:nvPr/>
        </p:nvCxnSpPr>
        <p:spPr>
          <a:xfrm>
            <a:off x="914950" y="4600856"/>
            <a:ext cx="409819" cy="0"/>
          </a:xfrm>
          <a:prstGeom prst="line">
            <a:avLst/>
          </a:prstGeom>
          <a:ln w="25400">
            <a:solidFill>
              <a:schemeClr val="tx2"/>
            </a:solidFill>
          </a:ln>
        </p:spPr>
        <p:style>
          <a:lnRef idx="1">
            <a:schemeClr val="accent1"/>
          </a:lnRef>
          <a:fillRef idx="0">
            <a:schemeClr val="accent1"/>
          </a:fillRef>
          <a:effectRef idx="0">
            <a:schemeClr val="accent1"/>
          </a:effectRef>
          <a:fontRef idx="minor">
            <a:schemeClr val="tx1"/>
          </a:fontRef>
        </p:style>
      </p:cxnSp>
      <p:sp>
        <p:nvSpPr>
          <p:cNvPr id="36" name="TextBox 35">
            <a:extLst>
              <a:ext uri="{FF2B5EF4-FFF2-40B4-BE49-F238E27FC236}">
                <a16:creationId xmlns:a16="http://schemas.microsoft.com/office/drawing/2014/main" id="{2565ECCB-39E1-BCDD-E7B1-1086CD905008}"/>
              </a:ext>
            </a:extLst>
          </p:cNvPr>
          <p:cNvSpPr txBox="1"/>
          <p:nvPr/>
        </p:nvSpPr>
        <p:spPr>
          <a:xfrm>
            <a:off x="808246" y="4747185"/>
            <a:ext cx="2384157" cy="721608"/>
          </a:xfrm>
          <a:prstGeom prst="rect">
            <a:avLst/>
          </a:prstGeom>
          <a:noFill/>
        </p:spPr>
        <p:txBody>
          <a:bodyPr wrap="square">
            <a:spAutoFit/>
          </a:bodyPr>
          <a:lstStyle/>
          <a:p>
            <a:pPr>
              <a:lnSpc>
                <a:spcPts val="1600"/>
              </a:lnSpc>
            </a:pPr>
            <a:r>
              <a:rPr lang="en-US" sz="850" i="0" dirty="0">
                <a:solidFill>
                  <a:schemeClr val="tx1">
                    <a:lumMod val="50000"/>
                    <a:lumOff val="50000"/>
                  </a:schemeClr>
                </a:solidFill>
                <a:effectLst/>
                <a:latin typeface="Open Sans" panose="020B0606030504020204" pitchFamily="34" charset="0"/>
                <a:ea typeface="Open Sans" panose="020B0606030504020204" pitchFamily="34" charset="0"/>
                <a:cs typeface="Open Sans" panose="020B0606030504020204" pitchFamily="34" charset="0"/>
              </a:rPr>
              <a:t>Lorem Ipsum </a:t>
            </a:r>
            <a:r>
              <a:rPr lang="en-US" sz="850" b="0" i="0" dirty="0">
                <a:solidFill>
                  <a:schemeClr val="tx1">
                    <a:lumMod val="50000"/>
                    <a:lumOff val="50000"/>
                  </a:schemeClr>
                </a:solidFill>
                <a:effectLst/>
                <a:latin typeface="Open Sans" panose="020B0606030504020204" pitchFamily="34" charset="0"/>
                <a:ea typeface="Open Sans" panose="020B0606030504020204" pitchFamily="34" charset="0"/>
                <a:cs typeface="Open Sans" panose="020B0606030504020204" pitchFamily="34" charset="0"/>
              </a:rPr>
              <a:t>is simply dummy text </a:t>
            </a:r>
          </a:p>
          <a:p>
            <a:pPr>
              <a:lnSpc>
                <a:spcPts val="1600"/>
              </a:lnSpc>
            </a:pPr>
            <a:r>
              <a:rPr lang="en-US" sz="850" b="0" i="0" dirty="0">
                <a:solidFill>
                  <a:schemeClr val="tx1">
                    <a:lumMod val="50000"/>
                    <a:lumOff val="50000"/>
                  </a:schemeClr>
                </a:solidFill>
                <a:effectLst/>
                <a:latin typeface="Open Sans" panose="020B0606030504020204" pitchFamily="34" charset="0"/>
                <a:ea typeface="Open Sans" panose="020B0606030504020204" pitchFamily="34" charset="0"/>
                <a:cs typeface="Open Sans" panose="020B0606030504020204" pitchFamily="34" charset="0"/>
              </a:rPr>
              <a:t>of the printing and typesetting industry's dummy text ever since.</a:t>
            </a:r>
            <a:endParaRPr lang="en-US" sz="850" dirty="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37" name="TextBox 36">
            <a:extLst>
              <a:ext uri="{FF2B5EF4-FFF2-40B4-BE49-F238E27FC236}">
                <a16:creationId xmlns:a16="http://schemas.microsoft.com/office/drawing/2014/main" id="{D8733815-358C-5EC3-160D-C9D12C47B566}"/>
              </a:ext>
            </a:extLst>
          </p:cNvPr>
          <p:cNvSpPr txBox="1"/>
          <p:nvPr/>
        </p:nvSpPr>
        <p:spPr>
          <a:xfrm>
            <a:off x="808246" y="5717537"/>
            <a:ext cx="1087157" cy="215444"/>
          </a:xfrm>
          <a:prstGeom prst="rect">
            <a:avLst/>
          </a:prstGeom>
          <a:noFill/>
        </p:spPr>
        <p:txBody>
          <a:bodyPr wrap="none" rtlCol="0">
            <a:spAutoFit/>
          </a:bodyPr>
          <a:lstStyle/>
          <a:p>
            <a:pPr marL="171450" indent="-171450">
              <a:buFont typeface="Wingdings" panose="05000000000000000000" pitchFamily="2" charset="2"/>
              <a:buChar char="ü"/>
            </a:pPr>
            <a:r>
              <a:rPr lang="en-US" sz="800" b="1" dirty="0">
                <a:latin typeface="Open Sans" panose="020B0606030504020204" pitchFamily="34" charset="0"/>
                <a:ea typeface="Open Sans" panose="020B0606030504020204" pitchFamily="34" charset="0"/>
                <a:cs typeface="Open Sans" panose="020B0606030504020204" pitchFamily="34" charset="0"/>
              </a:rPr>
              <a:t>Solution Work</a:t>
            </a:r>
          </a:p>
        </p:txBody>
      </p:sp>
      <p:sp>
        <p:nvSpPr>
          <p:cNvPr id="38" name="TextBox 37">
            <a:extLst>
              <a:ext uri="{FF2B5EF4-FFF2-40B4-BE49-F238E27FC236}">
                <a16:creationId xmlns:a16="http://schemas.microsoft.com/office/drawing/2014/main" id="{E84C28D7-1D1B-9133-D858-8F03DB828BBA}"/>
              </a:ext>
            </a:extLst>
          </p:cNvPr>
          <p:cNvSpPr txBox="1"/>
          <p:nvPr/>
        </p:nvSpPr>
        <p:spPr>
          <a:xfrm>
            <a:off x="2037556" y="5717537"/>
            <a:ext cx="1031051" cy="215444"/>
          </a:xfrm>
          <a:prstGeom prst="rect">
            <a:avLst/>
          </a:prstGeom>
          <a:noFill/>
        </p:spPr>
        <p:txBody>
          <a:bodyPr wrap="none" rtlCol="0">
            <a:spAutoFit/>
          </a:bodyPr>
          <a:lstStyle/>
          <a:p>
            <a:pPr marL="171450" indent="-171450">
              <a:buFont typeface="Wingdings" panose="05000000000000000000" pitchFamily="2" charset="2"/>
              <a:buChar char="ü"/>
            </a:pPr>
            <a:r>
              <a:rPr lang="en-US" sz="800" b="1" dirty="0">
                <a:latin typeface="Open Sans" panose="020B0606030504020204" pitchFamily="34" charset="0"/>
                <a:ea typeface="Open Sans" panose="020B0606030504020204" pitchFamily="34" charset="0"/>
                <a:cs typeface="Open Sans" panose="020B0606030504020204" pitchFamily="34" charset="0"/>
              </a:rPr>
              <a:t>Success Time</a:t>
            </a:r>
          </a:p>
        </p:txBody>
      </p:sp>
      <p:sp>
        <p:nvSpPr>
          <p:cNvPr id="51" name="Rectangle 50"/>
          <p:cNvSpPr/>
          <p:nvPr/>
        </p:nvSpPr>
        <p:spPr>
          <a:xfrm>
            <a:off x="3468009" y="3409951"/>
            <a:ext cx="2527300" cy="27241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2" name="Rectangle 51"/>
          <p:cNvSpPr/>
          <p:nvPr/>
        </p:nvSpPr>
        <p:spPr>
          <a:xfrm>
            <a:off x="5472228" y="3409951"/>
            <a:ext cx="519111" cy="504824"/>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3" name="TextBox 52"/>
          <p:cNvSpPr txBox="1"/>
          <p:nvPr/>
        </p:nvSpPr>
        <p:spPr>
          <a:xfrm>
            <a:off x="5514416" y="3485392"/>
            <a:ext cx="434734" cy="353943"/>
          </a:xfrm>
          <a:prstGeom prst="rect">
            <a:avLst/>
          </a:prstGeom>
          <a:noFill/>
        </p:spPr>
        <p:txBody>
          <a:bodyPr wrap="none" rtlCol="0">
            <a:spAutoFit/>
          </a:bodyPr>
          <a:lstStyle/>
          <a:p>
            <a:r>
              <a:rPr lang="en-US" sz="1700" b="1" dirty="0">
                <a:solidFill>
                  <a:schemeClr val="bg1"/>
                </a:solidFill>
                <a:latin typeface="Open Sans" panose="020B0606030504020204" pitchFamily="34" charset="0"/>
                <a:ea typeface="Open Sans" panose="020B0606030504020204" pitchFamily="34" charset="0"/>
                <a:cs typeface="Open Sans" panose="020B0606030504020204" pitchFamily="34" charset="0"/>
              </a:rPr>
              <a:t>02</a:t>
            </a:r>
          </a:p>
        </p:txBody>
      </p:sp>
      <p:sp>
        <p:nvSpPr>
          <p:cNvPr id="55" name="TextBox 54"/>
          <p:cNvSpPr txBox="1"/>
          <p:nvPr/>
        </p:nvSpPr>
        <p:spPr>
          <a:xfrm>
            <a:off x="3552356" y="4125498"/>
            <a:ext cx="1128835" cy="338554"/>
          </a:xfrm>
          <a:prstGeom prst="rect">
            <a:avLst/>
          </a:prstGeom>
          <a:noFill/>
        </p:spPr>
        <p:txBody>
          <a:bodyPr wrap="none" rtlCol="0">
            <a:spAutoFit/>
          </a:bodyPr>
          <a:lstStyle/>
          <a:p>
            <a:r>
              <a:rPr lang="es-ES_tradnl" sz="1600" b="1" dirty="0">
                <a:latin typeface="Open Sans" panose="020B0606030504020204" pitchFamily="34" charset="0"/>
                <a:ea typeface="Open Sans" panose="020B0606030504020204" pitchFamily="34" charset="0"/>
                <a:cs typeface="Open Sans" panose="020B0606030504020204" pitchFamily="34" charset="0"/>
              </a:rPr>
              <a:t>Subtítulo</a:t>
            </a:r>
            <a:endParaRPr lang="en-US" sz="1600" b="1" dirty="0">
              <a:latin typeface="Open Sans" panose="020B0606030504020204" pitchFamily="34" charset="0"/>
              <a:ea typeface="Open Sans" panose="020B0606030504020204" pitchFamily="34" charset="0"/>
              <a:cs typeface="Open Sans" panose="020B0606030504020204" pitchFamily="34" charset="0"/>
            </a:endParaRPr>
          </a:p>
        </p:txBody>
      </p:sp>
      <p:cxnSp>
        <p:nvCxnSpPr>
          <p:cNvPr id="56" name="Straight Connector 55"/>
          <p:cNvCxnSpPr/>
          <p:nvPr/>
        </p:nvCxnSpPr>
        <p:spPr>
          <a:xfrm>
            <a:off x="3666204" y="4600856"/>
            <a:ext cx="409819" cy="0"/>
          </a:xfrm>
          <a:prstGeom prst="line">
            <a:avLst/>
          </a:prstGeom>
          <a:ln w="25400">
            <a:solidFill>
              <a:schemeClr val="tx2"/>
            </a:solidFill>
          </a:ln>
        </p:spPr>
        <p:style>
          <a:lnRef idx="1">
            <a:schemeClr val="accent1"/>
          </a:lnRef>
          <a:fillRef idx="0">
            <a:schemeClr val="accent1"/>
          </a:fillRef>
          <a:effectRef idx="0">
            <a:schemeClr val="accent1"/>
          </a:effectRef>
          <a:fontRef idx="minor">
            <a:schemeClr val="tx1"/>
          </a:fontRef>
        </p:style>
      </p:cxnSp>
      <p:sp>
        <p:nvSpPr>
          <p:cNvPr id="57" name="TextBox 56">
            <a:extLst>
              <a:ext uri="{FF2B5EF4-FFF2-40B4-BE49-F238E27FC236}">
                <a16:creationId xmlns:a16="http://schemas.microsoft.com/office/drawing/2014/main" id="{2565ECCB-39E1-BCDD-E7B1-1086CD905008}"/>
              </a:ext>
            </a:extLst>
          </p:cNvPr>
          <p:cNvSpPr txBox="1"/>
          <p:nvPr/>
        </p:nvSpPr>
        <p:spPr>
          <a:xfrm>
            <a:off x="3552355" y="4747185"/>
            <a:ext cx="2384157" cy="707886"/>
          </a:xfrm>
          <a:prstGeom prst="rect">
            <a:avLst/>
          </a:prstGeom>
          <a:noFill/>
        </p:spPr>
        <p:txBody>
          <a:bodyPr wrap="square">
            <a:spAutoFit/>
          </a:bodyPr>
          <a:lstStyle/>
          <a:p>
            <a:pPr>
              <a:lnSpc>
                <a:spcPts val="1600"/>
              </a:lnSpc>
            </a:pPr>
            <a:r>
              <a:rPr lang="en-US" sz="850" i="0" dirty="0">
                <a:solidFill>
                  <a:schemeClr val="tx1">
                    <a:lumMod val="50000"/>
                    <a:lumOff val="50000"/>
                  </a:schemeClr>
                </a:solidFill>
                <a:effectLst/>
                <a:latin typeface="Open Sans" panose="020B0606030504020204" pitchFamily="34" charset="0"/>
                <a:ea typeface="Open Sans" panose="020B0606030504020204" pitchFamily="34" charset="0"/>
                <a:cs typeface="Open Sans" panose="020B0606030504020204" pitchFamily="34" charset="0"/>
              </a:rPr>
              <a:t>Lorem Ipsum </a:t>
            </a:r>
            <a:r>
              <a:rPr lang="en-US" sz="850" b="0" i="0" dirty="0">
                <a:solidFill>
                  <a:schemeClr val="tx1">
                    <a:lumMod val="50000"/>
                    <a:lumOff val="50000"/>
                  </a:schemeClr>
                </a:solidFill>
                <a:effectLst/>
                <a:latin typeface="Open Sans" panose="020B0606030504020204" pitchFamily="34" charset="0"/>
                <a:ea typeface="Open Sans" panose="020B0606030504020204" pitchFamily="34" charset="0"/>
                <a:cs typeface="Open Sans" panose="020B0606030504020204" pitchFamily="34" charset="0"/>
              </a:rPr>
              <a:t>is simply dummy text </a:t>
            </a:r>
          </a:p>
          <a:p>
            <a:pPr>
              <a:lnSpc>
                <a:spcPts val="1600"/>
              </a:lnSpc>
            </a:pPr>
            <a:r>
              <a:rPr lang="en-US" sz="850" b="0" i="0" dirty="0">
                <a:solidFill>
                  <a:schemeClr val="tx1">
                    <a:lumMod val="50000"/>
                    <a:lumOff val="50000"/>
                  </a:schemeClr>
                </a:solidFill>
                <a:effectLst/>
                <a:latin typeface="Open Sans" panose="020B0606030504020204" pitchFamily="34" charset="0"/>
                <a:ea typeface="Open Sans" panose="020B0606030504020204" pitchFamily="34" charset="0"/>
                <a:cs typeface="Open Sans" panose="020B0606030504020204" pitchFamily="34" charset="0"/>
              </a:rPr>
              <a:t>of the printing and typesetting industry's dummy text ever since.</a:t>
            </a:r>
            <a:endParaRPr lang="en-US" sz="850" dirty="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58" name="TextBox 57">
            <a:extLst>
              <a:ext uri="{FF2B5EF4-FFF2-40B4-BE49-F238E27FC236}">
                <a16:creationId xmlns:a16="http://schemas.microsoft.com/office/drawing/2014/main" id="{D8733815-358C-5EC3-160D-C9D12C47B566}"/>
              </a:ext>
            </a:extLst>
          </p:cNvPr>
          <p:cNvSpPr txBox="1"/>
          <p:nvPr/>
        </p:nvSpPr>
        <p:spPr>
          <a:xfrm>
            <a:off x="3552355" y="5717537"/>
            <a:ext cx="1087157" cy="215444"/>
          </a:xfrm>
          <a:prstGeom prst="rect">
            <a:avLst/>
          </a:prstGeom>
          <a:noFill/>
        </p:spPr>
        <p:txBody>
          <a:bodyPr wrap="none" rtlCol="0">
            <a:spAutoFit/>
          </a:bodyPr>
          <a:lstStyle/>
          <a:p>
            <a:pPr marL="171450" indent="-171450">
              <a:buFont typeface="Wingdings" panose="05000000000000000000" pitchFamily="2" charset="2"/>
              <a:buChar char="ü"/>
            </a:pPr>
            <a:r>
              <a:rPr lang="en-US" sz="800" b="1" dirty="0">
                <a:latin typeface="Open Sans" panose="020B0606030504020204" pitchFamily="34" charset="0"/>
                <a:ea typeface="Open Sans" panose="020B0606030504020204" pitchFamily="34" charset="0"/>
                <a:cs typeface="Open Sans" panose="020B0606030504020204" pitchFamily="34" charset="0"/>
              </a:rPr>
              <a:t>Solution Work</a:t>
            </a:r>
          </a:p>
        </p:txBody>
      </p:sp>
      <p:sp>
        <p:nvSpPr>
          <p:cNvPr id="59" name="TextBox 58">
            <a:extLst>
              <a:ext uri="{FF2B5EF4-FFF2-40B4-BE49-F238E27FC236}">
                <a16:creationId xmlns:a16="http://schemas.microsoft.com/office/drawing/2014/main" id="{E84C28D7-1D1B-9133-D858-8F03DB828BBA}"/>
              </a:ext>
            </a:extLst>
          </p:cNvPr>
          <p:cNvSpPr txBox="1"/>
          <p:nvPr/>
        </p:nvSpPr>
        <p:spPr>
          <a:xfrm>
            <a:off x="4781665" y="5717537"/>
            <a:ext cx="1031051" cy="215444"/>
          </a:xfrm>
          <a:prstGeom prst="rect">
            <a:avLst/>
          </a:prstGeom>
          <a:noFill/>
        </p:spPr>
        <p:txBody>
          <a:bodyPr wrap="none" rtlCol="0">
            <a:spAutoFit/>
          </a:bodyPr>
          <a:lstStyle/>
          <a:p>
            <a:pPr marL="171450" indent="-171450">
              <a:buFont typeface="Wingdings" panose="05000000000000000000" pitchFamily="2" charset="2"/>
              <a:buChar char="ü"/>
            </a:pPr>
            <a:r>
              <a:rPr lang="en-US" sz="800" b="1" dirty="0">
                <a:latin typeface="Open Sans" panose="020B0606030504020204" pitchFamily="34" charset="0"/>
                <a:ea typeface="Open Sans" panose="020B0606030504020204" pitchFamily="34" charset="0"/>
                <a:cs typeface="Open Sans" panose="020B0606030504020204" pitchFamily="34" charset="0"/>
              </a:rPr>
              <a:t>Success Time</a:t>
            </a:r>
          </a:p>
        </p:txBody>
      </p:sp>
      <p:sp>
        <p:nvSpPr>
          <p:cNvPr id="61" name="Rectangle 60"/>
          <p:cNvSpPr/>
          <p:nvPr/>
        </p:nvSpPr>
        <p:spPr>
          <a:xfrm>
            <a:off x="6212118" y="3409951"/>
            <a:ext cx="2527300" cy="2724150"/>
          </a:xfrm>
          <a:prstGeom prst="rect">
            <a:avLst/>
          </a:prstGeom>
          <a:solidFill>
            <a:srgbClr val="605F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2" name="Rectangle 61"/>
          <p:cNvSpPr/>
          <p:nvPr/>
        </p:nvSpPr>
        <p:spPr>
          <a:xfrm>
            <a:off x="8216337" y="3409951"/>
            <a:ext cx="523081" cy="504824"/>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3" name="TextBox 62"/>
          <p:cNvSpPr txBox="1"/>
          <p:nvPr/>
        </p:nvSpPr>
        <p:spPr>
          <a:xfrm>
            <a:off x="8260510" y="3485392"/>
            <a:ext cx="434734" cy="353943"/>
          </a:xfrm>
          <a:prstGeom prst="rect">
            <a:avLst/>
          </a:prstGeom>
          <a:noFill/>
        </p:spPr>
        <p:txBody>
          <a:bodyPr wrap="none" rtlCol="0">
            <a:spAutoFit/>
          </a:bodyPr>
          <a:lstStyle/>
          <a:p>
            <a:r>
              <a:rPr lang="en-US" sz="1700" b="1" dirty="0">
                <a:solidFill>
                  <a:schemeClr val="bg1"/>
                </a:solidFill>
                <a:latin typeface="Open Sans" panose="020B0606030504020204" pitchFamily="34" charset="0"/>
                <a:ea typeface="Open Sans" panose="020B0606030504020204" pitchFamily="34" charset="0"/>
                <a:cs typeface="Open Sans" panose="020B0606030504020204" pitchFamily="34" charset="0"/>
              </a:rPr>
              <a:t>03</a:t>
            </a:r>
          </a:p>
        </p:txBody>
      </p:sp>
      <p:sp>
        <p:nvSpPr>
          <p:cNvPr id="65" name="TextBox 64"/>
          <p:cNvSpPr txBox="1"/>
          <p:nvPr/>
        </p:nvSpPr>
        <p:spPr>
          <a:xfrm>
            <a:off x="6334673" y="4125498"/>
            <a:ext cx="1128835" cy="338554"/>
          </a:xfrm>
          <a:prstGeom prst="rect">
            <a:avLst/>
          </a:prstGeom>
          <a:noFill/>
        </p:spPr>
        <p:txBody>
          <a:bodyPr wrap="none" rtlCol="0">
            <a:spAutoFit/>
          </a:bodyPr>
          <a:lstStyle/>
          <a:p>
            <a:r>
              <a:rPr lang="es-ES_tradnl" sz="1600" b="1" dirty="0">
                <a:latin typeface="Open Sans" panose="020B0606030504020204" pitchFamily="34" charset="0"/>
                <a:ea typeface="Open Sans" panose="020B0606030504020204" pitchFamily="34" charset="0"/>
                <a:cs typeface="Open Sans" panose="020B0606030504020204" pitchFamily="34" charset="0"/>
              </a:rPr>
              <a:t>Subtítulo</a:t>
            </a:r>
            <a:endParaRPr lang="en-US" sz="1600" b="1" dirty="0">
              <a:latin typeface="Open Sans" panose="020B0606030504020204" pitchFamily="34" charset="0"/>
              <a:ea typeface="Open Sans" panose="020B0606030504020204" pitchFamily="34" charset="0"/>
              <a:cs typeface="Open Sans" panose="020B0606030504020204" pitchFamily="34" charset="0"/>
            </a:endParaRPr>
          </a:p>
        </p:txBody>
      </p:sp>
      <p:cxnSp>
        <p:nvCxnSpPr>
          <p:cNvPr id="66" name="Straight Connector 65"/>
          <p:cNvCxnSpPr/>
          <p:nvPr/>
        </p:nvCxnSpPr>
        <p:spPr>
          <a:xfrm>
            <a:off x="6422218" y="4600856"/>
            <a:ext cx="381807" cy="0"/>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sp>
        <p:nvSpPr>
          <p:cNvPr id="67" name="TextBox 66">
            <a:extLst>
              <a:ext uri="{FF2B5EF4-FFF2-40B4-BE49-F238E27FC236}">
                <a16:creationId xmlns:a16="http://schemas.microsoft.com/office/drawing/2014/main" id="{2565ECCB-39E1-BCDD-E7B1-1086CD905008}"/>
              </a:ext>
            </a:extLst>
          </p:cNvPr>
          <p:cNvSpPr txBox="1"/>
          <p:nvPr/>
        </p:nvSpPr>
        <p:spPr>
          <a:xfrm>
            <a:off x="6334672" y="4747185"/>
            <a:ext cx="2384157" cy="707886"/>
          </a:xfrm>
          <a:prstGeom prst="rect">
            <a:avLst/>
          </a:prstGeom>
          <a:noFill/>
        </p:spPr>
        <p:txBody>
          <a:bodyPr wrap="square">
            <a:spAutoFit/>
          </a:bodyPr>
          <a:lstStyle/>
          <a:p>
            <a:pPr>
              <a:lnSpc>
                <a:spcPts val="1600"/>
              </a:lnSpc>
            </a:pPr>
            <a:r>
              <a:rPr lang="en-US" sz="850" i="0" dirty="0">
                <a:solidFill>
                  <a:schemeClr val="bg1"/>
                </a:solidFill>
                <a:effectLst/>
                <a:latin typeface="Open Sans" panose="020B0606030504020204" pitchFamily="34" charset="0"/>
                <a:ea typeface="Open Sans" panose="020B0606030504020204" pitchFamily="34" charset="0"/>
                <a:cs typeface="Open Sans" panose="020B0606030504020204" pitchFamily="34" charset="0"/>
              </a:rPr>
              <a:t>Lorem Ipsum </a:t>
            </a:r>
            <a:r>
              <a:rPr lang="en-US" sz="850" b="0" i="0" dirty="0">
                <a:solidFill>
                  <a:schemeClr val="bg1"/>
                </a:solidFill>
                <a:effectLst/>
                <a:latin typeface="Open Sans" panose="020B0606030504020204" pitchFamily="34" charset="0"/>
                <a:ea typeface="Open Sans" panose="020B0606030504020204" pitchFamily="34" charset="0"/>
                <a:cs typeface="Open Sans" panose="020B0606030504020204" pitchFamily="34" charset="0"/>
              </a:rPr>
              <a:t>is simply dummy text </a:t>
            </a:r>
          </a:p>
          <a:p>
            <a:pPr>
              <a:lnSpc>
                <a:spcPts val="1600"/>
              </a:lnSpc>
            </a:pPr>
            <a:r>
              <a:rPr lang="en-US" sz="850" b="0" i="0" dirty="0">
                <a:solidFill>
                  <a:schemeClr val="bg1"/>
                </a:solidFill>
                <a:effectLst/>
                <a:latin typeface="Open Sans" panose="020B0606030504020204" pitchFamily="34" charset="0"/>
                <a:ea typeface="Open Sans" panose="020B0606030504020204" pitchFamily="34" charset="0"/>
                <a:cs typeface="Open Sans" panose="020B0606030504020204" pitchFamily="34" charset="0"/>
              </a:rPr>
              <a:t>of the printing and typesetting industry's dummy text ever since.</a:t>
            </a:r>
            <a:endParaRPr lang="en-US" sz="85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68" name="TextBox 67">
            <a:extLst>
              <a:ext uri="{FF2B5EF4-FFF2-40B4-BE49-F238E27FC236}">
                <a16:creationId xmlns:a16="http://schemas.microsoft.com/office/drawing/2014/main" id="{D8733815-358C-5EC3-160D-C9D12C47B566}"/>
              </a:ext>
            </a:extLst>
          </p:cNvPr>
          <p:cNvSpPr txBox="1"/>
          <p:nvPr/>
        </p:nvSpPr>
        <p:spPr>
          <a:xfrm>
            <a:off x="6334672" y="5717537"/>
            <a:ext cx="1087157" cy="215444"/>
          </a:xfrm>
          <a:prstGeom prst="rect">
            <a:avLst/>
          </a:prstGeom>
          <a:noFill/>
        </p:spPr>
        <p:txBody>
          <a:bodyPr wrap="none" rtlCol="0">
            <a:spAutoFit/>
          </a:bodyPr>
          <a:lstStyle/>
          <a:p>
            <a:pPr marL="171450" indent="-171450">
              <a:buFont typeface="Wingdings" panose="05000000000000000000" pitchFamily="2" charset="2"/>
              <a:buChar char="ü"/>
            </a:pPr>
            <a:r>
              <a:rPr lang="en-US" sz="800" b="1" dirty="0">
                <a:solidFill>
                  <a:schemeClr val="bg1"/>
                </a:solidFill>
                <a:latin typeface="Open Sans" panose="020B0606030504020204" pitchFamily="34" charset="0"/>
                <a:ea typeface="Open Sans" panose="020B0606030504020204" pitchFamily="34" charset="0"/>
                <a:cs typeface="Open Sans" panose="020B0606030504020204" pitchFamily="34" charset="0"/>
              </a:rPr>
              <a:t>Solution Work</a:t>
            </a:r>
          </a:p>
        </p:txBody>
      </p:sp>
      <p:sp>
        <p:nvSpPr>
          <p:cNvPr id="69" name="TextBox 68">
            <a:extLst>
              <a:ext uri="{FF2B5EF4-FFF2-40B4-BE49-F238E27FC236}">
                <a16:creationId xmlns:a16="http://schemas.microsoft.com/office/drawing/2014/main" id="{E84C28D7-1D1B-9133-D858-8F03DB828BBA}"/>
              </a:ext>
            </a:extLst>
          </p:cNvPr>
          <p:cNvSpPr txBox="1"/>
          <p:nvPr/>
        </p:nvSpPr>
        <p:spPr>
          <a:xfrm>
            <a:off x="7525774" y="5717537"/>
            <a:ext cx="1031051" cy="215444"/>
          </a:xfrm>
          <a:prstGeom prst="rect">
            <a:avLst/>
          </a:prstGeom>
          <a:noFill/>
        </p:spPr>
        <p:txBody>
          <a:bodyPr wrap="none" rtlCol="0">
            <a:spAutoFit/>
          </a:bodyPr>
          <a:lstStyle/>
          <a:p>
            <a:pPr marL="171450" indent="-171450">
              <a:buFont typeface="Wingdings" panose="05000000000000000000" pitchFamily="2" charset="2"/>
              <a:buChar char="ü"/>
            </a:pPr>
            <a:r>
              <a:rPr lang="en-US" sz="800" b="1" dirty="0">
                <a:solidFill>
                  <a:schemeClr val="bg1"/>
                </a:solidFill>
                <a:latin typeface="Open Sans" panose="020B0606030504020204" pitchFamily="34" charset="0"/>
                <a:ea typeface="Open Sans" panose="020B0606030504020204" pitchFamily="34" charset="0"/>
                <a:cs typeface="Open Sans" panose="020B0606030504020204" pitchFamily="34" charset="0"/>
              </a:rPr>
              <a:t>Success Time</a:t>
            </a:r>
          </a:p>
        </p:txBody>
      </p:sp>
      <p:sp>
        <p:nvSpPr>
          <p:cNvPr id="71" name="Rectangle 70"/>
          <p:cNvSpPr/>
          <p:nvPr/>
        </p:nvSpPr>
        <p:spPr>
          <a:xfrm>
            <a:off x="8956227" y="3409951"/>
            <a:ext cx="2527300" cy="27241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2" name="Rectangle 71"/>
          <p:cNvSpPr/>
          <p:nvPr/>
        </p:nvSpPr>
        <p:spPr>
          <a:xfrm>
            <a:off x="10960446" y="3409951"/>
            <a:ext cx="519111" cy="504824"/>
          </a:xfrm>
          <a:prstGeom prst="rect">
            <a:avLst/>
          </a:prstGeom>
          <a:solidFill>
            <a:schemeClr val="tx2">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3" name="TextBox 72"/>
          <p:cNvSpPr txBox="1"/>
          <p:nvPr/>
        </p:nvSpPr>
        <p:spPr>
          <a:xfrm>
            <a:off x="11002634" y="3485392"/>
            <a:ext cx="434734" cy="353943"/>
          </a:xfrm>
          <a:prstGeom prst="rect">
            <a:avLst/>
          </a:prstGeom>
          <a:noFill/>
        </p:spPr>
        <p:txBody>
          <a:bodyPr wrap="none" rtlCol="0">
            <a:spAutoFit/>
          </a:bodyPr>
          <a:lstStyle/>
          <a:p>
            <a:r>
              <a:rPr lang="en-US" sz="1700" b="1" dirty="0">
                <a:solidFill>
                  <a:schemeClr val="bg1"/>
                </a:solidFill>
                <a:latin typeface="Open Sans" panose="020B0606030504020204" pitchFamily="34" charset="0"/>
                <a:ea typeface="Open Sans" panose="020B0606030504020204" pitchFamily="34" charset="0"/>
                <a:cs typeface="Open Sans" panose="020B0606030504020204" pitchFamily="34" charset="0"/>
              </a:rPr>
              <a:t>04</a:t>
            </a:r>
          </a:p>
        </p:txBody>
      </p:sp>
      <p:sp>
        <p:nvSpPr>
          <p:cNvPr id="75" name="TextBox 74"/>
          <p:cNvSpPr txBox="1"/>
          <p:nvPr/>
        </p:nvSpPr>
        <p:spPr>
          <a:xfrm>
            <a:off x="9040574" y="4125498"/>
            <a:ext cx="1128835" cy="338554"/>
          </a:xfrm>
          <a:prstGeom prst="rect">
            <a:avLst/>
          </a:prstGeom>
          <a:noFill/>
        </p:spPr>
        <p:txBody>
          <a:bodyPr wrap="none" rtlCol="0">
            <a:spAutoFit/>
          </a:bodyPr>
          <a:lstStyle/>
          <a:p>
            <a:r>
              <a:rPr lang="es-ES_tradnl" sz="1600" b="1" dirty="0">
                <a:latin typeface="Open Sans" panose="020B0606030504020204" pitchFamily="34" charset="0"/>
                <a:ea typeface="Open Sans" panose="020B0606030504020204" pitchFamily="34" charset="0"/>
                <a:cs typeface="Open Sans" panose="020B0606030504020204" pitchFamily="34" charset="0"/>
              </a:rPr>
              <a:t>Subtítulo</a:t>
            </a:r>
            <a:endParaRPr lang="en-US" sz="1600" b="1" dirty="0">
              <a:latin typeface="Open Sans" panose="020B0606030504020204" pitchFamily="34" charset="0"/>
              <a:ea typeface="Open Sans" panose="020B0606030504020204" pitchFamily="34" charset="0"/>
              <a:cs typeface="Open Sans" panose="020B0606030504020204" pitchFamily="34" charset="0"/>
            </a:endParaRPr>
          </a:p>
        </p:txBody>
      </p:sp>
      <p:cxnSp>
        <p:nvCxnSpPr>
          <p:cNvPr id="76" name="Straight Connector 75"/>
          <p:cNvCxnSpPr/>
          <p:nvPr/>
        </p:nvCxnSpPr>
        <p:spPr>
          <a:xfrm>
            <a:off x="9154422" y="4600856"/>
            <a:ext cx="409819" cy="0"/>
          </a:xfrm>
          <a:prstGeom prst="line">
            <a:avLst/>
          </a:prstGeom>
          <a:ln w="25400">
            <a:solidFill>
              <a:schemeClr val="tx2"/>
            </a:solidFill>
          </a:ln>
        </p:spPr>
        <p:style>
          <a:lnRef idx="1">
            <a:schemeClr val="accent1"/>
          </a:lnRef>
          <a:fillRef idx="0">
            <a:schemeClr val="accent1"/>
          </a:fillRef>
          <a:effectRef idx="0">
            <a:schemeClr val="accent1"/>
          </a:effectRef>
          <a:fontRef idx="minor">
            <a:schemeClr val="tx1"/>
          </a:fontRef>
        </p:style>
      </p:cxnSp>
      <p:sp>
        <p:nvSpPr>
          <p:cNvPr id="77" name="TextBox 76">
            <a:extLst>
              <a:ext uri="{FF2B5EF4-FFF2-40B4-BE49-F238E27FC236}">
                <a16:creationId xmlns:a16="http://schemas.microsoft.com/office/drawing/2014/main" id="{2565ECCB-39E1-BCDD-E7B1-1086CD905008}"/>
              </a:ext>
            </a:extLst>
          </p:cNvPr>
          <p:cNvSpPr txBox="1"/>
          <p:nvPr/>
        </p:nvSpPr>
        <p:spPr>
          <a:xfrm>
            <a:off x="9040573" y="4747185"/>
            <a:ext cx="2384157" cy="721608"/>
          </a:xfrm>
          <a:prstGeom prst="rect">
            <a:avLst/>
          </a:prstGeom>
          <a:noFill/>
        </p:spPr>
        <p:txBody>
          <a:bodyPr wrap="square">
            <a:spAutoFit/>
          </a:bodyPr>
          <a:lstStyle/>
          <a:p>
            <a:pPr>
              <a:lnSpc>
                <a:spcPts val="1600"/>
              </a:lnSpc>
            </a:pPr>
            <a:r>
              <a:rPr lang="en-US" sz="850" i="0" dirty="0">
                <a:solidFill>
                  <a:schemeClr val="tx1">
                    <a:lumMod val="50000"/>
                    <a:lumOff val="50000"/>
                  </a:schemeClr>
                </a:solidFill>
                <a:effectLst/>
                <a:latin typeface="Open Sans" panose="020B0606030504020204" pitchFamily="34" charset="0"/>
                <a:ea typeface="Open Sans" panose="020B0606030504020204" pitchFamily="34" charset="0"/>
                <a:cs typeface="Open Sans" panose="020B0606030504020204" pitchFamily="34" charset="0"/>
              </a:rPr>
              <a:t>Lorem Ipsum </a:t>
            </a:r>
            <a:r>
              <a:rPr lang="en-US" sz="850" b="0" i="0" dirty="0">
                <a:solidFill>
                  <a:schemeClr val="tx1">
                    <a:lumMod val="50000"/>
                    <a:lumOff val="50000"/>
                  </a:schemeClr>
                </a:solidFill>
                <a:effectLst/>
                <a:latin typeface="Open Sans" panose="020B0606030504020204" pitchFamily="34" charset="0"/>
                <a:ea typeface="Open Sans" panose="020B0606030504020204" pitchFamily="34" charset="0"/>
                <a:cs typeface="Open Sans" panose="020B0606030504020204" pitchFamily="34" charset="0"/>
              </a:rPr>
              <a:t>is simply dummy text </a:t>
            </a:r>
          </a:p>
          <a:p>
            <a:pPr>
              <a:lnSpc>
                <a:spcPts val="1600"/>
              </a:lnSpc>
            </a:pPr>
            <a:r>
              <a:rPr lang="en-US" sz="850" b="0" i="0" dirty="0">
                <a:solidFill>
                  <a:schemeClr val="tx1">
                    <a:lumMod val="50000"/>
                    <a:lumOff val="50000"/>
                  </a:schemeClr>
                </a:solidFill>
                <a:effectLst/>
                <a:latin typeface="Open Sans" panose="020B0606030504020204" pitchFamily="34" charset="0"/>
                <a:ea typeface="Open Sans" panose="020B0606030504020204" pitchFamily="34" charset="0"/>
                <a:cs typeface="Open Sans" panose="020B0606030504020204" pitchFamily="34" charset="0"/>
              </a:rPr>
              <a:t>of the printing and typesetting industry's dummy text ever since.</a:t>
            </a:r>
            <a:endParaRPr lang="en-US" sz="850" dirty="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78" name="TextBox 77">
            <a:extLst>
              <a:ext uri="{FF2B5EF4-FFF2-40B4-BE49-F238E27FC236}">
                <a16:creationId xmlns:a16="http://schemas.microsoft.com/office/drawing/2014/main" id="{D8733815-358C-5EC3-160D-C9D12C47B566}"/>
              </a:ext>
            </a:extLst>
          </p:cNvPr>
          <p:cNvSpPr txBox="1"/>
          <p:nvPr/>
        </p:nvSpPr>
        <p:spPr>
          <a:xfrm>
            <a:off x="9040573" y="5717537"/>
            <a:ext cx="1087157" cy="215444"/>
          </a:xfrm>
          <a:prstGeom prst="rect">
            <a:avLst/>
          </a:prstGeom>
          <a:noFill/>
        </p:spPr>
        <p:txBody>
          <a:bodyPr wrap="none" rtlCol="0">
            <a:spAutoFit/>
          </a:bodyPr>
          <a:lstStyle/>
          <a:p>
            <a:pPr marL="171450" indent="-171450">
              <a:buFont typeface="Wingdings" panose="05000000000000000000" pitchFamily="2" charset="2"/>
              <a:buChar char="ü"/>
            </a:pPr>
            <a:r>
              <a:rPr lang="en-US" sz="800" b="1" dirty="0">
                <a:latin typeface="Open Sans" panose="020B0606030504020204" pitchFamily="34" charset="0"/>
                <a:ea typeface="Open Sans" panose="020B0606030504020204" pitchFamily="34" charset="0"/>
                <a:cs typeface="Open Sans" panose="020B0606030504020204" pitchFamily="34" charset="0"/>
              </a:rPr>
              <a:t>Solution Work</a:t>
            </a:r>
          </a:p>
        </p:txBody>
      </p:sp>
      <p:sp>
        <p:nvSpPr>
          <p:cNvPr id="79" name="TextBox 78">
            <a:extLst>
              <a:ext uri="{FF2B5EF4-FFF2-40B4-BE49-F238E27FC236}">
                <a16:creationId xmlns:a16="http://schemas.microsoft.com/office/drawing/2014/main" id="{E84C28D7-1D1B-9133-D858-8F03DB828BBA}"/>
              </a:ext>
            </a:extLst>
          </p:cNvPr>
          <p:cNvSpPr txBox="1"/>
          <p:nvPr/>
        </p:nvSpPr>
        <p:spPr>
          <a:xfrm>
            <a:off x="10269883" y="5717537"/>
            <a:ext cx="1031051" cy="215444"/>
          </a:xfrm>
          <a:prstGeom prst="rect">
            <a:avLst/>
          </a:prstGeom>
          <a:noFill/>
        </p:spPr>
        <p:txBody>
          <a:bodyPr wrap="none" rtlCol="0">
            <a:spAutoFit/>
          </a:bodyPr>
          <a:lstStyle/>
          <a:p>
            <a:pPr marL="171450" indent="-171450">
              <a:buFont typeface="Wingdings" panose="05000000000000000000" pitchFamily="2" charset="2"/>
              <a:buChar char="ü"/>
            </a:pPr>
            <a:r>
              <a:rPr lang="en-US" sz="800" b="1" dirty="0">
                <a:latin typeface="Open Sans" panose="020B0606030504020204" pitchFamily="34" charset="0"/>
                <a:ea typeface="Open Sans" panose="020B0606030504020204" pitchFamily="34" charset="0"/>
                <a:cs typeface="Open Sans" panose="020B0606030504020204" pitchFamily="34" charset="0"/>
              </a:rPr>
              <a:t>Success Time</a:t>
            </a:r>
          </a:p>
        </p:txBody>
      </p:sp>
      <p:sp>
        <p:nvSpPr>
          <p:cNvPr id="2" name="Picture Placeholder 1"/>
          <p:cNvSpPr>
            <a:spLocks noGrp="1"/>
          </p:cNvSpPr>
          <p:nvPr>
            <p:ph type="pic" sz="quarter" idx="10"/>
          </p:nvPr>
        </p:nvSpPr>
        <p:spPr/>
        <p:txBody>
          <a:bodyPr/>
          <a:lstStyle/>
          <a:p>
            <a:endParaRPr lang="es-CO" dirty="0"/>
          </a:p>
        </p:txBody>
      </p:sp>
      <p:pic>
        <p:nvPicPr>
          <p:cNvPr id="4" name="Imagen 3">
            <a:extLst>
              <a:ext uri="{FF2B5EF4-FFF2-40B4-BE49-F238E27FC236}">
                <a16:creationId xmlns:a16="http://schemas.microsoft.com/office/drawing/2014/main" id="{34EDB457-151E-F150-2BCA-31098A1F078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9795" y="6368290"/>
            <a:ext cx="1498186" cy="239305"/>
          </a:xfrm>
          <a:prstGeom prst="rect">
            <a:avLst/>
          </a:prstGeom>
        </p:spPr>
      </p:pic>
      <p:pic>
        <p:nvPicPr>
          <p:cNvPr id="5" name="Imagen 4">
            <a:extLst>
              <a:ext uri="{FF2B5EF4-FFF2-40B4-BE49-F238E27FC236}">
                <a16:creationId xmlns:a16="http://schemas.microsoft.com/office/drawing/2014/main" id="{1DC45D8C-D007-183A-EA2E-F9FB6BF8641E}"/>
              </a:ext>
            </a:extLst>
          </p:cNvPr>
          <p:cNvPicPr>
            <a:picLocks noChangeAspect="1"/>
          </p:cNvPicPr>
          <p:nvPr/>
        </p:nvPicPr>
        <p:blipFill>
          <a:blip r:embed="rId3"/>
          <a:stretch>
            <a:fillRect/>
          </a:stretch>
        </p:blipFill>
        <p:spPr>
          <a:xfrm>
            <a:off x="10547350" y="6165838"/>
            <a:ext cx="1360142" cy="644208"/>
          </a:xfrm>
          <a:prstGeom prst="rect">
            <a:avLst/>
          </a:prstGeom>
        </p:spPr>
      </p:pic>
    </p:spTree>
    <p:extLst>
      <p:ext uri="{BB962C8B-B14F-4D97-AF65-F5344CB8AC3E}">
        <p14:creationId xmlns:p14="http://schemas.microsoft.com/office/powerpoint/2010/main" val="25702117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p:cNvSpPr/>
          <p:nvPr/>
        </p:nvSpPr>
        <p:spPr>
          <a:xfrm>
            <a:off x="-1" y="0"/>
            <a:ext cx="617220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extBox 1"/>
          <p:cNvSpPr txBox="1"/>
          <p:nvPr/>
        </p:nvSpPr>
        <p:spPr>
          <a:xfrm>
            <a:off x="6882009" y="576548"/>
            <a:ext cx="3578224" cy="630942"/>
          </a:xfrm>
          <a:prstGeom prst="rect">
            <a:avLst/>
          </a:prstGeom>
          <a:noFill/>
        </p:spPr>
        <p:txBody>
          <a:bodyPr wrap="none" rtlCol="0">
            <a:spAutoFit/>
          </a:bodyPr>
          <a:lstStyle/>
          <a:p>
            <a:r>
              <a:rPr lang="es-ES_tradnl" sz="3500" b="1" noProof="1">
                <a:latin typeface="Open Sans" panose="020B0606030504020204" pitchFamily="34" charset="0"/>
                <a:ea typeface="Open Sans" panose="020B0606030504020204" pitchFamily="34" charset="0"/>
                <a:cs typeface="Open Sans" panose="020B0606030504020204" pitchFamily="34" charset="0"/>
              </a:rPr>
              <a:t>Quiénes</a:t>
            </a:r>
            <a:r>
              <a:rPr lang="en-US" sz="3500" b="1" dirty="0">
                <a:latin typeface="Open Sans" panose="020B0606030504020204" pitchFamily="34" charset="0"/>
                <a:ea typeface="Open Sans" panose="020B0606030504020204" pitchFamily="34" charset="0"/>
                <a:cs typeface="Open Sans" panose="020B0606030504020204" pitchFamily="34" charset="0"/>
              </a:rPr>
              <a:t> </a:t>
            </a:r>
            <a:r>
              <a:rPr lang="en-US" sz="3500" b="1" dirty="0" err="1">
                <a:latin typeface="Open Sans" panose="020B0606030504020204" pitchFamily="34" charset="0"/>
                <a:ea typeface="Open Sans" panose="020B0606030504020204" pitchFamily="34" charset="0"/>
                <a:cs typeface="Open Sans" panose="020B0606030504020204" pitchFamily="34" charset="0"/>
              </a:rPr>
              <a:t>somos</a:t>
            </a:r>
            <a:endParaRPr lang="en-US" sz="3500" b="1" dirty="0">
              <a:latin typeface="Open Sans" panose="020B0606030504020204" pitchFamily="34" charset="0"/>
              <a:ea typeface="Open Sans" panose="020B0606030504020204" pitchFamily="34" charset="0"/>
              <a:cs typeface="Open Sans" panose="020B0606030504020204" pitchFamily="34" charset="0"/>
            </a:endParaRPr>
          </a:p>
        </p:txBody>
      </p:sp>
      <p:sp>
        <p:nvSpPr>
          <p:cNvPr id="16" name="TextBox 15">
            <a:extLst>
              <a:ext uri="{FF2B5EF4-FFF2-40B4-BE49-F238E27FC236}">
                <a16:creationId xmlns:a16="http://schemas.microsoft.com/office/drawing/2014/main" id="{F8EA7997-B6FA-87FD-FFB6-32B29176F466}"/>
              </a:ext>
            </a:extLst>
          </p:cNvPr>
          <p:cNvSpPr txBox="1"/>
          <p:nvPr/>
        </p:nvSpPr>
        <p:spPr>
          <a:xfrm>
            <a:off x="6882009" y="1992795"/>
            <a:ext cx="3246402" cy="615553"/>
          </a:xfrm>
          <a:prstGeom prst="rect">
            <a:avLst/>
          </a:prstGeom>
          <a:noFill/>
        </p:spPr>
        <p:txBody>
          <a:bodyPr wrap="none" rtlCol="0">
            <a:spAutoFit/>
          </a:bodyPr>
          <a:lstStyle/>
          <a:p>
            <a:r>
              <a:rPr lang="en-US" sz="1700" b="1" dirty="0">
                <a:latin typeface="Open Sans" panose="020B0606030504020204" pitchFamily="34" charset="0"/>
                <a:ea typeface="Open Sans" panose="020B0606030504020204" pitchFamily="34" charset="0"/>
                <a:cs typeface="Open Sans" panose="020B0606030504020204" pitchFamily="34" charset="0"/>
              </a:rPr>
              <a:t>The Secret Of Getting Ahead</a:t>
            </a:r>
          </a:p>
          <a:p>
            <a:r>
              <a:rPr lang="en-US" sz="1700" b="1" dirty="0">
                <a:latin typeface="Open Sans" panose="020B0606030504020204" pitchFamily="34" charset="0"/>
                <a:ea typeface="Open Sans" panose="020B0606030504020204" pitchFamily="34" charset="0"/>
                <a:cs typeface="Open Sans" panose="020B0606030504020204" pitchFamily="34" charset="0"/>
              </a:rPr>
              <a:t>is Getting Started</a:t>
            </a:r>
          </a:p>
        </p:txBody>
      </p:sp>
      <p:sp>
        <p:nvSpPr>
          <p:cNvPr id="17" name="TextBox 16">
            <a:extLst>
              <a:ext uri="{FF2B5EF4-FFF2-40B4-BE49-F238E27FC236}">
                <a16:creationId xmlns:a16="http://schemas.microsoft.com/office/drawing/2014/main" id="{C4DF3C67-E983-C0FB-B262-B39C1F1544D4}"/>
              </a:ext>
            </a:extLst>
          </p:cNvPr>
          <p:cNvSpPr txBox="1"/>
          <p:nvPr/>
        </p:nvSpPr>
        <p:spPr>
          <a:xfrm>
            <a:off x="6946956" y="4704896"/>
            <a:ext cx="603050" cy="338554"/>
          </a:xfrm>
          <a:prstGeom prst="rect">
            <a:avLst/>
          </a:prstGeom>
          <a:noFill/>
        </p:spPr>
        <p:txBody>
          <a:bodyPr wrap="none" rtlCol="0">
            <a:spAutoFit/>
          </a:bodyPr>
          <a:lstStyle/>
          <a:p>
            <a:r>
              <a:rPr lang="en-US" sz="1600" b="1" dirty="0">
                <a:latin typeface="Open Sans" panose="020B0606030504020204" pitchFamily="34" charset="0"/>
                <a:ea typeface="Open Sans" panose="020B0606030504020204" pitchFamily="34" charset="0"/>
                <a:cs typeface="Open Sans" panose="020B0606030504020204" pitchFamily="34" charset="0"/>
              </a:rPr>
              <a:t>30%</a:t>
            </a:r>
          </a:p>
        </p:txBody>
      </p:sp>
      <p:sp>
        <p:nvSpPr>
          <p:cNvPr id="18" name="TextBox 17">
            <a:extLst>
              <a:ext uri="{FF2B5EF4-FFF2-40B4-BE49-F238E27FC236}">
                <a16:creationId xmlns:a16="http://schemas.microsoft.com/office/drawing/2014/main" id="{367675AF-44D6-B516-B40E-380D8E51D3D6}"/>
              </a:ext>
            </a:extLst>
          </p:cNvPr>
          <p:cNvSpPr txBox="1"/>
          <p:nvPr/>
        </p:nvSpPr>
        <p:spPr>
          <a:xfrm>
            <a:off x="6946956" y="5026643"/>
            <a:ext cx="1901017" cy="458715"/>
          </a:xfrm>
          <a:prstGeom prst="rect">
            <a:avLst/>
          </a:prstGeom>
          <a:noFill/>
        </p:spPr>
        <p:txBody>
          <a:bodyPr wrap="square">
            <a:spAutoFit/>
          </a:bodyPr>
          <a:lstStyle/>
          <a:p>
            <a:pPr marL="171450" indent="-171450">
              <a:lnSpc>
                <a:spcPts val="1500"/>
              </a:lnSpc>
              <a:buFont typeface="Wingdings" panose="05000000000000000000" pitchFamily="2" charset="2"/>
              <a:buChar char="ü"/>
            </a:pPr>
            <a:r>
              <a:rPr lang="en-US" sz="900" b="1" i="0" dirty="0">
                <a:solidFill>
                  <a:schemeClr val="tx1">
                    <a:lumMod val="50000"/>
                    <a:lumOff val="50000"/>
                  </a:schemeClr>
                </a:solidFill>
                <a:effectLst/>
                <a:latin typeface="Open Sans" panose="020B0606030504020204" pitchFamily="34" charset="0"/>
                <a:ea typeface="Open Sans" panose="020B0606030504020204" pitchFamily="34" charset="0"/>
                <a:cs typeface="Open Sans" panose="020B0606030504020204" pitchFamily="34" charset="0"/>
              </a:rPr>
              <a:t>Lorem Ipsum is simply </a:t>
            </a:r>
          </a:p>
          <a:p>
            <a:pPr>
              <a:lnSpc>
                <a:spcPts val="1500"/>
              </a:lnSpc>
            </a:pPr>
            <a:r>
              <a:rPr lang="en-US" sz="900" b="1" i="0" dirty="0">
                <a:solidFill>
                  <a:schemeClr val="tx1">
                    <a:lumMod val="50000"/>
                    <a:lumOff val="50000"/>
                  </a:schemeClr>
                </a:solidFill>
                <a:effectLst/>
                <a:latin typeface="Open Sans" panose="020B0606030504020204" pitchFamily="34" charset="0"/>
                <a:ea typeface="Open Sans" panose="020B0606030504020204" pitchFamily="34" charset="0"/>
                <a:cs typeface="Open Sans" panose="020B0606030504020204" pitchFamily="34" charset="0"/>
              </a:rPr>
              <a:t>      ever since.</a:t>
            </a:r>
            <a:endParaRPr lang="en-US" sz="900" b="1" dirty="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9" name="TextBox 18">
            <a:extLst>
              <a:ext uri="{FF2B5EF4-FFF2-40B4-BE49-F238E27FC236}">
                <a16:creationId xmlns:a16="http://schemas.microsoft.com/office/drawing/2014/main" id="{5B7DA8CB-6AE0-47F6-A195-89DD008D4154}"/>
              </a:ext>
            </a:extLst>
          </p:cNvPr>
          <p:cNvSpPr txBox="1"/>
          <p:nvPr/>
        </p:nvSpPr>
        <p:spPr>
          <a:xfrm>
            <a:off x="9565611" y="4704896"/>
            <a:ext cx="603050" cy="338554"/>
          </a:xfrm>
          <a:prstGeom prst="rect">
            <a:avLst/>
          </a:prstGeom>
          <a:noFill/>
        </p:spPr>
        <p:txBody>
          <a:bodyPr wrap="none" rtlCol="0">
            <a:spAutoFit/>
          </a:bodyPr>
          <a:lstStyle/>
          <a:p>
            <a:r>
              <a:rPr lang="en-US" sz="1600" b="1" dirty="0">
                <a:latin typeface="Open Sans" panose="020B0606030504020204" pitchFamily="34" charset="0"/>
                <a:ea typeface="Open Sans" panose="020B0606030504020204" pitchFamily="34" charset="0"/>
                <a:cs typeface="Open Sans" panose="020B0606030504020204" pitchFamily="34" charset="0"/>
              </a:rPr>
              <a:t>70%</a:t>
            </a:r>
          </a:p>
        </p:txBody>
      </p:sp>
      <p:sp>
        <p:nvSpPr>
          <p:cNvPr id="20" name="TextBox 19">
            <a:extLst>
              <a:ext uri="{FF2B5EF4-FFF2-40B4-BE49-F238E27FC236}">
                <a16:creationId xmlns:a16="http://schemas.microsoft.com/office/drawing/2014/main" id="{E6E00B69-529B-4F62-B925-F38BC9EEA4DE}"/>
              </a:ext>
            </a:extLst>
          </p:cNvPr>
          <p:cNvSpPr txBox="1"/>
          <p:nvPr/>
        </p:nvSpPr>
        <p:spPr>
          <a:xfrm>
            <a:off x="9565611" y="5026643"/>
            <a:ext cx="1901017" cy="457626"/>
          </a:xfrm>
          <a:prstGeom prst="rect">
            <a:avLst/>
          </a:prstGeom>
          <a:noFill/>
        </p:spPr>
        <p:txBody>
          <a:bodyPr wrap="square">
            <a:spAutoFit/>
          </a:bodyPr>
          <a:lstStyle/>
          <a:p>
            <a:pPr marL="171450" indent="-171450">
              <a:lnSpc>
                <a:spcPts val="1500"/>
              </a:lnSpc>
              <a:buFont typeface="Wingdings" panose="05000000000000000000" pitchFamily="2" charset="2"/>
              <a:buChar char="ü"/>
            </a:pPr>
            <a:r>
              <a:rPr lang="en-US" sz="900" b="1" i="0" dirty="0">
                <a:solidFill>
                  <a:schemeClr val="tx1">
                    <a:lumMod val="50000"/>
                    <a:lumOff val="50000"/>
                  </a:schemeClr>
                </a:solidFill>
                <a:effectLst/>
                <a:latin typeface="Open Sans" panose="020B0606030504020204" pitchFamily="34" charset="0"/>
                <a:ea typeface="Open Sans" panose="020B0606030504020204" pitchFamily="34" charset="0"/>
                <a:cs typeface="Open Sans" panose="020B0606030504020204" pitchFamily="34" charset="0"/>
              </a:rPr>
              <a:t>Lorem Ipsum is simply </a:t>
            </a:r>
          </a:p>
          <a:p>
            <a:pPr>
              <a:lnSpc>
                <a:spcPts val="1500"/>
              </a:lnSpc>
            </a:pPr>
            <a:r>
              <a:rPr lang="en-US" sz="900" b="1" i="0" dirty="0">
                <a:solidFill>
                  <a:schemeClr val="tx1">
                    <a:lumMod val="50000"/>
                    <a:lumOff val="50000"/>
                  </a:schemeClr>
                </a:solidFill>
                <a:effectLst/>
                <a:latin typeface="Open Sans" panose="020B0606030504020204" pitchFamily="34" charset="0"/>
                <a:ea typeface="Open Sans" panose="020B0606030504020204" pitchFamily="34" charset="0"/>
                <a:cs typeface="Open Sans" panose="020B0606030504020204" pitchFamily="34" charset="0"/>
              </a:rPr>
              <a:t>      ever since.</a:t>
            </a:r>
            <a:endParaRPr lang="en-US" sz="900" b="1" dirty="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1" name="Rectangle: Rounded Corners 22">
            <a:extLst>
              <a:ext uri="{FF2B5EF4-FFF2-40B4-BE49-F238E27FC236}">
                <a16:creationId xmlns:a16="http://schemas.microsoft.com/office/drawing/2014/main" id="{7C5DBF13-91F7-CD83-CAFC-572C0894825B}"/>
              </a:ext>
            </a:extLst>
          </p:cNvPr>
          <p:cNvSpPr/>
          <p:nvPr/>
        </p:nvSpPr>
        <p:spPr>
          <a:xfrm>
            <a:off x="7039148" y="5823615"/>
            <a:ext cx="841811" cy="310485"/>
          </a:xfrm>
          <a:prstGeom prst="roundRect">
            <a:avLst>
              <a:gd name="adj" fmla="val 4686"/>
            </a:avLst>
          </a:prstGeom>
          <a:solidFill>
            <a:srgbClr val="605F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TextBox 21">
            <a:extLst>
              <a:ext uri="{FF2B5EF4-FFF2-40B4-BE49-F238E27FC236}">
                <a16:creationId xmlns:a16="http://schemas.microsoft.com/office/drawing/2014/main" id="{83344B8E-B891-E8BA-E7F6-DC153D6C09C9}"/>
              </a:ext>
            </a:extLst>
          </p:cNvPr>
          <p:cNvSpPr txBox="1"/>
          <p:nvPr/>
        </p:nvSpPr>
        <p:spPr>
          <a:xfrm>
            <a:off x="7100019" y="5863441"/>
            <a:ext cx="720069" cy="230832"/>
          </a:xfrm>
          <a:prstGeom prst="rect">
            <a:avLst/>
          </a:prstGeom>
          <a:noFill/>
        </p:spPr>
        <p:txBody>
          <a:bodyPr wrap="none" rtlCol="0">
            <a:spAutoFit/>
          </a:bodyPr>
          <a:lstStyle/>
          <a:p>
            <a:pPr algn="ctr"/>
            <a:r>
              <a:rPr lang="en-US" sz="900" b="1" dirty="0">
                <a:solidFill>
                  <a:schemeClr val="bg1"/>
                </a:solidFill>
                <a:latin typeface="Open Sans" panose="020B0606030504020204" pitchFamily="34" charset="0"/>
                <a:ea typeface="Open Sans" panose="020B0606030504020204" pitchFamily="34" charset="0"/>
                <a:cs typeface="Open Sans" panose="020B0606030504020204" pitchFamily="34" charset="0"/>
              </a:rPr>
              <a:t>Get More</a:t>
            </a:r>
          </a:p>
        </p:txBody>
      </p:sp>
      <p:sp>
        <p:nvSpPr>
          <p:cNvPr id="24" name="TextBox 23">
            <a:extLst>
              <a:ext uri="{FF2B5EF4-FFF2-40B4-BE49-F238E27FC236}">
                <a16:creationId xmlns:a16="http://schemas.microsoft.com/office/drawing/2014/main" id="{14856213-D983-3BAC-E52A-3DB3B71655CC}"/>
              </a:ext>
            </a:extLst>
          </p:cNvPr>
          <p:cNvSpPr txBox="1"/>
          <p:nvPr/>
        </p:nvSpPr>
        <p:spPr>
          <a:xfrm>
            <a:off x="6896522" y="3195358"/>
            <a:ext cx="1277914" cy="292388"/>
          </a:xfrm>
          <a:prstGeom prst="rect">
            <a:avLst/>
          </a:prstGeom>
          <a:noFill/>
        </p:spPr>
        <p:txBody>
          <a:bodyPr wrap="none" rtlCol="0">
            <a:spAutoFit/>
          </a:bodyPr>
          <a:lstStyle/>
          <a:p>
            <a:r>
              <a:rPr lang="es-ES_tradnl" sz="1300" b="1" noProof="1">
                <a:latin typeface="Open Sans" panose="020B0606030504020204" pitchFamily="34" charset="0"/>
                <a:ea typeface="Open Sans" panose="020B0606030504020204" pitchFamily="34" charset="0"/>
                <a:cs typeface="Open Sans" panose="020B0606030504020204" pitchFamily="34" charset="0"/>
              </a:rPr>
              <a:t>Subtitle</a:t>
            </a:r>
            <a:r>
              <a:rPr lang="af-ZA" sz="1300" b="1" dirty="0">
                <a:latin typeface="Open Sans" panose="020B0606030504020204" pitchFamily="34" charset="0"/>
                <a:ea typeface="Open Sans" panose="020B0606030504020204" pitchFamily="34" charset="0"/>
                <a:cs typeface="Open Sans" panose="020B0606030504020204" pitchFamily="34" charset="0"/>
              </a:rPr>
              <a:t> Here</a:t>
            </a:r>
            <a:endParaRPr lang="en-US" sz="1300" b="1" dirty="0">
              <a:latin typeface="Open Sans" panose="020B0606030504020204" pitchFamily="34" charset="0"/>
              <a:ea typeface="Open Sans" panose="020B0606030504020204" pitchFamily="34" charset="0"/>
              <a:cs typeface="Open Sans" panose="020B0606030504020204" pitchFamily="34" charset="0"/>
            </a:endParaRPr>
          </a:p>
        </p:txBody>
      </p:sp>
      <p:sp>
        <p:nvSpPr>
          <p:cNvPr id="26" name="TextBox 25">
            <a:extLst>
              <a:ext uri="{FF2B5EF4-FFF2-40B4-BE49-F238E27FC236}">
                <a16:creationId xmlns:a16="http://schemas.microsoft.com/office/drawing/2014/main" id="{457A21F0-A8BD-5AB4-B07D-6F9C7919960C}"/>
              </a:ext>
            </a:extLst>
          </p:cNvPr>
          <p:cNvSpPr txBox="1"/>
          <p:nvPr/>
        </p:nvSpPr>
        <p:spPr>
          <a:xfrm>
            <a:off x="6896522" y="3454400"/>
            <a:ext cx="4665539" cy="707886"/>
          </a:xfrm>
          <a:prstGeom prst="rect">
            <a:avLst/>
          </a:prstGeom>
          <a:noFill/>
        </p:spPr>
        <p:txBody>
          <a:bodyPr wrap="square">
            <a:spAutoFit/>
          </a:bodyPr>
          <a:lstStyle/>
          <a:p>
            <a:pPr>
              <a:lnSpc>
                <a:spcPts val="1600"/>
              </a:lnSpc>
            </a:pPr>
            <a:r>
              <a:rPr lang="en-US" sz="900" i="0">
                <a:solidFill>
                  <a:schemeClr val="tx1">
                    <a:lumMod val="50000"/>
                    <a:lumOff val="50000"/>
                  </a:schemeClr>
                </a:solidFill>
                <a:effectLst/>
                <a:latin typeface="Open Sans" panose="020B0606030504020204" pitchFamily="34" charset="0"/>
                <a:ea typeface="Open Sans" panose="020B0606030504020204" pitchFamily="34" charset="0"/>
                <a:cs typeface="Open Sans" panose="020B0606030504020204" pitchFamily="34" charset="0"/>
              </a:rPr>
              <a:t>Lorem Ipsum </a:t>
            </a:r>
            <a:r>
              <a:rPr lang="en-US" sz="900" b="0" i="0">
                <a:solidFill>
                  <a:schemeClr val="tx1">
                    <a:lumMod val="50000"/>
                    <a:lumOff val="50000"/>
                  </a:schemeClr>
                </a:solidFill>
                <a:effectLst/>
                <a:latin typeface="Open Sans" panose="020B0606030504020204" pitchFamily="34" charset="0"/>
                <a:ea typeface="Open Sans" panose="020B0606030504020204" pitchFamily="34" charset="0"/>
                <a:cs typeface="Open Sans" panose="020B0606030504020204" pitchFamily="34" charset="0"/>
              </a:rPr>
              <a:t>is simply dummy text of the printing  typesetting industry. </a:t>
            </a:r>
          </a:p>
          <a:p>
            <a:pPr>
              <a:lnSpc>
                <a:spcPts val="1600"/>
              </a:lnSpc>
            </a:pPr>
            <a:r>
              <a:rPr lang="en-US" sz="900" b="0" i="0">
                <a:solidFill>
                  <a:schemeClr val="tx1">
                    <a:lumMod val="50000"/>
                    <a:lumOff val="50000"/>
                  </a:schemeClr>
                </a:solidFill>
                <a:effectLst/>
                <a:latin typeface="Open Sans" panose="020B0606030504020204" pitchFamily="34" charset="0"/>
                <a:ea typeface="Open Sans" panose="020B0606030504020204" pitchFamily="34" charset="0"/>
                <a:cs typeface="Open Sans" panose="020B0606030504020204" pitchFamily="34" charset="0"/>
              </a:rPr>
              <a:t>industry's standard dummy text ever since the 1500s, when an unknown printer scrambled it to make a type specimen book. </a:t>
            </a:r>
            <a:endParaRPr lang="en-US" sz="9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3" name="Picture Placeholder 2"/>
          <p:cNvSpPr>
            <a:spLocks noGrp="1"/>
          </p:cNvSpPr>
          <p:nvPr>
            <p:ph type="pic" sz="quarter" idx="10"/>
          </p:nvPr>
        </p:nvSpPr>
        <p:spPr/>
        <p:txBody>
          <a:bodyPr/>
          <a:lstStyle/>
          <a:p>
            <a:endParaRPr lang="es-CO"/>
          </a:p>
        </p:txBody>
      </p:sp>
      <p:sp>
        <p:nvSpPr>
          <p:cNvPr id="15" name="Freeform 6"/>
          <p:cNvSpPr>
            <a:spLocks/>
          </p:cNvSpPr>
          <p:nvPr/>
        </p:nvSpPr>
        <p:spPr bwMode="auto">
          <a:xfrm>
            <a:off x="3317066" y="1062038"/>
            <a:ext cx="2150283" cy="2146019"/>
          </a:xfrm>
          <a:custGeom>
            <a:avLst/>
            <a:gdLst>
              <a:gd name="T0" fmla="*/ 712 w 712"/>
              <a:gd name="T1" fmla="*/ 711 h 711"/>
              <a:gd name="T2" fmla="*/ 0 w 712"/>
              <a:gd name="T3" fmla="*/ 0 h 711"/>
              <a:gd name="T4" fmla="*/ 0 w 712"/>
              <a:gd name="T5" fmla="*/ 711 h 711"/>
              <a:gd name="T6" fmla="*/ 712 w 712"/>
              <a:gd name="T7" fmla="*/ 711 h 711"/>
            </a:gdLst>
            <a:ahLst/>
            <a:cxnLst>
              <a:cxn ang="0">
                <a:pos x="T0" y="T1"/>
              </a:cxn>
              <a:cxn ang="0">
                <a:pos x="T2" y="T3"/>
              </a:cxn>
              <a:cxn ang="0">
                <a:pos x="T4" y="T5"/>
              </a:cxn>
              <a:cxn ang="0">
                <a:pos x="T6" y="T7"/>
              </a:cxn>
            </a:cxnLst>
            <a:rect l="0" t="0" r="r" b="b"/>
            <a:pathLst>
              <a:path w="712" h="711">
                <a:moveTo>
                  <a:pt x="712" y="711"/>
                </a:moveTo>
                <a:cubicBezTo>
                  <a:pt x="700" y="323"/>
                  <a:pt x="388" y="11"/>
                  <a:pt x="0" y="0"/>
                </a:cubicBezTo>
                <a:cubicBezTo>
                  <a:pt x="0" y="711"/>
                  <a:pt x="0" y="711"/>
                  <a:pt x="0" y="711"/>
                </a:cubicBezTo>
                <a:lnTo>
                  <a:pt x="712" y="711"/>
                </a:lnTo>
                <a:close/>
              </a:path>
            </a:pathLst>
          </a:custGeom>
          <a:solidFill>
            <a:schemeClr val="accent3">
              <a:alpha val="7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9" name="TextBox 28"/>
          <p:cNvSpPr txBox="1"/>
          <p:nvPr/>
        </p:nvSpPr>
        <p:spPr>
          <a:xfrm>
            <a:off x="3472182" y="1592685"/>
            <a:ext cx="1064715" cy="707886"/>
          </a:xfrm>
          <a:prstGeom prst="rect">
            <a:avLst/>
          </a:prstGeom>
          <a:noFill/>
        </p:spPr>
        <p:txBody>
          <a:bodyPr wrap="none" rtlCol="0">
            <a:spAutoFit/>
          </a:bodyPr>
          <a:lstStyle/>
          <a:p>
            <a:r>
              <a:rPr lang="en-US" sz="4000" b="1">
                <a:solidFill>
                  <a:schemeClr val="bg1"/>
                </a:solidFill>
                <a:latin typeface="Open Sans" panose="020B0606030504020204" pitchFamily="34" charset="0"/>
                <a:ea typeface="Open Sans" panose="020B0606030504020204" pitchFamily="34" charset="0"/>
                <a:cs typeface="Open Sans" panose="020B0606030504020204" pitchFamily="34" charset="0"/>
              </a:rPr>
              <a:t>20+</a:t>
            </a:r>
          </a:p>
        </p:txBody>
      </p:sp>
      <p:sp>
        <p:nvSpPr>
          <p:cNvPr id="30" name="TextBox 29"/>
          <p:cNvSpPr txBox="1"/>
          <p:nvPr/>
        </p:nvSpPr>
        <p:spPr>
          <a:xfrm>
            <a:off x="4404685" y="2139356"/>
            <a:ext cx="744114" cy="353943"/>
          </a:xfrm>
          <a:prstGeom prst="rect">
            <a:avLst/>
          </a:prstGeom>
          <a:noFill/>
        </p:spPr>
        <p:txBody>
          <a:bodyPr wrap="none" rtlCol="0">
            <a:spAutoFit/>
          </a:bodyPr>
          <a:lstStyle/>
          <a:p>
            <a:r>
              <a:rPr lang="en-US" sz="1700">
                <a:solidFill>
                  <a:schemeClr val="bg1"/>
                </a:solidFill>
                <a:latin typeface="Open Sans" panose="020B0606030504020204" pitchFamily="34" charset="0"/>
                <a:ea typeface="Open Sans" panose="020B0606030504020204" pitchFamily="34" charset="0"/>
                <a:cs typeface="Open Sans" panose="020B0606030504020204" pitchFamily="34" charset="0"/>
              </a:rPr>
              <a:t>Years</a:t>
            </a:r>
          </a:p>
        </p:txBody>
      </p:sp>
      <p:sp>
        <p:nvSpPr>
          <p:cNvPr id="31" name="TextBox 30">
            <a:extLst>
              <a:ext uri="{FF2B5EF4-FFF2-40B4-BE49-F238E27FC236}">
                <a16:creationId xmlns:a16="http://schemas.microsoft.com/office/drawing/2014/main" id="{367675AF-44D6-B516-B40E-380D8E51D3D6}"/>
              </a:ext>
            </a:extLst>
          </p:cNvPr>
          <p:cNvSpPr txBox="1"/>
          <p:nvPr/>
        </p:nvSpPr>
        <p:spPr>
          <a:xfrm>
            <a:off x="3472182" y="2601196"/>
            <a:ext cx="1901017" cy="458715"/>
          </a:xfrm>
          <a:prstGeom prst="rect">
            <a:avLst/>
          </a:prstGeom>
          <a:noFill/>
        </p:spPr>
        <p:txBody>
          <a:bodyPr wrap="square">
            <a:spAutoFit/>
          </a:bodyPr>
          <a:lstStyle/>
          <a:p>
            <a:pPr marL="171450" indent="-171450">
              <a:lnSpc>
                <a:spcPts val="1500"/>
              </a:lnSpc>
              <a:buFont typeface="Wingdings" panose="05000000000000000000" pitchFamily="2" charset="2"/>
              <a:buChar char="Ø"/>
            </a:pPr>
            <a:r>
              <a:rPr lang="en-US" sz="900" b="1" i="0">
                <a:solidFill>
                  <a:schemeClr val="bg1"/>
                </a:solidFill>
                <a:effectLst/>
                <a:latin typeface="Open Sans" panose="020B0606030504020204" pitchFamily="34" charset="0"/>
                <a:ea typeface="Open Sans" panose="020B0606030504020204" pitchFamily="34" charset="0"/>
                <a:cs typeface="Open Sans" panose="020B0606030504020204" pitchFamily="34" charset="0"/>
              </a:rPr>
              <a:t>Lorem Ipsum is simply     ever since.</a:t>
            </a:r>
            <a:endParaRPr lang="en-US" sz="900" b="1">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pic>
        <p:nvPicPr>
          <p:cNvPr id="4" name="Imagen 3">
            <a:extLst>
              <a:ext uri="{FF2B5EF4-FFF2-40B4-BE49-F238E27FC236}">
                <a16:creationId xmlns:a16="http://schemas.microsoft.com/office/drawing/2014/main" id="{8E873E1C-2EFA-B776-0D04-F2D923EE5DD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9795" y="6368290"/>
            <a:ext cx="1498186" cy="239305"/>
          </a:xfrm>
          <a:prstGeom prst="rect">
            <a:avLst/>
          </a:prstGeom>
        </p:spPr>
      </p:pic>
      <p:pic>
        <p:nvPicPr>
          <p:cNvPr id="5" name="Imagen 4">
            <a:extLst>
              <a:ext uri="{FF2B5EF4-FFF2-40B4-BE49-F238E27FC236}">
                <a16:creationId xmlns:a16="http://schemas.microsoft.com/office/drawing/2014/main" id="{85012864-FC97-637F-392C-5431438760AA}"/>
              </a:ext>
            </a:extLst>
          </p:cNvPr>
          <p:cNvPicPr>
            <a:picLocks noChangeAspect="1"/>
          </p:cNvPicPr>
          <p:nvPr/>
        </p:nvPicPr>
        <p:blipFill>
          <a:blip r:embed="rId3"/>
          <a:stretch>
            <a:fillRect/>
          </a:stretch>
        </p:blipFill>
        <p:spPr>
          <a:xfrm>
            <a:off x="10547350" y="6165838"/>
            <a:ext cx="1360142" cy="644208"/>
          </a:xfrm>
          <a:prstGeom prst="rect">
            <a:avLst/>
          </a:prstGeom>
        </p:spPr>
      </p:pic>
    </p:spTree>
    <p:extLst>
      <p:ext uri="{BB962C8B-B14F-4D97-AF65-F5344CB8AC3E}">
        <p14:creationId xmlns:p14="http://schemas.microsoft.com/office/powerpoint/2010/main" val="1708693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07216" y="576548"/>
            <a:ext cx="2914580" cy="630942"/>
          </a:xfrm>
          <a:prstGeom prst="rect">
            <a:avLst/>
          </a:prstGeom>
          <a:noFill/>
        </p:spPr>
        <p:txBody>
          <a:bodyPr wrap="none" rtlCol="0">
            <a:spAutoFit/>
          </a:bodyPr>
          <a:lstStyle/>
          <a:p>
            <a:r>
              <a:rPr lang="en-US" sz="3500" b="1" err="1">
                <a:latin typeface="Open Sans" panose="020B0606030504020204" pitchFamily="34" charset="0"/>
                <a:ea typeface="Open Sans" panose="020B0606030504020204" pitchFamily="34" charset="0"/>
                <a:cs typeface="Open Sans" panose="020B0606030504020204" pitchFamily="34" charset="0"/>
              </a:rPr>
              <a:t>Descripción</a:t>
            </a:r>
            <a:r>
              <a:rPr lang="en-US" sz="3500" b="1">
                <a:latin typeface="Open Sans" panose="020B0606030504020204" pitchFamily="34" charset="0"/>
                <a:ea typeface="Open Sans" panose="020B0606030504020204" pitchFamily="34" charset="0"/>
                <a:cs typeface="Open Sans" panose="020B0606030504020204" pitchFamily="34" charset="0"/>
              </a:rPr>
              <a:t> </a:t>
            </a:r>
          </a:p>
        </p:txBody>
      </p:sp>
      <p:sp>
        <p:nvSpPr>
          <p:cNvPr id="6" name="Rectangle 5">
            <a:extLst>
              <a:ext uri="{FF2B5EF4-FFF2-40B4-BE49-F238E27FC236}">
                <a16:creationId xmlns:a16="http://schemas.microsoft.com/office/drawing/2014/main" id="{3C78C2DC-EA17-F191-06C2-560F2F7C7461}"/>
              </a:ext>
            </a:extLst>
          </p:cNvPr>
          <p:cNvSpPr/>
          <p:nvPr/>
        </p:nvSpPr>
        <p:spPr>
          <a:xfrm>
            <a:off x="6948512" y="1516343"/>
            <a:ext cx="2170479" cy="222885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94FB6CB2-4C1A-DB61-6FB1-194F20E1A6AF}"/>
              </a:ext>
            </a:extLst>
          </p:cNvPr>
          <p:cNvSpPr txBox="1"/>
          <p:nvPr/>
        </p:nvSpPr>
        <p:spPr>
          <a:xfrm>
            <a:off x="7434871" y="2430363"/>
            <a:ext cx="1197765" cy="276999"/>
          </a:xfrm>
          <a:prstGeom prst="rect">
            <a:avLst/>
          </a:prstGeom>
          <a:noFill/>
        </p:spPr>
        <p:txBody>
          <a:bodyPr wrap="none" rtlCol="0">
            <a:spAutoFit/>
          </a:bodyPr>
          <a:lstStyle/>
          <a:p>
            <a:pPr algn="ctr"/>
            <a:r>
              <a:rPr lang="en-US" sz="1200" b="1">
                <a:latin typeface="Open Sans" panose="020B0606030504020204" pitchFamily="34" charset="0"/>
                <a:ea typeface="Open Sans" panose="020B0606030504020204" pitchFamily="34" charset="0"/>
                <a:cs typeface="Open Sans" panose="020B0606030504020204" pitchFamily="34" charset="0"/>
              </a:rPr>
              <a:t>Subtitle Here</a:t>
            </a:r>
          </a:p>
        </p:txBody>
      </p:sp>
      <p:sp>
        <p:nvSpPr>
          <p:cNvPr id="9" name="TextBox 8">
            <a:extLst>
              <a:ext uri="{FF2B5EF4-FFF2-40B4-BE49-F238E27FC236}">
                <a16:creationId xmlns:a16="http://schemas.microsoft.com/office/drawing/2014/main" id="{B01097BA-5DAE-6F68-90CD-CDA714A7FBE2}"/>
              </a:ext>
            </a:extLst>
          </p:cNvPr>
          <p:cNvSpPr txBox="1"/>
          <p:nvPr/>
        </p:nvSpPr>
        <p:spPr>
          <a:xfrm>
            <a:off x="7050388" y="2680964"/>
            <a:ext cx="1966726" cy="892104"/>
          </a:xfrm>
          <a:prstGeom prst="rect">
            <a:avLst/>
          </a:prstGeom>
          <a:noFill/>
        </p:spPr>
        <p:txBody>
          <a:bodyPr wrap="square">
            <a:spAutoFit/>
          </a:bodyPr>
          <a:lstStyle/>
          <a:p>
            <a:pPr algn="ctr">
              <a:lnSpc>
                <a:spcPts val="1600"/>
              </a:lnSpc>
            </a:pPr>
            <a:r>
              <a:rPr lang="en-US" sz="900" i="0">
                <a:solidFill>
                  <a:schemeClr val="tx1">
                    <a:lumMod val="50000"/>
                    <a:lumOff val="50000"/>
                  </a:schemeClr>
                </a:solidFill>
                <a:effectLst/>
                <a:latin typeface="Open Sans" panose="020B0606030504020204" pitchFamily="34" charset="0"/>
                <a:ea typeface="Open Sans" panose="020B0606030504020204" pitchFamily="34" charset="0"/>
                <a:cs typeface="Open Sans" panose="020B0606030504020204" pitchFamily="34" charset="0"/>
              </a:rPr>
              <a:t>Lorem Ipsum </a:t>
            </a:r>
            <a:r>
              <a:rPr lang="en-US" sz="900" b="0" i="0">
                <a:solidFill>
                  <a:schemeClr val="tx1">
                    <a:lumMod val="50000"/>
                    <a:lumOff val="50000"/>
                  </a:schemeClr>
                </a:solidFill>
                <a:effectLst/>
                <a:latin typeface="Open Sans" panose="020B0606030504020204" pitchFamily="34" charset="0"/>
                <a:ea typeface="Open Sans" panose="020B0606030504020204" pitchFamily="34" charset="0"/>
                <a:cs typeface="Open Sans" panose="020B0606030504020204" pitchFamily="34" charset="0"/>
              </a:rPr>
              <a:t>is simply dummy text of the printing and  </a:t>
            </a:r>
          </a:p>
          <a:p>
            <a:pPr algn="ctr">
              <a:lnSpc>
                <a:spcPts val="1600"/>
              </a:lnSpc>
            </a:pPr>
            <a:r>
              <a:rPr lang="en-US" sz="900" b="0" i="0">
                <a:solidFill>
                  <a:schemeClr val="tx1">
                    <a:lumMod val="50000"/>
                    <a:lumOff val="50000"/>
                  </a:schemeClr>
                </a:solidFill>
                <a:effectLst/>
                <a:latin typeface="Open Sans" panose="020B0606030504020204" pitchFamily="34" charset="0"/>
                <a:ea typeface="Open Sans" panose="020B0606030504020204" pitchFamily="34" charset="0"/>
                <a:cs typeface="Open Sans" panose="020B0606030504020204" pitchFamily="34" charset="0"/>
              </a:rPr>
              <a:t>the industry's standard dummy text ever since.</a:t>
            </a:r>
            <a:endParaRPr lang="en-US" sz="9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35" name="Oval 34"/>
          <p:cNvSpPr/>
          <p:nvPr/>
        </p:nvSpPr>
        <p:spPr>
          <a:xfrm>
            <a:off x="7722568" y="1688469"/>
            <a:ext cx="622367" cy="62236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Freeform 49">
            <a:extLst>
              <a:ext uri="{FF2B5EF4-FFF2-40B4-BE49-F238E27FC236}">
                <a16:creationId xmlns:a16="http://schemas.microsoft.com/office/drawing/2014/main" id="{21F034E6-46CF-4E95-9E6B-4549857304C2}"/>
              </a:ext>
            </a:extLst>
          </p:cNvPr>
          <p:cNvSpPr>
            <a:spLocks noEditPoints="1"/>
          </p:cNvSpPr>
          <p:nvPr/>
        </p:nvSpPr>
        <p:spPr bwMode="auto">
          <a:xfrm>
            <a:off x="7930661" y="1859952"/>
            <a:ext cx="279400" cy="279400"/>
          </a:xfrm>
          <a:custGeom>
            <a:avLst/>
            <a:gdLst>
              <a:gd name="T0" fmla="*/ 39 w 160"/>
              <a:gd name="T1" fmla="*/ 81 h 160"/>
              <a:gd name="T2" fmla="*/ 81 w 160"/>
              <a:gd name="T3" fmla="*/ 85 h 160"/>
              <a:gd name="T4" fmla="*/ 85 w 160"/>
              <a:gd name="T5" fmla="*/ 42 h 160"/>
              <a:gd name="T6" fmla="*/ 66 w 160"/>
              <a:gd name="T7" fmla="*/ 38 h 160"/>
              <a:gd name="T8" fmla="*/ 20 w 160"/>
              <a:gd name="T9" fmla="*/ 42 h 160"/>
              <a:gd name="T10" fmla="*/ 66 w 160"/>
              <a:gd name="T11" fmla="*/ 47 h 160"/>
              <a:gd name="T12" fmla="*/ 76 w 160"/>
              <a:gd name="T13" fmla="*/ 76 h 160"/>
              <a:gd name="T14" fmla="*/ 48 w 160"/>
              <a:gd name="T15" fmla="*/ 65 h 160"/>
              <a:gd name="T16" fmla="*/ 48 w 160"/>
              <a:gd name="T17" fmla="*/ 56 h 160"/>
              <a:gd name="T18" fmla="*/ 56 w 160"/>
              <a:gd name="T19" fmla="*/ 48 h 160"/>
              <a:gd name="T20" fmla="*/ 43 w 160"/>
              <a:gd name="T21" fmla="*/ 29 h 160"/>
              <a:gd name="T22" fmla="*/ 43 w 160"/>
              <a:gd name="T23" fmla="*/ 38 h 160"/>
              <a:gd name="T24" fmla="*/ 39 w 160"/>
              <a:gd name="T25" fmla="*/ 56 h 160"/>
              <a:gd name="T26" fmla="*/ 43 w 160"/>
              <a:gd name="T27" fmla="*/ 29 h 160"/>
              <a:gd name="T28" fmla="*/ 123 w 160"/>
              <a:gd name="T29" fmla="*/ 33 h 160"/>
              <a:gd name="T30" fmla="*/ 93 w 160"/>
              <a:gd name="T31" fmla="*/ 2 h 160"/>
              <a:gd name="T32" fmla="*/ 5 w 160"/>
              <a:gd name="T33" fmla="*/ 0 h 160"/>
              <a:gd name="T34" fmla="*/ 0 w 160"/>
              <a:gd name="T35" fmla="*/ 155 h 160"/>
              <a:gd name="T36" fmla="*/ 117 w 160"/>
              <a:gd name="T37" fmla="*/ 160 h 160"/>
              <a:gd name="T38" fmla="*/ 123 w 160"/>
              <a:gd name="T39" fmla="*/ 77 h 160"/>
              <a:gd name="T40" fmla="*/ 106 w 160"/>
              <a:gd name="T41" fmla="*/ 29 h 160"/>
              <a:gd name="T42" fmla="*/ 94 w 160"/>
              <a:gd name="T43" fmla="*/ 17 h 160"/>
              <a:gd name="T44" fmla="*/ 10 w 160"/>
              <a:gd name="T45" fmla="*/ 10 h 160"/>
              <a:gd name="T46" fmla="*/ 86 w 160"/>
              <a:gd name="T47" fmla="*/ 33 h 160"/>
              <a:gd name="T48" fmla="*/ 114 w 160"/>
              <a:gd name="T49" fmla="*/ 38 h 160"/>
              <a:gd name="T50" fmla="*/ 77 w 160"/>
              <a:gd name="T51" fmla="*/ 118 h 160"/>
              <a:gd name="T52" fmla="*/ 10 w 160"/>
              <a:gd name="T53" fmla="*/ 151 h 160"/>
              <a:gd name="T54" fmla="*/ 123 w 160"/>
              <a:gd name="T55" fmla="*/ 146 h 160"/>
              <a:gd name="T56" fmla="*/ 114 w 160"/>
              <a:gd name="T57" fmla="*/ 146 h 160"/>
              <a:gd name="T58" fmla="*/ 86 w 160"/>
              <a:gd name="T59" fmla="*/ 123 h 160"/>
              <a:gd name="T60" fmla="*/ 94 w 160"/>
              <a:gd name="T61" fmla="*/ 118 h 160"/>
              <a:gd name="T62" fmla="*/ 86 w 160"/>
              <a:gd name="T63" fmla="*/ 113 h 160"/>
              <a:gd name="T64" fmla="*/ 114 w 160"/>
              <a:gd name="T65" fmla="*/ 90 h 160"/>
              <a:gd name="T66" fmla="*/ 123 w 160"/>
              <a:gd name="T67" fmla="*/ 90 h 160"/>
              <a:gd name="T68" fmla="*/ 150 w 160"/>
              <a:gd name="T69" fmla="*/ 113 h 160"/>
              <a:gd name="T70" fmla="*/ 142 w 160"/>
              <a:gd name="T71" fmla="*/ 118 h 160"/>
              <a:gd name="T72" fmla="*/ 150 w 160"/>
              <a:gd name="T73" fmla="*/ 123 h 160"/>
              <a:gd name="T74" fmla="*/ 127 w 160"/>
              <a:gd name="T75" fmla="*/ 114 h 160"/>
              <a:gd name="T76" fmla="*/ 123 w 160"/>
              <a:gd name="T77" fmla="*/ 109 h 160"/>
              <a:gd name="T78" fmla="*/ 114 w 160"/>
              <a:gd name="T79" fmla="*/ 109 h 160"/>
              <a:gd name="T80" fmla="*/ 118 w 160"/>
              <a:gd name="T81" fmla="*/ 123 h 160"/>
              <a:gd name="T82" fmla="*/ 132 w 160"/>
              <a:gd name="T83" fmla="*/ 119 h 160"/>
              <a:gd name="T84" fmla="*/ 62 w 160"/>
              <a:gd name="T85" fmla="*/ 104 h 160"/>
              <a:gd name="T86" fmla="*/ 20 w 160"/>
              <a:gd name="T87" fmla="*/ 109 h 160"/>
              <a:gd name="T88" fmla="*/ 62 w 160"/>
              <a:gd name="T89" fmla="*/ 114 h 160"/>
              <a:gd name="T90" fmla="*/ 62 w 160"/>
              <a:gd name="T91" fmla="*/ 104 h 160"/>
              <a:gd name="T92" fmla="*/ 24 w 160"/>
              <a:gd name="T93" fmla="*/ 123 h 160"/>
              <a:gd name="T94" fmla="*/ 24 w 160"/>
              <a:gd name="T95" fmla="*/ 133 h 160"/>
              <a:gd name="T96" fmla="*/ 66 w 160"/>
              <a:gd name="T97" fmla="*/ 128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60" h="160">
                <a:moveTo>
                  <a:pt x="39" y="65"/>
                </a:moveTo>
                <a:cubicBezTo>
                  <a:pt x="39" y="81"/>
                  <a:pt x="39" y="81"/>
                  <a:pt x="39" y="81"/>
                </a:cubicBezTo>
                <a:cubicBezTo>
                  <a:pt x="39" y="83"/>
                  <a:pt x="41" y="85"/>
                  <a:pt x="43" y="85"/>
                </a:cubicBezTo>
                <a:cubicBezTo>
                  <a:pt x="81" y="85"/>
                  <a:pt x="81" y="85"/>
                  <a:pt x="81" y="85"/>
                </a:cubicBezTo>
                <a:cubicBezTo>
                  <a:pt x="83" y="85"/>
                  <a:pt x="85" y="83"/>
                  <a:pt x="85" y="81"/>
                </a:cubicBezTo>
                <a:cubicBezTo>
                  <a:pt x="85" y="42"/>
                  <a:pt x="85" y="42"/>
                  <a:pt x="85" y="42"/>
                </a:cubicBezTo>
                <a:cubicBezTo>
                  <a:pt x="85" y="40"/>
                  <a:pt x="83" y="38"/>
                  <a:pt x="81" y="38"/>
                </a:cubicBezTo>
                <a:cubicBezTo>
                  <a:pt x="66" y="38"/>
                  <a:pt x="66" y="38"/>
                  <a:pt x="66" y="38"/>
                </a:cubicBezTo>
                <a:cubicBezTo>
                  <a:pt x="64" y="27"/>
                  <a:pt x="54" y="19"/>
                  <a:pt x="43" y="19"/>
                </a:cubicBezTo>
                <a:cubicBezTo>
                  <a:pt x="30" y="19"/>
                  <a:pt x="20" y="29"/>
                  <a:pt x="20" y="42"/>
                </a:cubicBezTo>
                <a:cubicBezTo>
                  <a:pt x="20" y="54"/>
                  <a:pt x="27" y="63"/>
                  <a:pt x="39" y="65"/>
                </a:cubicBezTo>
                <a:close/>
                <a:moveTo>
                  <a:pt x="66" y="47"/>
                </a:moveTo>
                <a:cubicBezTo>
                  <a:pt x="76" y="47"/>
                  <a:pt x="76" y="47"/>
                  <a:pt x="76" y="47"/>
                </a:cubicBezTo>
                <a:cubicBezTo>
                  <a:pt x="76" y="76"/>
                  <a:pt x="76" y="76"/>
                  <a:pt x="76" y="76"/>
                </a:cubicBezTo>
                <a:cubicBezTo>
                  <a:pt x="48" y="76"/>
                  <a:pt x="48" y="76"/>
                  <a:pt x="48" y="76"/>
                </a:cubicBezTo>
                <a:cubicBezTo>
                  <a:pt x="48" y="65"/>
                  <a:pt x="48" y="65"/>
                  <a:pt x="48" y="65"/>
                </a:cubicBezTo>
                <a:cubicBezTo>
                  <a:pt x="57" y="63"/>
                  <a:pt x="64" y="56"/>
                  <a:pt x="66" y="47"/>
                </a:cubicBezTo>
                <a:close/>
                <a:moveTo>
                  <a:pt x="48" y="56"/>
                </a:moveTo>
                <a:cubicBezTo>
                  <a:pt x="48" y="48"/>
                  <a:pt x="48" y="48"/>
                  <a:pt x="48" y="48"/>
                </a:cubicBezTo>
                <a:cubicBezTo>
                  <a:pt x="56" y="48"/>
                  <a:pt x="56" y="48"/>
                  <a:pt x="56" y="48"/>
                </a:cubicBezTo>
                <a:cubicBezTo>
                  <a:pt x="54" y="51"/>
                  <a:pt x="52" y="54"/>
                  <a:pt x="48" y="56"/>
                </a:cubicBezTo>
                <a:close/>
                <a:moveTo>
                  <a:pt x="43" y="29"/>
                </a:moveTo>
                <a:cubicBezTo>
                  <a:pt x="49" y="29"/>
                  <a:pt x="54" y="32"/>
                  <a:pt x="56" y="38"/>
                </a:cubicBezTo>
                <a:cubicBezTo>
                  <a:pt x="43" y="38"/>
                  <a:pt x="43" y="38"/>
                  <a:pt x="43" y="38"/>
                </a:cubicBezTo>
                <a:cubicBezTo>
                  <a:pt x="41" y="38"/>
                  <a:pt x="39" y="40"/>
                  <a:pt x="39" y="43"/>
                </a:cubicBezTo>
                <a:cubicBezTo>
                  <a:pt x="39" y="56"/>
                  <a:pt x="39" y="56"/>
                  <a:pt x="39" y="56"/>
                </a:cubicBezTo>
                <a:cubicBezTo>
                  <a:pt x="33" y="54"/>
                  <a:pt x="29" y="48"/>
                  <a:pt x="29" y="43"/>
                </a:cubicBezTo>
                <a:cubicBezTo>
                  <a:pt x="29" y="35"/>
                  <a:pt x="35" y="29"/>
                  <a:pt x="43" y="29"/>
                </a:cubicBezTo>
                <a:close/>
                <a:moveTo>
                  <a:pt x="123" y="77"/>
                </a:moveTo>
                <a:cubicBezTo>
                  <a:pt x="123" y="33"/>
                  <a:pt x="123" y="33"/>
                  <a:pt x="123" y="33"/>
                </a:cubicBezTo>
                <a:cubicBezTo>
                  <a:pt x="123" y="33"/>
                  <a:pt x="122" y="31"/>
                  <a:pt x="121" y="30"/>
                </a:cubicBezTo>
                <a:cubicBezTo>
                  <a:pt x="93" y="2"/>
                  <a:pt x="93" y="2"/>
                  <a:pt x="93" y="2"/>
                </a:cubicBezTo>
                <a:cubicBezTo>
                  <a:pt x="92" y="1"/>
                  <a:pt x="91" y="0"/>
                  <a:pt x="90" y="0"/>
                </a:cubicBezTo>
                <a:cubicBezTo>
                  <a:pt x="5" y="0"/>
                  <a:pt x="5" y="0"/>
                  <a:pt x="5" y="0"/>
                </a:cubicBezTo>
                <a:cubicBezTo>
                  <a:pt x="2" y="0"/>
                  <a:pt x="0" y="2"/>
                  <a:pt x="0" y="5"/>
                </a:cubicBezTo>
                <a:cubicBezTo>
                  <a:pt x="0" y="155"/>
                  <a:pt x="0" y="155"/>
                  <a:pt x="0" y="155"/>
                </a:cubicBezTo>
                <a:cubicBezTo>
                  <a:pt x="0" y="158"/>
                  <a:pt x="2" y="160"/>
                  <a:pt x="5" y="160"/>
                </a:cubicBezTo>
                <a:cubicBezTo>
                  <a:pt x="117" y="160"/>
                  <a:pt x="117" y="160"/>
                  <a:pt x="117" y="160"/>
                </a:cubicBezTo>
                <a:cubicBezTo>
                  <a:pt x="140" y="160"/>
                  <a:pt x="159" y="141"/>
                  <a:pt x="159" y="118"/>
                </a:cubicBezTo>
                <a:cubicBezTo>
                  <a:pt x="160" y="96"/>
                  <a:pt x="144" y="79"/>
                  <a:pt x="123" y="77"/>
                </a:cubicBezTo>
                <a:close/>
                <a:moveTo>
                  <a:pt x="94" y="17"/>
                </a:moveTo>
                <a:cubicBezTo>
                  <a:pt x="106" y="29"/>
                  <a:pt x="106" y="29"/>
                  <a:pt x="106" y="29"/>
                </a:cubicBezTo>
                <a:cubicBezTo>
                  <a:pt x="94" y="29"/>
                  <a:pt x="94" y="29"/>
                  <a:pt x="94" y="29"/>
                </a:cubicBezTo>
                <a:lnTo>
                  <a:pt x="94" y="17"/>
                </a:lnTo>
                <a:close/>
                <a:moveTo>
                  <a:pt x="10" y="151"/>
                </a:moveTo>
                <a:cubicBezTo>
                  <a:pt x="10" y="10"/>
                  <a:pt x="10" y="10"/>
                  <a:pt x="10" y="10"/>
                </a:cubicBezTo>
                <a:cubicBezTo>
                  <a:pt x="86" y="10"/>
                  <a:pt x="86" y="10"/>
                  <a:pt x="86" y="10"/>
                </a:cubicBezTo>
                <a:cubicBezTo>
                  <a:pt x="86" y="33"/>
                  <a:pt x="86" y="33"/>
                  <a:pt x="86" y="33"/>
                </a:cubicBezTo>
                <a:cubicBezTo>
                  <a:pt x="86" y="36"/>
                  <a:pt x="88" y="38"/>
                  <a:pt x="90" y="38"/>
                </a:cubicBezTo>
                <a:cubicBezTo>
                  <a:pt x="114" y="38"/>
                  <a:pt x="114" y="38"/>
                  <a:pt x="114" y="38"/>
                </a:cubicBezTo>
                <a:cubicBezTo>
                  <a:pt x="114" y="77"/>
                  <a:pt x="114" y="77"/>
                  <a:pt x="114" y="77"/>
                </a:cubicBezTo>
                <a:cubicBezTo>
                  <a:pt x="93" y="79"/>
                  <a:pt x="77" y="97"/>
                  <a:pt x="77" y="118"/>
                </a:cubicBezTo>
                <a:cubicBezTo>
                  <a:pt x="77" y="131"/>
                  <a:pt x="83" y="144"/>
                  <a:pt x="92" y="151"/>
                </a:cubicBezTo>
                <a:lnTo>
                  <a:pt x="10" y="151"/>
                </a:lnTo>
                <a:close/>
                <a:moveTo>
                  <a:pt x="123" y="150"/>
                </a:moveTo>
                <a:cubicBezTo>
                  <a:pt x="123" y="146"/>
                  <a:pt x="123" y="146"/>
                  <a:pt x="123" y="146"/>
                </a:cubicBezTo>
                <a:cubicBezTo>
                  <a:pt x="123" y="144"/>
                  <a:pt x="121" y="141"/>
                  <a:pt x="118" y="141"/>
                </a:cubicBezTo>
                <a:cubicBezTo>
                  <a:pt x="115" y="141"/>
                  <a:pt x="114" y="144"/>
                  <a:pt x="114" y="146"/>
                </a:cubicBezTo>
                <a:cubicBezTo>
                  <a:pt x="114" y="150"/>
                  <a:pt x="114" y="150"/>
                  <a:pt x="114" y="150"/>
                </a:cubicBezTo>
                <a:cubicBezTo>
                  <a:pt x="99" y="148"/>
                  <a:pt x="88" y="136"/>
                  <a:pt x="86" y="123"/>
                </a:cubicBezTo>
                <a:cubicBezTo>
                  <a:pt x="90" y="123"/>
                  <a:pt x="90" y="123"/>
                  <a:pt x="90" y="123"/>
                </a:cubicBezTo>
                <a:cubicBezTo>
                  <a:pt x="93" y="123"/>
                  <a:pt x="94" y="121"/>
                  <a:pt x="94" y="118"/>
                </a:cubicBezTo>
                <a:cubicBezTo>
                  <a:pt x="94" y="115"/>
                  <a:pt x="93" y="113"/>
                  <a:pt x="90" y="113"/>
                </a:cubicBezTo>
                <a:cubicBezTo>
                  <a:pt x="86" y="113"/>
                  <a:pt x="86" y="113"/>
                  <a:pt x="86" y="113"/>
                </a:cubicBezTo>
                <a:cubicBezTo>
                  <a:pt x="88" y="99"/>
                  <a:pt x="99" y="87"/>
                  <a:pt x="114" y="85"/>
                </a:cubicBezTo>
                <a:cubicBezTo>
                  <a:pt x="114" y="90"/>
                  <a:pt x="114" y="90"/>
                  <a:pt x="114" y="90"/>
                </a:cubicBezTo>
                <a:cubicBezTo>
                  <a:pt x="114" y="92"/>
                  <a:pt x="115" y="94"/>
                  <a:pt x="118" y="94"/>
                </a:cubicBezTo>
                <a:cubicBezTo>
                  <a:pt x="121" y="94"/>
                  <a:pt x="123" y="92"/>
                  <a:pt x="123" y="90"/>
                </a:cubicBezTo>
                <a:cubicBezTo>
                  <a:pt x="123" y="86"/>
                  <a:pt x="123" y="86"/>
                  <a:pt x="123" y="86"/>
                </a:cubicBezTo>
                <a:cubicBezTo>
                  <a:pt x="137" y="88"/>
                  <a:pt x="148" y="100"/>
                  <a:pt x="150" y="113"/>
                </a:cubicBezTo>
                <a:cubicBezTo>
                  <a:pt x="146" y="113"/>
                  <a:pt x="146" y="113"/>
                  <a:pt x="146" y="113"/>
                </a:cubicBezTo>
                <a:cubicBezTo>
                  <a:pt x="144" y="113"/>
                  <a:pt x="142" y="116"/>
                  <a:pt x="142" y="118"/>
                </a:cubicBezTo>
                <a:cubicBezTo>
                  <a:pt x="142" y="121"/>
                  <a:pt x="144" y="123"/>
                  <a:pt x="146" y="123"/>
                </a:cubicBezTo>
                <a:cubicBezTo>
                  <a:pt x="150" y="123"/>
                  <a:pt x="150" y="123"/>
                  <a:pt x="150" y="123"/>
                </a:cubicBezTo>
                <a:cubicBezTo>
                  <a:pt x="148" y="137"/>
                  <a:pt x="137" y="148"/>
                  <a:pt x="123" y="150"/>
                </a:cubicBezTo>
                <a:close/>
                <a:moveTo>
                  <a:pt x="127" y="114"/>
                </a:moveTo>
                <a:cubicBezTo>
                  <a:pt x="123" y="114"/>
                  <a:pt x="123" y="114"/>
                  <a:pt x="123" y="114"/>
                </a:cubicBezTo>
                <a:cubicBezTo>
                  <a:pt x="123" y="109"/>
                  <a:pt x="123" y="109"/>
                  <a:pt x="123" y="109"/>
                </a:cubicBezTo>
                <a:cubicBezTo>
                  <a:pt x="123" y="106"/>
                  <a:pt x="121" y="104"/>
                  <a:pt x="118" y="104"/>
                </a:cubicBezTo>
                <a:cubicBezTo>
                  <a:pt x="116" y="104"/>
                  <a:pt x="114" y="106"/>
                  <a:pt x="114" y="109"/>
                </a:cubicBezTo>
                <a:cubicBezTo>
                  <a:pt x="114" y="119"/>
                  <a:pt x="114" y="119"/>
                  <a:pt x="114" y="119"/>
                </a:cubicBezTo>
                <a:cubicBezTo>
                  <a:pt x="114" y="121"/>
                  <a:pt x="116" y="123"/>
                  <a:pt x="118" y="123"/>
                </a:cubicBezTo>
                <a:cubicBezTo>
                  <a:pt x="127" y="123"/>
                  <a:pt x="127" y="123"/>
                  <a:pt x="127" y="123"/>
                </a:cubicBezTo>
                <a:cubicBezTo>
                  <a:pt x="130" y="123"/>
                  <a:pt x="132" y="121"/>
                  <a:pt x="132" y="119"/>
                </a:cubicBezTo>
                <a:cubicBezTo>
                  <a:pt x="132" y="116"/>
                  <a:pt x="130" y="114"/>
                  <a:pt x="127" y="114"/>
                </a:cubicBezTo>
                <a:close/>
                <a:moveTo>
                  <a:pt x="62" y="104"/>
                </a:moveTo>
                <a:cubicBezTo>
                  <a:pt x="24" y="104"/>
                  <a:pt x="24" y="104"/>
                  <a:pt x="24" y="104"/>
                </a:cubicBezTo>
                <a:cubicBezTo>
                  <a:pt x="22" y="104"/>
                  <a:pt x="20" y="106"/>
                  <a:pt x="20" y="109"/>
                </a:cubicBezTo>
                <a:cubicBezTo>
                  <a:pt x="20" y="111"/>
                  <a:pt x="22" y="114"/>
                  <a:pt x="24" y="114"/>
                </a:cubicBezTo>
                <a:cubicBezTo>
                  <a:pt x="62" y="114"/>
                  <a:pt x="62" y="114"/>
                  <a:pt x="62" y="114"/>
                </a:cubicBezTo>
                <a:cubicBezTo>
                  <a:pt x="64" y="114"/>
                  <a:pt x="66" y="111"/>
                  <a:pt x="66" y="109"/>
                </a:cubicBezTo>
                <a:cubicBezTo>
                  <a:pt x="66" y="106"/>
                  <a:pt x="64" y="104"/>
                  <a:pt x="62" y="104"/>
                </a:cubicBezTo>
                <a:close/>
                <a:moveTo>
                  <a:pt x="62" y="123"/>
                </a:moveTo>
                <a:cubicBezTo>
                  <a:pt x="24" y="123"/>
                  <a:pt x="24" y="123"/>
                  <a:pt x="24" y="123"/>
                </a:cubicBezTo>
                <a:cubicBezTo>
                  <a:pt x="22" y="123"/>
                  <a:pt x="20" y="125"/>
                  <a:pt x="20" y="128"/>
                </a:cubicBezTo>
                <a:cubicBezTo>
                  <a:pt x="20" y="130"/>
                  <a:pt x="22" y="133"/>
                  <a:pt x="24" y="133"/>
                </a:cubicBezTo>
                <a:cubicBezTo>
                  <a:pt x="62" y="133"/>
                  <a:pt x="62" y="133"/>
                  <a:pt x="62" y="133"/>
                </a:cubicBezTo>
                <a:cubicBezTo>
                  <a:pt x="64" y="133"/>
                  <a:pt x="66" y="130"/>
                  <a:pt x="66" y="128"/>
                </a:cubicBezTo>
                <a:cubicBezTo>
                  <a:pt x="66" y="125"/>
                  <a:pt x="64" y="123"/>
                  <a:pt x="62" y="123"/>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40" name="Rectangle 39">
            <a:extLst>
              <a:ext uri="{FF2B5EF4-FFF2-40B4-BE49-F238E27FC236}">
                <a16:creationId xmlns:a16="http://schemas.microsoft.com/office/drawing/2014/main" id="{3C78C2DC-EA17-F191-06C2-560F2F7C7461}"/>
              </a:ext>
            </a:extLst>
          </p:cNvPr>
          <p:cNvSpPr/>
          <p:nvPr/>
        </p:nvSpPr>
        <p:spPr>
          <a:xfrm>
            <a:off x="9297621" y="1516343"/>
            <a:ext cx="2170479" cy="222885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TextBox 41">
            <a:extLst>
              <a:ext uri="{FF2B5EF4-FFF2-40B4-BE49-F238E27FC236}">
                <a16:creationId xmlns:a16="http://schemas.microsoft.com/office/drawing/2014/main" id="{94FB6CB2-4C1A-DB61-6FB1-194F20E1A6AF}"/>
              </a:ext>
            </a:extLst>
          </p:cNvPr>
          <p:cNvSpPr txBox="1"/>
          <p:nvPr/>
        </p:nvSpPr>
        <p:spPr>
          <a:xfrm>
            <a:off x="9783978" y="2430363"/>
            <a:ext cx="1197765" cy="276999"/>
          </a:xfrm>
          <a:prstGeom prst="rect">
            <a:avLst/>
          </a:prstGeom>
          <a:noFill/>
        </p:spPr>
        <p:txBody>
          <a:bodyPr wrap="none" rtlCol="0">
            <a:spAutoFit/>
          </a:bodyPr>
          <a:lstStyle/>
          <a:p>
            <a:pPr algn="ctr"/>
            <a:r>
              <a:rPr lang="en-US" sz="1200" b="1">
                <a:latin typeface="Open Sans" panose="020B0606030504020204" pitchFamily="34" charset="0"/>
                <a:ea typeface="Open Sans" panose="020B0606030504020204" pitchFamily="34" charset="0"/>
                <a:cs typeface="Open Sans" panose="020B0606030504020204" pitchFamily="34" charset="0"/>
              </a:rPr>
              <a:t>Subtitle Here</a:t>
            </a:r>
          </a:p>
        </p:txBody>
      </p:sp>
      <p:sp>
        <p:nvSpPr>
          <p:cNvPr id="43" name="TextBox 42">
            <a:extLst>
              <a:ext uri="{FF2B5EF4-FFF2-40B4-BE49-F238E27FC236}">
                <a16:creationId xmlns:a16="http://schemas.microsoft.com/office/drawing/2014/main" id="{B01097BA-5DAE-6F68-90CD-CDA714A7FBE2}"/>
              </a:ext>
            </a:extLst>
          </p:cNvPr>
          <p:cNvSpPr txBox="1"/>
          <p:nvPr/>
        </p:nvSpPr>
        <p:spPr>
          <a:xfrm>
            <a:off x="9399497" y="2680964"/>
            <a:ext cx="1966726" cy="892104"/>
          </a:xfrm>
          <a:prstGeom prst="rect">
            <a:avLst/>
          </a:prstGeom>
          <a:noFill/>
        </p:spPr>
        <p:txBody>
          <a:bodyPr wrap="square">
            <a:spAutoFit/>
          </a:bodyPr>
          <a:lstStyle/>
          <a:p>
            <a:pPr algn="ctr">
              <a:lnSpc>
                <a:spcPts val="1600"/>
              </a:lnSpc>
            </a:pPr>
            <a:r>
              <a:rPr lang="en-US" sz="900" i="0">
                <a:solidFill>
                  <a:schemeClr val="tx1">
                    <a:lumMod val="50000"/>
                    <a:lumOff val="50000"/>
                  </a:schemeClr>
                </a:solidFill>
                <a:effectLst/>
                <a:latin typeface="Open Sans" panose="020B0606030504020204" pitchFamily="34" charset="0"/>
                <a:ea typeface="Open Sans" panose="020B0606030504020204" pitchFamily="34" charset="0"/>
                <a:cs typeface="Open Sans" panose="020B0606030504020204" pitchFamily="34" charset="0"/>
              </a:rPr>
              <a:t>Lorem Ipsum </a:t>
            </a:r>
            <a:r>
              <a:rPr lang="en-US" sz="900" b="0" i="0">
                <a:solidFill>
                  <a:schemeClr val="tx1">
                    <a:lumMod val="50000"/>
                    <a:lumOff val="50000"/>
                  </a:schemeClr>
                </a:solidFill>
                <a:effectLst/>
                <a:latin typeface="Open Sans" panose="020B0606030504020204" pitchFamily="34" charset="0"/>
                <a:ea typeface="Open Sans" panose="020B0606030504020204" pitchFamily="34" charset="0"/>
                <a:cs typeface="Open Sans" panose="020B0606030504020204" pitchFamily="34" charset="0"/>
              </a:rPr>
              <a:t>is simply dummy text of the printing and  </a:t>
            </a:r>
          </a:p>
          <a:p>
            <a:pPr algn="ctr">
              <a:lnSpc>
                <a:spcPts val="1600"/>
              </a:lnSpc>
            </a:pPr>
            <a:r>
              <a:rPr lang="en-US" sz="900" b="0" i="0">
                <a:solidFill>
                  <a:schemeClr val="tx1">
                    <a:lumMod val="50000"/>
                    <a:lumOff val="50000"/>
                  </a:schemeClr>
                </a:solidFill>
                <a:effectLst/>
                <a:latin typeface="Open Sans" panose="020B0606030504020204" pitchFamily="34" charset="0"/>
                <a:ea typeface="Open Sans" panose="020B0606030504020204" pitchFamily="34" charset="0"/>
                <a:cs typeface="Open Sans" panose="020B0606030504020204" pitchFamily="34" charset="0"/>
              </a:rPr>
              <a:t>the industry's standard dummy text ever since.</a:t>
            </a:r>
            <a:endParaRPr lang="en-US" sz="9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45" name="Oval 44"/>
          <p:cNvSpPr/>
          <p:nvPr/>
        </p:nvSpPr>
        <p:spPr>
          <a:xfrm>
            <a:off x="10071677" y="1688469"/>
            <a:ext cx="622367" cy="622367"/>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47">
            <a:extLst>
              <a:ext uri="{FF2B5EF4-FFF2-40B4-BE49-F238E27FC236}">
                <a16:creationId xmlns:a16="http://schemas.microsoft.com/office/drawing/2014/main" id="{3C78C2DC-EA17-F191-06C2-560F2F7C7461}"/>
              </a:ext>
            </a:extLst>
          </p:cNvPr>
          <p:cNvSpPr/>
          <p:nvPr/>
        </p:nvSpPr>
        <p:spPr>
          <a:xfrm>
            <a:off x="6948512" y="3905250"/>
            <a:ext cx="2170479" cy="222885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TextBox 49">
            <a:extLst>
              <a:ext uri="{FF2B5EF4-FFF2-40B4-BE49-F238E27FC236}">
                <a16:creationId xmlns:a16="http://schemas.microsoft.com/office/drawing/2014/main" id="{94FB6CB2-4C1A-DB61-6FB1-194F20E1A6AF}"/>
              </a:ext>
            </a:extLst>
          </p:cNvPr>
          <p:cNvSpPr txBox="1"/>
          <p:nvPr/>
        </p:nvSpPr>
        <p:spPr>
          <a:xfrm>
            <a:off x="7434869" y="4819270"/>
            <a:ext cx="1197765" cy="276999"/>
          </a:xfrm>
          <a:prstGeom prst="rect">
            <a:avLst/>
          </a:prstGeom>
          <a:noFill/>
        </p:spPr>
        <p:txBody>
          <a:bodyPr wrap="none" rtlCol="0">
            <a:spAutoFit/>
          </a:bodyPr>
          <a:lstStyle/>
          <a:p>
            <a:pPr algn="ctr"/>
            <a:r>
              <a:rPr lang="en-US" sz="1200" b="1">
                <a:latin typeface="Open Sans" panose="020B0606030504020204" pitchFamily="34" charset="0"/>
                <a:ea typeface="Open Sans" panose="020B0606030504020204" pitchFamily="34" charset="0"/>
                <a:cs typeface="Open Sans" panose="020B0606030504020204" pitchFamily="34" charset="0"/>
              </a:rPr>
              <a:t>Subtitle Here</a:t>
            </a:r>
          </a:p>
        </p:txBody>
      </p:sp>
      <p:sp>
        <p:nvSpPr>
          <p:cNvPr id="51" name="TextBox 50">
            <a:extLst>
              <a:ext uri="{FF2B5EF4-FFF2-40B4-BE49-F238E27FC236}">
                <a16:creationId xmlns:a16="http://schemas.microsoft.com/office/drawing/2014/main" id="{B01097BA-5DAE-6F68-90CD-CDA714A7FBE2}"/>
              </a:ext>
            </a:extLst>
          </p:cNvPr>
          <p:cNvSpPr txBox="1"/>
          <p:nvPr/>
        </p:nvSpPr>
        <p:spPr>
          <a:xfrm>
            <a:off x="7050388" y="5069871"/>
            <a:ext cx="1966726" cy="892104"/>
          </a:xfrm>
          <a:prstGeom prst="rect">
            <a:avLst/>
          </a:prstGeom>
          <a:noFill/>
        </p:spPr>
        <p:txBody>
          <a:bodyPr wrap="square">
            <a:spAutoFit/>
          </a:bodyPr>
          <a:lstStyle/>
          <a:p>
            <a:pPr algn="ctr">
              <a:lnSpc>
                <a:spcPts val="1600"/>
              </a:lnSpc>
            </a:pPr>
            <a:r>
              <a:rPr lang="en-US" sz="900" i="0">
                <a:solidFill>
                  <a:schemeClr val="tx1">
                    <a:lumMod val="50000"/>
                    <a:lumOff val="50000"/>
                  </a:schemeClr>
                </a:solidFill>
                <a:effectLst/>
                <a:latin typeface="Open Sans" panose="020B0606030504020204" pitchFamily="34" charset="0"/>
                <a:ea typeface="Open Sans" panose="020B0606030504020204" pitchFamily="34" charset="0"/>
                <a:cs typeface="Open Sans" panose="020B0606030504020204" pitchFamily="34" charset="0"/>
              </a:rPr>
              <a:t>Lorem Ipsum </a:t>
            </a:r>
            <a:r>
              <a:rPr lang="en-US" sz="900" b="0" i="0">
                <a:solidFill>
                  <a:schemeClr val="tx1">
                    <a:lumMod val="50000"/>
                    <a:lumOff val="50000"/>
                  </a:schemeClr>
                </a:solidFill>
                <a:effectLst/>
                <a:latin typeface="Open Sans" panose="020B0606030504020204" pitchFamily="34" charset="0"/>
                <a:ea typeface="Open Sans" panose="020B0606030504020204" pitchFamily="34" charset="0"/>
                <a:cs typeface="Open Sans" panose="020B0606030504020204" pitchFamily="34" charset="0"/>
              </a:rPr>
              <a:t>is simply dummy text of the printing and  </a:t>
            </a:r>
          </a:p>
          <a:p>
            <a:pPr algn="ctr">
              <a:lnSpc>
                <a:spcPts val="1600"/>
              </a:lnSpc>
            </a:pPr>
            <a:r>
              <a:rPr lang="en-US" sz="900" b="0" i="0">
                <a:solidFill>
                  <a:schemeClr val="tx1">
                    <a:lumMod val="50000"/>
                    <a:lumOff val="50000"/>
                  </a:schemeClr>
                </a:solidFill>
                <a:effectLst/>
                <a:latin typeface="Open Sans" panose="020B0606030504020204" pitchFamily="34" charset="0"/>
                <a:ea typeface="Open Sans" panose="020B0606030504020204" pitchFamily="34" charset="0"/>
                <a:cs typeface="Open Sans" panose="020B0606030504020204" pitchFamily="34" charset="0"/>
              </a:rPr>
              <a:t>the industry's standard dummy text ever since.</a:t>
            </a:r>
            <a:endParaRPr lang="en-US" sz="9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53" name="Oval 52"/>
          <p:cNvSpPr/>
          <p:nvPr/>
        </p:nvSpPr>
        <p:spPr>
          <a:xfrm>
            <a:off x="7722568" y="4077376"/>
            <a:ext cx="622367" cy="62236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Rectangle 55">
            <a:extLst>
              <a:ext uri="{FF2B5EF4-FFF2-40B4-BE49-F238E27FC236}">
                <a16:creationId xmlns:a16="http://schemas.microsoft.com/office/drawing/2014/main" id="{3C78C2DC-EA17-F191-06C2-560F2F7C7461}"/>
              </a:ext>
            </a:extLst>
          </p:cNvPr>
          <p:cNvSpPr/>
          <p:nvPr/>
        </p:nvSpPr>
        <p:spPr>
          <a:xfrm>
            <a:off x="9297621" y="3905250"/>
            <a:ext cx="2170479" cy="222885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TextBox 57">
            <a:extLst>
              <a:ext uri="{FF2B5EF4-FFF2-40B4-BE49-F238E27FC236}">
                <a16:creationId xmlns:a16="http://schemas.microsoft.com/office/drawing/2014/main" id="{94FB6CB2-4C1A-DB61-6FB1-194F20E1A6AF}"/>
              </a:ext>
            </a:extLst>
          </p:cNvPr>
          <p:cNvSpPr txBox="1"/>
          <p:nvPr/>
        </p:nvSpPr>
        <p:spPr>
          <a:xfrm>
            <a:off x="9813634" y="4819270"/>
            <a:ext cx="1138452" cy="276999"/>
          </a:xfrm>
          <a:prstGeom prst="rect">
            <a:avLst/>
          </a:prstGeom>
          <a:noFill/>
        </p:spPr>
        <p:txBody>
          <a:bodyPr wrap="none" rtlCol="0">
            <a:spAutoFit/>
          </a:bodyPr>
          <a:lstStyle/>
          <a:p>
            <a:pPr algn="ctr"/>
            <a:r>
              <a:rPr lang="en-US" sz="1200" b="1">
                <a:latin typeface="Open Sans" panose="020B0606030504020204" pitchFamily="34" charset="0"/>
                <a:ea typeface="Open Sans" panose="020B0606030504020204" pitchFamily="34" charset="0"/>
                <a:cs typeface="Open Sans" panose="020B0606030504020204" pitchFamily="34" charset="0"/>
              </a:rPr>
              <a:t>Profitability</a:t>
            </a:r>
          </a:p>
        </p:txBody>
      </p:sp>
      <p:sp>
        <p:nvSpPr>
          <p:cNvPr id="59" name="TextBox 58">
            <a:extLst>
              <a:ext uri="{FF2B5EF4-FFF2-40B4-BE49-F238E27FC236}">
                <a16:creationId xmlns:a16="http://schemas.microsoft.com/office/drawing/2014/main" id="{B01097BA-5DAE-6F68-90CD-CDA714A7FBE2}"/>
              </a:ext>
            </a:extLst>
          </p:cNvPr>
          <p:cNvSpPr txBox="1"/>
          <p:nvPr/>
        </p:nvSpPr>
        <p:spPr>
          <a:xfrm>
            <a:off x="9399497" y="5069871"/>
            <a:ext cx="1966726" cy="892104"/>
          </a:xfrm>
          <a:prstGeom prst="rect">
            <a:avLst/>
          </a:prstGeom>
          <a:noFill/>
        </p:spPr>
        <p:txBody>
          <a:bodyPr wrap="square">
            <a:spAutoFit/>
          </a:bodyPr>
          <a:lstStyle/>
          <a:p>
            <a:pPr algn="ctr">
              <a:lnSpc>
                <a:spcPts val="1600"/>
              </a:lnSpc>
            </a:pPr>
            <a:r>
              <a:rPr lang="en-US" sz="900" i="0">
                <a:solidFill>
                  <a:schemeClr val="tx1">
                    <a:lumMod val="50000"/>
                    <a:lumOff val="50000"/>
                  </a:schemeClr>
                </a:solidFill>
                <a:effectLst/>
                <a:latin typeface="Open Sans" panose="020B0606030504020204" pitchFamily="34" charset="0"/>
                <a:ea typeface="Open Sans" panose="020B0606030504020204" pitchFamily="34" charset="0"/>
                <a:cs typeface="Open Sans" panose="020B0606030504020204" pitchFamily="34" charset="0"/>
              </a:rPr>
              <a:t>Lorem Ipsum </a:t>
            </a:r>
            <a:r>
              <a:rPr lang="en-US" sz="900" b="0" i="0">
                <a:solidFill>
                  <a:schemeClr val="tx1">
                    <a:lumMod val="50000"/>
                    <a:lumOff val="50000"/>
                  </a:schemeClr>
                </a:solidFill>
                <a:effectLst/>
                <a:latin typeface="Open Sans" panose="020B0606030504020204" pitchFamily="34" charset="0"/>
                <a:ea typeface="Open Sans" panose="020B0606030504020204" pitchFamily="34" charset="0"/>
                <a:cs typeface="Open Sans" panose="020B0606030504020204" pitchFamily="34" charset="0"/>
              </a:rPr>
              <a:t>is simply dummy text of the printing and  </a:t>
            </a:r>
          </a:p>
          <a:p>
            <a:pPr algn="ctr">
              <a:lnSpc>
                <a:spcPts val="1600"/>
              </a:lnSpc>
            </a:pPr>
            <a:r>
              <a:rPr lang="en-US" sz="900" b="0" i="0">
                <a:solidFill>
                  <a:schemeClr val="tx1">
                    <a:lumMod val="50000"/>
                    <a:lumOff val="50000"/>
                  </a:schemeClr>
                </a:solidFill>
                <a:effectLst/>
                <a:latin typeface="Open Sans" panose="020B0606030504020204" pitchFamily="34" charset="0"/>
                <a:ea typeface="Open Sans" panose="020B0606030504020204" pitchFamily="34" charset="0"/>
                <a:cs typeface="Open Sans" panose="020B0606030504020204" pitchFamily="34" charset="0"/>
              </a:rPr>
              <a:t>the industry's standard dummy text ever since.</a:t>
            </a:r>
            <a:endParaRPr lang="en-US" sz="9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61" name="Oval 60"/>
          <p:cNvSpPr/>
          <p:nvPr/>
        </p:nvSpPr>
        <p:spPr>
          <a:xfrm>
            <a:off x="10071677" y="4077376"/>
            <a:ext cx="622367" cy="622367"/>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Freeform 37">
            <a:extLst>
              <a:ext uri="{FF2B5EF4-FFF2-40B4-BE49-F238E27FC236}">
                <a16:creationId xmlns:a16="http://schemas.microsoft.com/office/drawing/2014/main" id="{C113E074-28AA-4E0F-B261-AFF4E4789142}"/>
              </a:ext>
            </a:extLst>
          </p:cNvPr>
          <p:cNvSpPr>
            <a:spLocks noEditPoints="1"/>
          </p:cNvSpPr>
          <p:nvPr/>
        </p:nvSpPr>
        <p:spPr bwMode="auto">
          <a:xfrm>
            <a:off x="10260623" y="1859952"/>
            <a:ext cx="244475" cy="279400"/>
          </a:xfrm>
          <a:custGeom>
            <a:avLst/>
            <a:gdLst>
              <a:gd name="T0" fmla="*/ 74 w 140"/>
              <a:gd name="T1" fmla="*/ 0 h 160"/>
              <a:gd name="T2" fmla="*/ 56 w 140"/>
              <a:gd name="T3" fmla="*/ 42 h 160"/>
              <a:gd name="T4" fmla="*/ 70 w 140"/>
              <a:gd name="T5" fmla="*/ 159 h 160"/>
              <a:gd name="T6" fmla="*/ 94 w 140"/>
              <a:gd name="T7" fmla="*/ 145 h 160"/>
              <a:gd name="T8" fmla="*/ 78 w 140"/>
              <a:gd name="T9" fmla="*/ 4 h 160"/>
              <a:gd name="T10" fmla="*/ 82 w 140"/>
              <a:gd name="T11" fmla="*/ 38 h 160"/>
              <a:gd name="T12" fmla="*/ 75 w 140"/>
              <a:gd name="T13" fmla="*/ 19 h 160"/>
              <a:gd name="T14" fmla="*/ 79 w 140"/>
              <a:gd name="T15" fmla="*/ 150 h 160"/>
              <a:gd name="T16" fmla="*/ 65 w 140"/>
              <a:gd name="T17" fmla="*/ 145 h 160"/>
              <a:gd name="T18" fmla="*/ 84 w 140"/>
              <a:gd name="T19" fmla="*/ 140 h 160"/>
              <a:gd name="T20" fmla="*/ 84 w 140"/>
              <a:gd name="T21" fmla="*/ 131 h 160"/>
              <a:gd name="T22" fmla="*/ 65 w 140"/>
              <a:gd name="T23" fmla="*/ 47 h 160"/>
              <a:gd name="T24" fmla="*/ 84 w 140"/>
              <a:gd name="T25" fmla="*/ 131 h 160"/>
              <a:gd name="T26" fmla="*/ 5 w 140"/>
              <a:gd name="T27" fmla="*/ 0 h 160"/>
              <a:gd name="T28" fmla="*/ 0 w 140"/>
              <a:gd name="T29" fmla="*/ 154 h 160"/>
              <a:gd name="T30" fmla="*/ 42 w 140"/>
              <a:gd name="T31" fmla="*/ 159 h 160"/>
              <a:gd name="T32" fmla="*/ 46 w 140"/>
              <a:gd name="T33" fmla="*/ 5 h 160"/>
              <a:gd name="T34" fmla="*/ 37 w 140"/>
              <a:gd name="T35" fmla="*/ 150 h 160"/>
              <a:gd name="T36" fmla="*/ 9 w 140"/>
              <a:gd name="T37" fmla="*/ 140 h 160"/>
              <a:gd name="T38" fmla="*/ 28 w 140"/>
              <a:gd name="T39" fmla="*/ 135 h 160"/>
              <a:gd name="T40" fmla="*/ 9 w 140"/>
              <a:gd name="T41" fmla="*/ 131 h 160"/>
              <a:gd name="T42" fmla="*/ 14 w 140"/>
              <a:gd name="T43" fmla="*/ 121 h 160"/>
              <a:gd name="T44" fmla="*/ 14 w 140"/>
              <a:gd name="T45" fmla="*/ 112 h 160"/>
              <a:gd name="T46" fmla="*/ 9 w 140"/>
              <a:gd name="T47" fmla="*/ 103 h 160"/>
              <a:gd name="T48" fmla="*/ 28 w 140"/>
              <a:gd name="T49" fmla="*/ 98 h 160"/>
              <a:gd name="T50" fmla="*/ 9 w 140"/>
              <a:gd name="T51" fmla="*/ 93 h 160"/>
              <a:gd name="T52" fmla="*/ 14 w 140"/>
              <a:gd name="T53" fmla="*/ 84 h 160"/>
              <a:gd name="T54" fmla="*/ 14 w 140"/>
              <a:gd name="T55" fmla="*/ 75 h 160"/>
              <a:gd name="T56" fmla="*/ 9 w 140"/>
              <a:gd name="T57" fmla="*/ 66 h 160"/>
              <a:gd name="T58" fmla="*/ 28 w 140"/>
              <a:gd name="T59" fmla="*/ 61 h 160"/>
              <a:gd name="T60" fmla="*/ 9 w 140"/>
              <a:gd name="T61" fmla="*/ 56 h 160"/>
              <a:gd name="T62" fmla="*/ 14 w 140"/>
              <a:gd name="T63" fmla="*/ 46 h 160"/>
              <a:gd name="T64" fmla="*/ 14 w 140"/>
              <a:gd name="T65" fmla="*/ 37 h 160"/>
              <a:gd name="T66" fmla="*/ 9 w 140"/>
              <a:gd name="T67" fmla="*/ 28 h 160"/>
              <a:gd name="T68" fmla="*/ 28 w 140"/>
              <a:gd name="T69" fmla="*/ 23 h 160"/>
              <a:gd name="T70" fmla="*/ 9 w 140"/>
              <a:gd name="T71" fmla="*/ 19 h 160"/>
              <a:gd name="T72" fmla="*/ 37 w 140"/>
              <a:gd name="T73" fmla="*/ 9 h 160"/>
              <a:gd name="T74" fmla="*/ 130 w 140"/>
              <a:gd name="T75" fmla="*/ 45 h 160"/>
              <a:gd name="T76" fmla="*/ 136 w 140"/>
              <a:gd name="T77" fmla="*/ 23 h 160"/>
              <a:gd name="T78" fmla="*/ 139 w 140"/>
              <a:gd name="T79" fmla="*/ 4 h 160"/>
              <a:gd name="T80" fmla="*/ 110 w 140"/>
              <a:gd name="T81" fmla="*/ 10 h 160"/>
              <a:gd name="T82" fmla="*/ 111 w 140"/>
              <a:gd name="T83" fmla="*/ 45 h 160"/>
              <a:gd name="T84" fmla="*/ 111 w 140"/>
              <a:gd name="T85" fmla="*/ 154 h 160"/>
              <a:gd name="T86" fmla="*/ 130 w 140"/>
              <a:gd name="T87" fmla="*/ 154 h 160"/>
              <a:gd name="T88" fmla="*/ 130 w 140"/>
              <a:gd name="T89" fmla="*/ 45 h 160"/>
              <a:gd name="T90" fmla="*/ 126 w 140"/>
              <a:gd name="T91" fmla="*/ 10 h 160"/>
              <a:gd name="T92" fmla="*/ 129 w 140"/>
              <a:gd name="T93" fmla="*/ 29 h 160"/>
              <a:gd name="T94" fmla="*/ 121 w 140"/>
              <a:gd name="T95" fmla="*/ 38 h 160"/>
              <a:gd name="T96" fmla="*/ 117 w 140"/>
              <a:gd name="T97" fmla="*/ 16 h 160"/>
              <a:gd name="T98" fmla="*/ 114 w 140"/>
              <a:gd name="T99" fmla="*/ 66 h 160"/>
              <a:gd name="T100" fmla="*/ 121 w 140"/>
              <a:gd name="T101" fmla="*/ 47 h 160"/>
              <a:gd name="T102" fmla="*/ 127 w 140"/>
              <a:gd name="T103" fmla="*/ 66 h 160"/>
              <a:gd name="T104" fmla="*/ 115 w 140"/>
              <a:gd name="T105" fmla="*/ 134 h 160"/>
              <a:gd name="T106" fmla="*/ 113 w 140"/>
              <a:gd name="T107" fmla="*/ 74 h 160"/>
              <a:gd name="T108" fmla="*/ 131 w 140"/>
              <a:gd name="T109" fmla="*/ 98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40" h="160">
                <a:moveTo>
                  <a:pt x="78" y="4"/>
                </a:moveTo>
                <a:cubicBezTo>
                  <a:pt x="78" y="2"/>
                  <a:pt x="76" y="0"/>
                  <a:pt x="74" y="0"/>
                </a:cubicBezTo>
                <a:cubicBezTo>
                  <a:pt x="73" y="0"/>
                  <a:pt x="71" y="1"/>
                  <a:pt x="70" y="4"/>
                </a:cubicBezTo>
                <a:cubicBezTo>
                  <a:pt x="55" y="43"/>
                  <a:pt x="56" y="41"/>
                  <a:pt x="56" y="42"/>
                </a:cubicBezTo>
                <a:cubicBezTo>
                  <a:pt x="56" y="145"/>
                  <a:pt x="56" y="145"/>
                  <a:pt x="56" y="145"/>
                </a:cubicBezTo>
                <a:cubicBezTo>
                  <a:pt x="56" y="152"/>
                  <a:pt x="62" y="159"/>
                  <a:pt x="70" y="159"/>
                </a:cubicBezTo>
                <a:cubicBezTo>
                  <a:pt x="80" y="159"/>
                  <a:pt x="80" y="159"/>
                  <a:pt x="80" y="159"/>
                </a:cubicBezTo>
                <a:cubicBezTo>
                  <a:pt x="88" y="159"/>
                  <a:pt x="94" y="152"/>
                  <a:pt x="94" y="145"/>
                </a:cubicBezTo>
                <a:cubicBezTo>
                  <a:pt x="94" y="41"/>
                  <a:pt x="94" y="41"/>
                  <a:pt x="94" y="41"/>
                </a:cubicBezTo>
                <a:cubicBezTo>
                  <a:pt x="93" y="41"/>
                  <a:pt x="94" y="44"/>
                  <a:pt x="78" y="4"/>
                </a:cubicBezTo>
                <a:close/>
                <a:moveTo>
                  <a:pt x="75" y="19"/>
                </a:moveTo>
                <a:cubicBezTo>
                  <a:pt x="82" y="38"/>
                  <a:pt x="82" y="38"/>
                  <a:pt x="82" y="38"/>
                </a:cubicBezTo>
                <a:cubicBezTo>
                  <a:pt x="67" y="38"/>
                  <a:pt x="67" y="38"/>
                  <a:pt x="67" y="38"/>
                </a:cubicBezTo>
                <a:lnTo>
                  <a:pt x="75" y="19"/>
                </a:lnTo>
                <a:close/>
                <a:moveTo>
                  <a:pt x="84" y="145"/>
                </a:moveTo>
                <a:cubicBezTo>
                  <a:pt x="83" y="148"/>
                  <a:pt x="81" y="150"/>
                  <a:pt x="79" y="150"/>
                </a:cubicBezTo>
                <a:cubicBezTo>
                  <a:pt x="70" y="150"/>
                  <a:pt x="70" y="150"/>
                  <a:pt x="70" y="150"/>
                </a:cubicBezTo>
                <a:cubicBezTo>
                  <a:pt x="67" y="150"/>
                  <a:pt x="65" y="148"/>
                  <a:pt x="65" y="145"/>
                </a:cubicBezTo>
                <a:cubicBezTo>
                  <a:pt x="65" y="140"/>
                  <a:pt x="65" y="140"/>
                  <a:pt x="65" y="140"/>
                </a:cubicBezTo>
                <a:cubicBezTo>
                  <a:pt x="84" y="140"/>
                  <a:pt x="84" y="140"/>
                  <a:pt x="84" y="140"/>
                </a:cubicBezTo>
                <a:lnTo>
                  <a:pt x="84" y="145"/>
                </a:lnTo>
                <a:close/>
                <a:moveTo>
                  <a:pt x="84" y="131"/>
                </a:moveTo>
                <a:cubicBezTo>
                  <a:pt x="65" y="131"/>
                  <a:pt x="65" y="131"/>
                  <a:pt x="65" y="131"/>
                </a:cubicBezTo>
                <a:cubicBezTo>
                  <a:pt x="65" y="47"/>
                  <a:pt x="65" y="47"/>
                  <a:pt x="65" y="47"/>
                </a:cubicBezTo>
                <a:cubicBezTo>
                  <a:pt x="84" y="47"/>
                  <a:pt x="84" y="47"/>
                  <a:pt x="84" y="47"/>
                </a:cubicBezTo>
                <a:lnTo>
                  <a:pt x="84" y="131"/>
                </a:lnTo>
                <a:close/>
                <a:moveTo>
                  <a:pt x="42" y="0"/>
                </a:moveTo>
                <a:cubicBezTo>
                  <a:pt x="5" y="0"/>
                  <a:pt x="5" y="0"/>
                  <a:pt x="5" y="0"/>
                </a:cubicBezTo>
                <a:cubicBezTo>
                  <a:pt x="2" y="0"/>
                  <a:pt x="0" y="2"/>
                  <a:pt x="0" y="5"/>
                </a:cubicBezTo>
                <a:cubicBezTo>
                  <a:pt x="0" y="154"/>
                  <a:pt x="0" y="154"/>
                  <a:pt x="0" y="154"/>
                </a:cubicBezTo>
                <a:cubicBezTo>
                  <a:pt x="0" y="157"/>
                  <a:pt x="2" y="159"/>
                  <a:pt x="5" y="159"/>
                </a:cubicBezTo>
                <a:cubicBezTo>
                  <a:pt x="42" y="159"/>
                  <a:pt x="42" y="159"/>
                  <a:pt x="42" y="159"/>
                </a:cubicBezTo>
                <a:cubicBezTo>
                  <a:pt x="44" y="159"/>
                  <a:pt x="46" y="157"/>
                  <a:pt x="46" y="154"/>
                </a:cubicBezTo>
                <a:cubicBezTo>
                  <a:pt x="46" y="5"/>
                  <a:pt x="46" y="5"/>
                  <a:pt x="46" y="5"/>
                </a:cubicBezTo>
                <a:cubicBezTo>
                  <a:pt x="46" y="2"/>
                  <a:pt x="44" y="0"/>
                  <a:pt x="42" y="0"/>
                </a:cubicBezTo>
                <a:close/>
                <a:moveTo>
                  <a:pt x="37" y="150"/>
                </a:moveTo>
                <a:cubicBezTo>
                  <a:pt x="9" y="150"/>
                  <a:pt x="9" y="150"/>
                  <a:pt x="9" y="150"/>
                </a:cubicBezTo>
                <a:cubicBezTo>
                  <a:pt x="9" y="140"/>
                  <a:pt x="9" y="140"/>
                  <a:pt x="9" y="140"/>
                </a:cubicBezTo>
                <a:cubicBezTo>
                  <a:pt x="23" y="140"/>
                  <a:pt x="23" y="140"/>
                  <a:pt x="23" y="140"/>
                </a:cubicBezTo>
                <a:cubicBezTo>
                  <a:pt x="26" y="140"/>
                  <a:pt x="28" y="138"/>
                  <a:pt x="28" y="135"/>
                </a:cubicBezTo>
                <a:cubicBezTo>
                  <a:pt x="28" y="133"/>
                  <a:pt x="26" y="131"/>
                  <a:pt x="23" y="131"/>
                </a:cubicBezTo>
                <a:cubicBezTo>
                  <a:pt x="9" y="131"/>
                  <a:pt x="9" y="131"/>
                  <a:pt x="9" y="131"/>
                </a:cubicBezTo>
                <a:cubicBezTo>
                  <a:pt x="9" y="121"/>
                  <a:pt x="9" y="121"/>
                  <a:pt x="9" y="121"/>
                </a:cubicBezTo>
                <a:cubicBezTo>
                  <a:pt x="14" y="121"/>
                  <a:pt x="14" y="121"/>
                  <a:pt x="14" y="121"/>
                </a:cubicBezTo>
                <a:cubicBezTo>
                  <a:pt x="16" y="121"/>
                  <a:pt x="18" y="119"/>
                  <a:pt x="18" y="117"/>
                </a:cubicBezTo>
                <a:cubicBezTo>
                  <a:pt x="18" y="114"/>
                  <a:pt x="16" y="112"/>
                  <a:pt x="14" y="112"/>
                </a:cubicBezTo>
                <a:cubicBezTo>
                  <a:pt x="9" y="112"/>
                  <a:pt x="9" y="112"/>
                  <a:pt x="9" y="112"/>
                </a:cubicBezTo>
                <a:cubicBezTo>
                  <a:pt x="9" y="103"/>
                  <a:pt x="9" y="103"/>
                  <a:pt x="9" y="103"/>
                </a:cubicBezTo>
                <a:cubicBezTo>
                  <a:pt x="23" y="103"/>
                  <a:pt x="23" y="103"/>
                  <a:pt x="23" y="103"/>
                </a:cubicBezTo>
                <a:cubicBezTo>
                  <a:pt x="26" y="103"/>
                  <a:pt x="28" y="100"/>
                  <a:pt x="28" y="98"/>
                </a:cubicBezTo>
                <a:cubicBezTo>
                  <a:pt x="28" y="95"/>
                  <a:pt x="26" y="93"/>
                  <a:pt x="23" y="93"/>
                </a:cubicBezTo>
                <a:cubicBezTo>
                  <a:pt x="9" y="93"/>
                  <a:pt x="9" y="93"/>
                  <a:pt x="9" y="93"/>
                </a:cubicBezTo>
                <a:cubicBezTo>
                  <a:pt x="9" y="84"/>
                  <a:pt x="9" y="84"/>
                  <a:pt x="9" y="84"/>
                </a:cubicBezTo>
                <a:cubicBezTo>
                  <a:pt x="14" y="84"/>
                  <a:pt x="14" y="84"/>
                  <a:pt x="14" y="84"/>
                </a:cubicBezTo>
                <a:cubicBezTo>
                  <a:pt x="16" y="84"/>
                  <a:pt x="18" y="82"/>
                  <a:pt x="18" y="79"/>
                </a:cubicBezTo>
                <a:cubicBezTo>
                  <a:pt x="18" y="77"/>
                  <a:pt x="16" y="75"/>
                  <a:pt x="14" y="75"/>
                </a:cubicBezTo>
                <a:cubicBezTo>
                  <a:pt x="9" y="75"/>
                  <a:pt x="9" y="75"/>
                  <a:pt x="9" y="75"/>
                </a:cubicBezTo>
                <a:cubicBezTo>
                  <a:pt x="9" y="66"/>
                  <a:pt x="9" y="66"/>
                  <a:pt x="9" y="66"/>
                </a:cubicBezTo>
                <a:cubicBezTo>
                  <a:pt x="23" y="66"/>
                  <a:pt x="23" y="66"/>
                  <a:pt x="23" y="66"/>
                </a:cubicBezTo>
                <a:cubicBezTo>
                  <a:pt x="26" y="66"/>
                  <a:pt x="28" y="63"/>
                  <a:pt x="28" y="61"/>
                </a:cubicBezTo>
                <a:cubicBezTo>
                  <a:pt x="28" y="58"/>
                  <a:pt x="26" y="56"/>
                  <a:pt x="23" y="56"/>
                </a:cubicBezTo>
                <a:cubicBezTo>
                  <a:pt x="9" y="56"/>
                  <a:pt x="9" y="56"/>
                  <a:pt x="9" y="56"/>
                </a:cubicBezTo>
                <a:cubicBezTo>
                  <a:pt x="9" y="46"/>
                  <a:pt x="9" y="46"/>
                  <a:pt x="9" y="46"/>
                </a:cubicBezTo>
                <a:cubicBezTo>
                  <a:pt x="14" y="46"/>
                  <a:pt x="14" y="46"/>
                  <a:pt x="14" y="46"/>
                </a:cubicBezTo>
                <a:cubicBezTo>
                  <a:pt x="16" y="46"/>
                  <a:pt x="18" y="44"/>
                  <a:pt x="18" y="42"/>
                </a:cubicBezTo>
                <a:cubicBezTo>
                  <a:pt x="18" y="39"/>
                  <a:pt x="16" y="37"/>
                  <a:pt x="14" y="37"/>
                </a:cubicBezTo>
                <a:cubicBezTo>
                  <a:pt x="9" y="37"/>
                  <a:pt x="9" y="37"/>
                  <a:pt x="9" y="37"/>
                </a:cubicBezTo>
                <a:cubicBezTo>
                  <a:pt x="9" y="28"/>
                  <a:pt x="9" y="28"/>
                  <a:pt x="9" y="28"/>
                </a:cubicBezTo>
                <a:cubicBezTo>
                  <a:pt x="23" y="28"/>
                  <a:pt x="23" y="28"/>
                  <a:pt x="23" y="28"/>
                </a:cubicBezTo>
                <a:cubicBezTo>
                  <a:pt x="26" y="28"/>
                  <a:pt x="28" y="26"/>
                  <a:pt x="28" y="23"/>
                </a:cubicBezTo>
                <a:cubicBezTo>
                  <a:pt x="28" y="21"/>
                  <a:pt x="26" y="19"/>
                  <a:pt x="23" y="19"/>
                </a:cubicBezTo>
                <a:cubicBezTo>
                  <a:pt x="9" y="19"/>
                  <a:pt x="9" y="19"/>
                  <a:pt x="9" y="19"/>
                </a:cubicBezTo>
                <a:cubicBezTo>
                  <a:pt x="9" y="9"/>
                  <a:pt x="9" y="9"/>
                  <a:pt x="9" y="9"/>
                </a:cubicBezTo>
                <a:cubicBezTo>
                  <a:pt x="37" y="9"/>
                  <a:pt x="37" y="9"/>
                  <a:pt x="37" y="9"/>
                </a:cubicBezTo>
                <a:lnTo>
                  <a:pt x="37" y="150"/>
                </a:lnTo>
                <a:close/>
                <a:moveTo>
                  <a:pt x="130" y="45"/>
                </a:moveTo>
                <a:cubicBezTo>
                  <a:pt x="134" y="43"/>
                  <a:pt x="137" y="39"/>
                  <a:pt x="138" y="35"/>
                </a:cubicBezTo>
                <a:cubicBezTo>
                  <a:pt x="140" y="31"/>
                  <a:pt x="139" y="27"/>
                  <a:pt x="136" y="23"/>
                </a:cubicBezTo>
                <a:cubicBezTo>
                  <a:pt x="134" y="20"/>
                  <a:pt x="132" y="16"/>
                  <a:pt x="138" y="8"/>
                </a:cubicBezTo>
                <a:cubicBezTo>
                  <a:pt x="139" y="7"/>
                  <a:pt x="140" y="5"/>
                  <a:pt x="139" y="4"/>
                </a:cubicBezTo>
                <a:cubicBezTo>
                  <a:pt x="138" y="2"/>
                  <a:pt x="136" y="1"/>
                  <a:pt x="134" y="1"/>
                </a:cubicBezTo>
                <a:cubicBezTo>
                  <a:pt x="125" y="1"/>
                  <a:pt x="118" y="2"/>
                  <a:pt x="110" y="10"/>
                </a:cubicBezTo>
                <a:cubicBezTo>
                  <a:pt x="105" y="15"/>
                  <a:pt x="101" y="22"/>
                  <a:pt x="101" y="29"/>
                </a:cubicBezTo>
                <a:cubicBezTo>
                  <a:pt x="101" y="36"/>
                  <a:pt x="105" y="42"/>
                  <a:pt x="111" y="45"/>
                </a:cubicBezTo>
                <a:cubicBezTo>
                  <a:pt x="104" y="58"/>
                  <a:pt x="101" y="84"/>
                  <a:pt x="101" y="99"/>
                </a:cubicBezTo>
                <a:cubicBezTo>
                  <a:pt x="101" y="114"/>
                  <a:pt x="103" y="141"/>
                  <a:pt x="111" y="154"/>
                </a:cubicBezTo>
                <a:cubicBezTo>
                  <a:pt x="114" y="158"/>
                  <a:pt x="117" y="160"/>
                  <a:pt x="121" y="160"/>
                </a:cubicBezTo>
                <a:cubicBezTo>
                  <a:pt x="124" y="160"/>
                  <a:pt x="127" y="158"/>
                  <a:pt x="130" y="154"/>
                </a:cubicBezTo>
                <a:cubicBezTo>
                  <a:pt x="137" y="141"/>
                  <a:pt x="139" y="114"/>
                  <a:pt x="139" y="99"/>
                </a:cubicBezTo>
                <a:cubicBezTo>
                  <a:pt x="139" y="84"/>
                  <a:pt x="138" y="57"/>
                  <a:pt x="130" y="45"/>
                </a:cubicBezTo>
                <a:close/>
                <a:moveTo>
                  <a:pt x="117" y="16"/>
                </a:moveTo>
                <a:cubicBezTo>
                  <a:pt x="120" y="12"/>
                  <a:pt x="122" y="12"/>
                  <a:pt x="126" y="10"/>
                </a:cubicBezTo>
                <a:cubicBezTo>
                  <a:pt x="126" y="12"/>
                  <a:pt x="125" y="14"/>
                  <a:pt x="125" y="15"/>
                </a:cubicBezTo>
                <a:cubicBezTo>
                  <a:pt x="124" y="20"/>
                  <a:pt x="126" y="25"/>
                  <a:pt x="129" y="29"/>
                </a:cubicBezTo>
                <a:cubicBezTo>
                  <a:pt x="130" y="30"/>
                  <a:pt x="130" y="31"/>
                  <a:pt x="130" y="32"/>
                </a:cubicBezTo>
                <a:cubicBezTo>
                  <a:pt x="128" y="35"/>
                  <a:pt x="125" y="38"/>
                  <a:pt x="121" y="38"/>
                </a:cubicBezTo>
                <a:cubicBezTo>
                  <a:pt x="116" y="38"/>
                  <a:pt x="111" y="34"/>
                  <a:pt x="111" y="29"/>
                </a:cubicBezTo>
                <a:cubicBezTo>
                  <a:pt x="111" y="23"/>
                  <a:pt x="114" y="19"/>
                  <a:pt x="117" y="16"/>
                </a:cubicBezTo>
                <a:close/>
                <a:moveTo>
                  <a:pt x="127" y="66"/>
                </a:moveTo>
                <a:cubicBezTo>
                  <a:pt x="114" y="66"/>
                  <a:pt x="114" y="66"/>
                  <a:pt x="114" y="66"/>
                </a:cubicBezTo>
                <a:cubicBezTo>
                  <a:pt x="114" y="64"/>
                  <a:pt x="115" y="64"/>
                  <a:pt x="115" y="62"/>
                </a:cubicBezTo>
                <a:cubicBezTo>
                  <a:pt x="117" y="51"/>
                  <a:pt x="119" y="48"/>
                  <a:pt x="121" y="47"/>
                </a:cubicBezTo>
                <a:cubicBezTo>
                  <a:pt x="121" y="48"/>
                  <a:pt x="124" y="51"/>
                  <a:pt x="126" y="62"/>
                </a:cubicBezTo>
                <a:cubicBezTo>
                  <a:pt x="127" y="64"/>
                  <a:pt x="127" y="64"/>
                  <a:pt x="127" y="66"/>
                </a:cubicBezTo>
                <a:close/>
                <a:moveTo>
                  <a:pt x="121" y="149"/>
                </a:moveTo>
                <a:cubicBezTo>
                  <a:pt x="120" y="148"/>
                  <a:pt x="117" y="145"/>
                  <a:pt x="115" y="134"/>
                </a:cubicBezTo>
                <a:cubicBezTo>
                  <a:pt x="113" y="124"/>
                  <a:pt x="111" y="111"/>
                  <a:pt x="111" y="98"/>
                </a:cubicBezTo>
                <a:cubicBezTo>
                  <a:pt x="111" y="89"/>
                  <a:pt x="112" y="82"/>
                  <a:pt x="113" y="74"/>
                </a:cubicBezTo>
                <a:cubicBezTo>
                  <a:pt x="129" y="74"/>
                  <a:pt x="129" y="74"/>
                  <a:pt x="129" y="74"/>
                </a:cubicBezTo>
                <a:cubicBezTo>
                  <a:pt x="130" y="82"/>
                  <a:pt x="131" y="89"/>
                  <a:pt x="131" y="98"/>
                </a:cubicBezTo>
                <a:cubicBezTo>
                  <a:pt x="130" y="125"/>
                  <a:pt x="125" y="145"/>
                  <a:pt x="121" y="149"/>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33" name="Freeform 46">
            <a:extLst>
              <a:ext uri="{FF2B5EF4-FFF2-40B4-BE49-F238E27FC236}">
                <a16:creationId xmlns:a16="http://schemas.microsoft.com/office/drawing/2014/main" id="{0B2AEE6E-CE52-48ED-8D0E-9904CDBF46DD}"/>
              </a:ext>
            </a:extLst>
          </p:cNvPr>
          <p:cNvSpPr>
            <a:spLocks noEditPoints="1"/>
          </p:cNvSpPr>
          <p:nvPr/>
        </p:nvSpPr>
        <p:spPr bwMode="auto">
          <a:xfrm>
            <a:off x="7894051" y="4249732"/>
            <a:ext cx="279400" cy="277654"/>
          </a:xfrm>
          <a:custGeom>
            <a:avLst/>
            <a:gdLst>
              <a:gd name="T0" fmla="*/ 14 w 160"/>
              <a:gd name="T1" fmla="*/ 0 h 159"/>
              <a:gd name="T2" fmla="*/ 0 w 160"/>
              <a:gd name="T3" fmla="*/ 145 h 159"/>
              <a:gd name="T4" fmla="*/ 146 w 160"/>
              <a:gd name="T5" fmla="*/ 159 h 159"/>
              <a:gd name="T6" fmla="*/ 160 w 160"/>
              <a:gd name="T7" fmla="*/ 51 h 159"/>
              <a:gd name="T8" fmla="*/ 146 w 160"/>
              <a:gd name="T9" fmla="*/ 0 h 159"/>
              <a:gd name="T10" fmla="*/ 123 w 160"/>
              <a:gd name="T11" fmla="*/ 23 h 159"/>
              <a:gd name="T12" fmla="*/ 84 w 160"/>
              <a:gd name="T13" fmla="*/ 9 h 159"/>
              <a:gd name="T14" fmla="*/ 100 w 160"/>
              <a:gd name="T15" fmla="*/ 32 h 159"/>
              <a:gd name="T16" fmla="*/ 106 w 160"/>
              <a:gd name="T17" fmla="*/ 46 h 159"/>
              <a:gd name="T18" fmla="*/ 100 w 160"/>
              <a:gd name="T19" fmla="*/ 32 h 159"/>
              <a:gd name="T20" fmla="*/ 46 w 160"/>
              <a:gd name="T21" fmla="*/ 46 h 159"/>
              <a:gd name="T22" fmla="*/ 86 w 160"/>
              <a:gd name="T23" fmla="*/ 32 h 159"/>
              <a:gd name="T24" fmla="*/ 138 w 160"/>
              <a:gd name="T25" fmla="*/ 32 h 159"/>
              <a:gd name="T26" fmla="*/ 150 w 160"/>
              <a:gd name="T27" fmla="*/ 46 h 159"/>
              <a:gd name="T28" fmla="*/ 138 w 160"/>
              <a:gd name="T29" fmla="*/ 32 h 159"/>
              <a:gd name="T30" fmla="*/ 86 w 160"/>
              <a:gd name="T31" fmla="*/ 23 h 159"/>
              <a:gd name="T32" fmla="*/ 46 w 160"/>
              <a:gd name="T33" fmla="*/ 9 h 159"/>
              <a:gd name="T34" fmla="*/ 10 w 160"/>
              <a:gd name="T35" fmla="*/ 13 h 159"/>
              <a:gd name="T36" fmla="*/ 32 w 160"/>
              <a:gd name="T37" fmla="*/ 8 h 159"/>
              <a:gd name="T38" fmla="*/ 32 w 160"/>
              <a:gd name="T39" fmla="*/ 46 h 159"/>
              <a:gd name="T40" fmla="*/ 10 w 160"/>
              <a:gd name="T41" fmla="*/ 13 h 159"/>
              <a:gd name="T42" fmla="*/ 146 w 160"/>
              <a:gd name="T43" fmla="*/ 149 h 159"/>
              <a:gd name="T44" fmla="*/ 10 w 160"/>
              <a:gd name="T45" fmla="*/ 144 h 159"/>
              <a:gd name="T46" fmla="*/ 151 w 160"/>
              <a:gd name="T47" fmla="*/ 55 h 159"/>
              <a:gd name="T48" fmla="*/ 151 w 160"/>
              <a:gd name="T49" fmla="*/ 23 h 159"/>
              <a:gd name="T50" fmla="*/ 122 w 160"/>
              <a:gd name="T51" fmla="*/ 8 h 159"/>
              <a:gd name="T52" fmla="*/ 151 w 160"/>
              <a:gd name="T53" fmla="*/ 13 h 159"/>
              <a:gd name="T54" fmla="*/ 33 w 160"/>
              <a:gd name="T55" fmla="*/ 27 h 159"/>
              <a:gd name="T56" fmla="*/ 24 w 160"/>
              <a:gd name="T57" fmla="*/ 27 h 159"/>
              <a:gd name="T58" fmla="*/ 33 w 160"/>
              <a:gd name="T59" fmla="*/ 27 h 159"/>
              <a:gd name="T60" fmla="*/ 73 w 160"/>
              <a:gd name="T61" fmla="*/ 124 h 159"/>
              <a:gd name="T62" fmla="*/ 101 w 160"/>
              <a:gd name="T63" fmla="*/ 98 h 159"/>
              <a:gd name="T64" fmla="*/ 70 w 160"/>
              <a:gd name="T65" fmla="*/ 79 h 159"/>
              <a:gd name="T66" fmla="*/ 66 w 160"/>
              <a:gd name="T67" fmla="*/ 120 h 159"/>
              <a:gd name="T68" fmla="*/ 75 w 160"/>
              <a:gd name="T69" fmla="*/ 93 h 159"/>
              <a:gd name="T70" fmla="*/ 75 w 160"/>
              <a:gd name="T71" fmla="*/ 113 h 159"/>
              <a:gd name="T72" fmla="*/ 80 w 160"/>
              <a:gd name="T73" fmla="*/ 144 h 159"/>
              <a:gd name="T74" fmla="*/ 80 w 160"/>
              <a:gd name="T75" fmla="*/ 60 h 159"/>
              <a:gd name="T76" fmla="*/ 80 w 160"/>
              <a:gd name="T77" fmla="*/ 144 h 159"/>
              <a:gd name="T78" fmla="*/ 112 w 160"/>
              <a:gd name="T79" fmla="*/ 103 h 159"/>
              <a:gd name="T80" fmla="*/ 48 w 160"/>
              <a:gd name="T81" fmla="*/ 103 h 1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60" h="159">
                <a:moveTo>
                  <a:pt x="146" y="0"/>
                </a:moveTo>
                <a:cubicBezTo>
                  <a:pt x="14" y="0"/>
                  <a:pt x="14" y="0"/>
                  <a:pt x="14" y="0"/>
                </a:cubicBezTo>
                <a:cubicBezTo>
                  <a:pt x="7" y="0"/>
                  <a:pt x="0" y="6"/>
                  <a:pt x="0" y="13"/>
                </a:cubicBezTo>
                <a:cubicBezTo>
                  <a:pt x="0" y="145"/>
                  <a:pt x="0" y="145"/>
                  <a:pt x="0" y="145"/>
                </a:cubicBezTo>
                <a:cubicBezTo>
                  <a:pt x="0" y="153"/>
                  <a:pt x="7" y="159"/>
                  <a:pt x="14" y="159"/>
                </a:cubicBezTo>
                <a:cubicBezTo>
                  <a:pt x="146" y="159"/>
                  <a:pt x="146" y="159"/>
                  <a:pt x="146" y="159"/>
                </a:cubicBezTo>
                <a:cubicBezTo>
                  <a:pt x="154" y="159"/>
                  <a:pt x="160" y="153"/>
                  <a:pt x="160" y="145"/>
                </a:cubicBezTo>
                <a:cubicBezTo>
                  <a:pt x="160" y="51"/>
                  <a:pt x="160" y="51"/>
                  <a:pt x="160" y="51"/>
                </a:cubicBezTo>
                <a:cubicBezTo>
                  <a:pt x="160" y="13"/>
                  <a:pt x="160" y="13"/>
                  <a:pt x="160" y="13"/>
                </a:cubicBezTo>
                <a:cubicBezTo>
                  <a:pt x="160" y="6"/>
                  <a:pt x="154" y="0"/>
                  <a:pt x="146" y="0"/>
                </a:cubicBezTo>
                <a:close/>
                <a:moveTo>
                  <a:pt x="107" y="9"/>
                </a:moveTo>
                <a:cubicBezTo>
                  <a:pt x="123" y="23"/>
                  <a:pt x="123" y="23"/>
                  <a:pt x="123" y="23"/>
                </a:cubicBezTo>
                <a:cubicBezTo>
                  <a:pt x="101" y="23"/>
                  <a:pt x="101" y="23"/>
                  <a:pt x="101" y="23"/>
                </a:cubicBezTo>
                <a:cubicBezTo>
                  <a:pt x="84" y="9"/>
                  <a:pt x="84" y="9"/>
                  <a:pt x="84" y="9"/>
                </a:cubicBezTo>
                <a:lnTo>
                  <a:pt x="107" y="9"/>
                </a:lnTo>
                <a:close/>
                <a:moveTo>
                  <a:pt x="100" y="32"/>
                </a:moveTo>
                <a:cubicBezTo>
                  <a:pt x="123" y="32"/>
                  <a:pt x="123" y="32"/>
                  <a:pt x="123" y="32"/>
                </a:cubicBezTo>
                <a:cubicBezTo>
                  <a:pt x="106" y="46"/>
                  <a:pt x="106" y="46"/>
                  <a:pt x="106" y="46"/>
                </a:cubicBezTo>
                <a:cubicBezTo>
                  <a:pt x="83" y="46"/>
                  <a:pt x="83" y="46"/>
                  <a:pt x="83" y="46"/>
                </a:cubicBezTo>
                <a:lnTo>
                  <a:pt x="100" y="32"/>
                </a:lnTo>
                <a:close/>
                <a:moveTo>
                  <a:pt x="69" y="46"/>
                </a:moveTo>
                <a:cubicBezTo>
                  <a:pt x="46" y="46"/>
                  <a:pt x="46" y="46"/>
                  <a:pt x="46" y="46"/>
                </a:cubicBezTo>
                <a:cubicBezTo>
                  <a:pt x="63" y="32"/>
                  <a:pt x="63" y="32"/>
                  <a:pt x="63" y="32"/>
                </a:cubicBezTo>
                <a:cubicBezTo>
                  <a:pt x="86" y="32"/>
                  <a:pt x="86" y="32"/>
                  <a:pt x="86" y="32"/>
                </a:cubicBezTo>
                <a:lnTo>
                  <a:pt x="69" y="46"/>
                </a:lnTo>
                <a:close/>
                <a:moveTo>
                  <a:pt x="138" y="32"/>
                </a:moveTo>
                <a:cubicBezTo>
                  <a:pt x="150" y="32"/>
                  <a:pt x="150" y="32"/>
                  <a:pt x="150" y="32"/>
                </a:cubicBezTo>
                <a:cubicBezTo>
                  <a:pt x="150" y="46"/>
                  <a:pt x="150" y="46"/>
                  <a:pt x="150" y="46"/>
                </a:cubicBezTo>
                <a:cubicBezTo>
                  <a:pt x="121" y="46"/>
                  <a:pt x="121" y="46"/>
                  <a:pt x="121" y="46"/>
                </a:cubicBezTo>
                <a:lnTo>
                  <a:pt x="138" y="32"/>
                </a:lnTo>
                <a:close/>
                <a:moveTo>
                  <a:pt x="69" y="9"/>
                </a:moveTo>
                <a:cubicBezTo>
                  <a:pt x="86" y="23"/>
                  <a:pt x="86" y="23"/>
                  <a:pt x="86" y="23"/>
                </a:cubicBezTo>
                <a:cubicBezTo>
                  <a:pt x="63" y="23"/>
                  <a:pt x="63" y="23"/>
                  <a:pt x="63" y="23"/>
                </a:cubicBezTo>
                <a:cubicBezTo>
                  <a:pt x="46" y="9"/>
                  <a:pt x="46" y="9"/>
                  <a:pt x="46" y="9"/>
                </a:cubicBezTo>
                <a:lnTo>
                  <a:pt x="69" y="9"/>
                </a:lnTo>
                <a:close/>
                <a:moveTo>
                  <a:pt x="10" y="13"/>
                </a:moveTo>
                <a:cubicBezTo>
                  <a:pt x="10" y="10"/>
                  <a:pt x="12" y="8"/>
                  <a:pt x="14" y="8"/>
                </a:cubicBezTo>
                <a:cubicBezTo>
                  <a:pt x="32" y="8"/>
                  <a:pt x="32" y="8"/>
                  <a:pt x="32" y="8"/>
                </a:cubicBezTo>
                <a:cubicBezTo>
                  <a:pt x="54" y="27"/>
                  <a:pt x="54" y="27"/>
                  <a:pt x="54" y="27"/>
                </a:cubicBezTo>
                <a:cubicBezTo>
                  <a:pt x="32" y="46"/>
                  <a:pt x="32" y="46"/>
                  <a:pt x="32" y="46"/>
                </a:cubicBezTo>
                <a:cubicBezTo>
                  <a:pt x="10" y="46"/>
                  <a:pt x="10" y="46"/>
                  <a:pt x="10" y="46"/>
                </a:cubicBezTo>
                <a:lnTo>
                  <a:pt x="10" y="13"/>
                </a:lnTo>
                <a:close/>
                <a:moveTo>
                  <a:pt x="151" y="144"/>
                </a:moveTo>
                <a:cubicBezTo>
                  <a:pt x="151" y="147"/>
                  <a:pt x="149" y="149"/>
                  <a:pt x="146" y="149"/>
                </a:cubicBezTo>
                <a:cubicBezTo>
                  <a:pt x="15" y="149"/>
                  <a:pt x="15" y="149"/>
                  <a:pt x="15" y="149"/>
                </a:cubicBezTo>
                <a:cubicBezTo>
                  <a:pt x="12" y="149"/>
                  <a:pt x="10" y="147"/>
                  <a:pt x="10" y="144"/>
                </a:cubicBezTo>
                <a:cubicBezTo>
                  <a:pt x="10" y="55"/>
                  <a:pt x="10" y="55"/>
                  <a:pt x="10" y="55"/>
                </a:cubicBezTo>
                <a:cubicBezTo>
                  <a:pt x="151" y="55"/>
                  <a:pt x="151" y="55"/>
                  <a:pt x="151" y="55"/>
                </a:cubicBezTo>
                <a:lnTo>
                  <a:pt x="151" y="144"/>
                </a:lnTo>
                <a:close/>
                <a:moveTo>
                  <a:pt x="151" y="23"/>
                </a:moveTo>
                <a:cubicBezTo>
                  <a:pt x="138" y="23"/>
                  <a:pt x="138" y="23"/>
                  <a:pt x="138" y="23"/>
                </a:cubicBezTo>
                <a:cubicBezTo>
                  <a:pt x="122" y="8"/>
                  <a:pt x="122" y="8"/>
                  <a:pt x="122" y="8"/>
                </a:cubicBezTo>
                <a:cubicBezTo>
                  <a:pt x="146" y="8"/>
                  <a:pt x="146" y="8"/>
                  <a:pt x="146" y="8"/>
                </a:cubicBezTo>
                <a:cubicBezTo>
                  <a:pt x="149" y="9"/>
                  <a:pt x="151" y="11"/>
                  <a:pt x="151" y="13"/>
                </a:cubicBezTo>
                <a:lnTo>
                  <a:pt x="151" y="23"/>
                </a:lnTo>
                <a:close/>
                <a:moveTo>
                  <a:pt x="33" y="27"/>
                </a:moveTo>
                <a:cubicBezTo>
                  <a:pt x="33" y="25"/>
                  <a:pt x="31" y="23"/>
                  <a:pt x="29" y="23"/>
                </a:cubicBezTo>
                <a:cubicBezTo>
                  <a:pt x="26" y="23"/>
                  <a:pt x="24" y="25"/>
                  <a:pt x="24" y="27"/>
                </a:cubicBezTo>
                <a:cubicBezTo>
                  <a:pt x="24" y="30"/>
                  <a:pt x="26" y="32"/>
                  <a:pt x="29" y="32"/>
                </a:cubicBezTo>
                <a:cubicBezTo>
                  <a:pt x="31" y="32"/>
                  <a:pt x="33" y="30"/>
                  <a:pt x="33" y="27"/>
                </a:cubicBezTo>
                <a:close/>
                <a:moveTo>
                  <a:pt x="70" y="125"/>
                </a:moveTo>
                <a:cubicBezTo>
                  <a:pt x="71" y="125"/>
                  <a:pt x="72" y="124"/>
                  <a:pt x="73" y="124"/>
                </a:cubicBezTo>
                <a:cubicBezTo>
                  <a:pt x="101" y="105"/>
                  <a:pt x="101" y="105"/>
                  <a:pt x="101" y="105"/>
                </a:cubicBezTo>
                <a:cubicBezTo>
                  <a:pt x="104" y="104"/>
                  <a:pt x="104" y="100"/>
                  <a:pt x="101" y="98"/>
                </a:cubicBezTo>
                <a:cubicBezTo>
                  <a:pt x="73" y="80"/>
                  <a:pt x="73" y="80"/>
                  <a:pt x="73" y="80"/>
                </a:cubicBezTo>
                <a:cubicBezTo>
                  <a:pt x="72" y="79"/>
                  <a:pt x="71" y="79"/>
                  <a:pt x="70" y="79"/>
                </a:cubicBezTo>
                <a:cubicBezTo>
                  <a:pt x="68" y="79"/>
                  <a:pt x="66" y="81"/>
                  <a:pt x="66" y="83"/>
                </a:cubicBezTo>
                <a:cubicBezTo>
                  <a:pt x="66" y="120"/>
                  <a:pt x="66" y="120"/>
                  <a:pt x="66" y="120"/>
                </a:cubicBezTo>
                <a:cubicBezTo>
                  <a:pt x="66" y="123"/>
                  <a:pt x="68" y="125"/>
                  <a:pt x="70" y="125"/>
                </a:cubicBezTo>
                <a:close/>
                <a:moveTo>
                  <a:pt x="75" y="93"/>
                </a:moveTo>
                <a:cubicBezTo>
                  <a:pt x="90" y="103"/>
                  <a:pt x="90" y="103"/>
                  <a:pt x="90" y="103"/>
                </a:cubicBezTo>
                <a:cubicBezTo>
                  <a:pt x="75" y="113"/>
                  <a:pt x="75" y="113"/>
                  <a:pt x="75" y="113"/>
                </a:cubicBezTo>
                <a:lnTo>
                  <a:pt x="75" y="93"/>
                </a:lnTo>
                <a:close/>
                <a:moveTo>
                  <a:pt x="80" y="144"/>
                </a:moveTo>
                <a:cubicBezTo>
                  <a:pt x="103" y="144"/>
                  <a:pt x="122" y="125"/>
                  <a:pt x="122" y="102"/>
                </a:cubicBezTo>
                <a:cubicBezTo>
                  <a:pt x="122" y="79"/>
                  <a:pt x="103" y="60"/>
                  <a:pt x="80" y="60"/>
                </a:cubicBezTo>
                <a:cubicBezTo>
                  <a:pt x="57" y="60"/>
                  <a:pt x="38" y="79"/>
                  <a:pt x="38" y="102"/>
                </a:cubicBezTo>
                <a:cubicBezTo>
                  <a:pt x="38" y="125"/>
                  <a:pt x="57" y="144"/>
                  <a:pt x="80" y="144"/>
                </a:cubicBezTo>
                <a:close/>
                <a:moveTo>
                  <a:pt x="80" y="70"/>
                </a:moveTo>
                <a:cubicBezTo>
                  <a:pt x="98" y="70"/>
                  <a:pt x="112" y="85"/>
                  <a:pt x="112" y="103"/>
                </a:cubicBezTo>
                <a:cubicBezTo>
                  <a:pt x="113" y="121"/>
                  <a:pt x="98" y="135"/>
                  <a:pt x="80" y="135"/>
                </a:cubicBezTo>
                <a:cubicBezTo>
                  <a:pt x="62" y="135"/>
                  <a:pt x="48" y="121"/>
                  <a:pt x="48" y="103"/>
                </a:cubicBezTo>
                <a:cubicBezTo>
                  <a:pt x="48" y="85"/>
                  <a:pt x="62" y="70"/>
                  <a:pt x="80" y="7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31" name="Freeform 16">
            <a:extLst>
              <a:ext uri="{FF2B5EF4-FFF2-40B4-BE49-F238E27FC236}">
                <a16:creationId xmlns:a16="http://schemas.microsoft.com/office/drawing/2014/main" id="{45462629-AF16-474E-A176-4D4538E2894A}"/>
              </a:ext>
            </a:extLst>
          </p:cNvPr>
          <p:cNvSpPr>
            <a:spLocks noEditPoints="1"/>
          </p:cNvSpPr>
          <p:nvPr/>
        </p:nvSpPr>
        <p:spPr bwMode="auto">
          <a:xfrm>
            <a:off x="10243160" y="4248859"/>
            <a:ext cx="279400" cy="279400"/>
          </a:xfrm>
          <a:custGeom>
            <a:avLst/>
            <a:gdLst>
              <a:gd name="T0" fmla="*/ 80 w 160"/>
              <a:gd name="T1" fmla="*/ 113 h 160"/>
              <a:gd name="T2" fmla="*/ 137 w 160"/>
              <a:gd name="T3" fmla="*/ 54 h 160"/>
              <a:gd name="T4" fmla="*/ 109 w 160"/>
              <a:gd name="T5" fmla="*/ 25 h 160"/>
              <a:gd name="T6" fmla="*/ 103 w 160"/>
              <a:gd name="T7" fmla="*/ 25 h 160"/>
              <a:gd name="T8" fmla="*/ 47 w 160"/>
              <a:gd name="T9" fmla="*/ 5 h 160"/>
              <a:gd name="T10" fmla="*/ 5 w 160"/>
              <a:gd name="T11" fmla="*/ 0 h 160"/>
              <a:gd name="T12" fmla="*/ 0 w 160"/>
              <a:gd name="T13" fmla="*/ 137 h 160"/>
              <a:gd name="T14" fmla="*/ 156 w 160"/>
              <a:gd name="T15" fmla="*/ 160 h 160"/>
              <a:gd name="T16" fmla="*/ 160 w 160"/>
              <a:gd name="T17" fmla="*/ 117 h 160"/>
              <a:gd name="T18" fmla="*/ 23 w 160"/>
              <a:gd name="T19" fmla="*/ 150 h 160"/>
              <a:gd name="T20" fmla="*/ 23 w 160"/>
              <a:gd name="T21" fmla="*/ 122 h 160"/>
              <a:gd name="T22" fmla="*/ 23 w 160"/>
              <a:gd name="T23" fmla="*/ 150 h 160"/>
              <a:gd name="T24" fmla="*/ 23 w 160"/>
              <a:gd name="T25" fmla="*/ 113 h 160"/>
              <a:gd name="T26" fmla="*/ 9 w 160"/>
              <a:gd name="T27" fmla="*/ 84 h 160"/>
              <a:gd name="T28" fmla="*/ 38 w 160"/>
              <a:gd name="T29" fmla="*/ 117 h 160"/>
              <a:gd name="T30" fmla="*/ 9 w 160"/>
              <a:gd name="T31" fmla="*/ 75 h 160"/>
              <a:gd name="T32" fmla="*/ 38 w 160"/>
              <a:gd name="T33" fmla="*/ 47 h 160"/>
              <a:gd name="T34" fmla="*/ 38 w 160"/>
              <a:gd name="T35" fmla="*/ 38 h 160"/>
              <a:gd name="T36" fmla="*/ 9 w 160"/>
              <a:gd name="T37" fmla="*/ 10 h 160"/>
              <a:gd name="T38" fmla="*/ 38 w 160"/>
              <a:gd name="T39" fmla="*/ 38 h 160"/>
              <a:gd name="T40" fmla="*/ 126 w 160"/>
              <a:gd name="T41" fmla="*/ 54 h 160"/>
              <a:gd name="T42" fmla="*/ 84 w 160"/>
              <a:gd name="T43" fmla="*/ 55 h 160"/>
              <a:gd name="T44" fmla="*/ 47 w 160"/>
              <a:gd name="T45" fmla="*/ 93 h 160"/>
              <a:gd name="T46" fmla="*/ 70 w 160"/>
              <a:gd name="T47" fmla="*/ 109 h 160"/>
              <a:gd name="T48" fmla="*/ 47 w 160"/>
              <a:gd name="T49" fmla="*/ 93 h 160"/>
              <a:gd name="T50" fmla="*/ 43 w 160"/>
              <a:gd name="T51" fmla="*/ 150 h 160"/>
              <a:gd name="T52" fmla="*/ 75 w 160"/>
              <a:gd name="T53" fmla="*/ 122 h 160"/>
              <a:gd name="T54" fmla="*/ 57 w 160"/>
              <a:gd name="T55" fmla="*/ 83 h 160"/>
              <a:gd name="T56" fmla="*/ 97 w 160"/>
              <a:gd name="T57" fmla="*/ 82 h 160"/>
              <a:gd name="T58" fmla="*/ 57 w 160"/>
              <a:gd name="T59" fmla="*/ 83 h 160"/>
              <a:gd name="T60" fmla="*/ 85 w 160"/>
              <a:gd name="T61" fmla="*/ 150 h 160"/>
              <a:gd name="T62" fmla="*/ 112 w 160"/>
              <a:gd name="T63" fmla="*/ 122 h 160"/>
              <a:gd name="T64" fmla="*/ 150 w 160"/>
              <a:gd name="T65" fmla="*/ 150 h 160"/>
              <a:gd name="T66" fmla="*/ 122 w 160"/>
              <a:gd name="T67" fmla="*/ 122 h 160"/>
              <a:gd name="T68" fmla="*/ 150 w 160"/>
              <a:gd name="T69" fmla="*/ 150 h 160"/>
              <a:gd name="T70" fmla="*/ 19 w 160"/>
              <a:gd name="T71" fmla="*/ 136 h 160"/>
              <a:gd name="T72" fmla="*/ 28 w 160"/>
              <a:gd name="T73" fmla="*/ 136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60" h="160">
                <a:moveTo>
                  <a:pt x="155" y="113"/>
                </a:moveTo>
                <a:cubicBezTo>
                  <a:pt x="80" y="113"/>
                  <a:pt x="80" y="113"/>
                  <a:pt x="80" y="113"/>
                </a:cubicBezTo>
                <a:cubicBezTo>
                  <a:pt x="136" y="57"/>
                  <a:pt x="136" y="57"/>
                  <a:pt x="136" y="57"/>
                </a:cubicBezTo>
                <a:cubicBezTo>
                  <a:pt x="137" y="56"/>
                  <a:pt x="137" y="55"/>
                  <a:pt x="137" y="54"/>
                </a:cubicBezTo>
                <a:cubicBezTo>
                  <a:pt x="137" y="53"/>
                  <a:pt x="137" y="52"/>
                  <a:pt x="136" y="51"/>
                </a:cubicBezTo>
                <a:cubicBezTo>
                  <a:pt x="109" y="25"/>
                  <a:pt x="109" y="25"/>
                  <a:pt x="109" y="25"/>
                </a:cubicBezTo>
                <a:cubicBezTo>
                  <a:pt x="109" y="24"/>
                  <a:pt x="107" y="23"/>
                  <a:pt x="106" y="23"/>
                </a:cubicBezTo>
                <a:cubicBezTo>
                  <a:pt x="105" y="23"/>
                  <a:pt x="104" y="24"/>
                  <a:pt x="103" y="25"/>
                </a:cubicBezTo>
                <a:cubicBezTo>
                  <a:pt x="47" y="80"/>
                  <a:pt x="47" y="80"/>
                  <a:pt x="47" y="80"/>
                </a:cubicBezTo>
                <a:cubicBezTo>
                  <a:pt x="47" y="5"/>
                  <a:pt x="47" y="5"/>
                  <a:pt x="47" y="5"/>
                </a:cubicBezTo>
                <a:cubicBezTo>
                  <a:pt x="47" y="3"/>
                  <a:pt x="45" y="0"/>
                  <a:pt x="42" y="0"/>
                </a:cubicBezTo>
                <a:cubicBezTo>
                  <a:pt x="5" y="0"/>
                  <a:pt x="5" y="0"/>
                  <a:pt x="5" y="0"/>
                </a:cubicBezTo>
                <a:cubicBezTo>
                  <a:pt x="2" y="0"/>
                  <a:pt x="0" y="3"/>
                  <a:pt x="0" y="5"/>
                </a:cubicBezTo>
                <a:cubicBezTo>
                  <a:pt x="0" y="137"/>
                  <a:pt x="0" y="137"/>
                  <a:pt x="0" y="137"/>
                </a:cubicBezTo>
                <a:cubicBezTo>
                  <a:pt x="0" y="150"/>
                  <a:pt x="11" y="160"/>
                  <a:pt x="24" y="160"/>
                </a:cubicBezTo>
                <a:cubicBezTo>
                  <a:pt x="156" y="160"/>
                  <a:pt x="156" y="160"/>
                  <a:pt x="156" y="160"/>
                </a:cubicBezTo>
                <a:cubicBezTo>
                  <a:pt x="158" y="160"/>
                  <a:pt x="160" y="158"/>
                  <a:pt x="160" y="155"/>
                </a:cubicBezTo>
                <a:cubicBezTo>
                  <a:pt x="160" y="117"/>
                  <a:pt x="160" y="117"/>
                  <a:pt x="160" y="117"/>
                </a:cubicBezTo>
                <a:cubicBezTo>
                  <a:pt x="160" y="115"/>
                  <a:pt x="158" y="113"/>
                  <a:pt x="155" y="113"/>
                </a:cubicBezTo>
                <a:close/>
                <a:moveTo>
                  <a:pt x="23" y="150"/>
                </a:moveTo>
                <a:cubicBezTo>
                  <a:pt x="15" y="150"/>
                  <a:pt x="9" y="144"/>
                  <a:pt x="9" y="136"/>
                </a:cubicBezTo>
                <a:cubicBezTo>
                  <a:pt x="9" y="128"/>
                  <a:pt x="15" y="122"/>
                  <a:pt x="23" y="122"/>
                </a:cubicBezTo>
                <a:cubicBezTo>
                  <a:pt x="31" y="122"/>
                  <a:pt x="38" y="128"/>
                  <a:pt x="38" y="136"/>
                </a:cubicBezTo>
                <a:cubicBezTo>
                  <a:pt x="38" y="144"/>
                  <a:pt x="31" y="150"/>
                  <a:pt x="23" y="150"/>
                </a:cubicBezTo>
                <a:close/>
                <a:moveTo>
                  <a:pt x="38" y="117"/>
                </a:moveTo>
                <a:cubicBezTo>
                  <a:pt x="34" y="114"/>
                  <a:pt x="28" y="113"/>
                  <a:pt x="23" y="113"/>
                </a:cubicBezTo>
                <a:cubicBezTo>
                  <a:pt x="18" y="113"/>
                  <a:pt x="13" y="114"/>
                  <a:pt x="9" y="117"/>
                </a:cubicBezTo>
                <a:cubicBezTo>
                  <a:pt x="9" y="84"/>
                  <a:pt x="9" y="84"/>
                  <a:pt x="9" y="84"/>
                </a:cubicBezTo>
                <a:cubicBezTo>
                  <a:pt x="38" y="84"/>
                  <a:pt x="38" y="84"/>
                  <a:pt x="38" y="84"/>
                </a:cubicBezTo>
                <a:lnTo>
                  <a:pt x="38" y="117"/>
                </a:lnTo>
                <a:close/>
                <a:moveTo>
                  <a:pt x="38" y="75"/>
                </a:moveTo>
                <a:cubicBezTo>
                  <a:pt x="9" y="75"/>
                  <a:pt x="9" y="75"/>
                  <a:pt x="9" y="75"/>
                </a:cubicBezTo>
                <a:cubicBezTo>
                  <a:pt x="9" y="47"/>
                  <a:pt x="9" y="47"/>
                  <a:pt x="9" y="47"/>
                </a:cubicBezTo>
                <a:cubicBezTo>
                  <a:pt x="38" y="47"/>
                  <a:pt x="38" y="47"/>
                  <a:pt x="38" y="47"/>
                </a:cubicBezTo>
                <a:lnTo>
                  <a:pt x="38" y="75"/>
                </a:lnTo>
                <a:close/>
                <a:moveTo>
                  <a:pt x="38" y="38"/>
                </a:moveTo>
                <a:cubicBezTo>
                  <a:pt x="9" y="38"/>
                  <a:pt x="9" y="38"/>
                  <a:pt x="9" y="38"/>
                </a:cubicBezTo>
                <a:cubicBezTo>
                  <a:pt x="9" y="10"/>
                  <a:pt x="9" y="10"/>
                  <a:pt x="9" y="10"/>
                </a:cubicBezTo>
                <a:cubicBezTo>
                  <a:pt x="38" y="10"/>
                  <a:pt x="38" y="10"/>
                  <a:pt x="38" y="10"/>
                </a:cubicBezTo>
                <a:lnTo>
                  <a:pt x="38" y="38"/>
                </a:lnTo>
                <a:close/>
                <a:moveTo>
                  <a:pt x="106" y="34"/>
                </a:moveTo>
                <a:cubicBezTo>
                  <a:pt x="126" y="54"/>
                  <a:pt x="126" y="54"/>
                  <a:pt x="126" y="54"/>
                </a:cubicBezTo>
                <a:cubicBezTo>
                  <a:pt x="104" y="75"/>
                  <a:pt x="104" y="75"/>
                  <a:pt x="104" y="75"/>
                </a:cubicBezTo>
                <a:cubicBezTo>
                  <a:pt x="84" y="55"/>
                  <a:pt x="84" y="55"/>
                  <a:pt x="84" y="55"/>
                </a:cubicBezTo>
                <a:lnTo>
                  <a:pt x="106" y="34"/>
                </a:lnTo>
                <a:close/>
                <a:moveTo>
                  <a:pt x="47" y="93"/>
                </a:moveTo>
                <a:cubicBezTo>
                  <a:pt x="50" y="90"/>
                  <a:pt x="50" y="90"/>
                  <a:pt x="50" y="90"/>
                </a:cubicBezTo>
                <a:cubicBezTo>
                  <a:pt x="70" y="109"/>
                  <a:pt x="70" y="109"/>
                  <a:pt x="70" y="109"/>
                </a:cubicBezTo>
                <a:cubicBezTo>
                  <a:pt x="47" y="132"/>
                  <a:pt x="47" y="132"/>
                  <a:pt x="47" y="132"/>
                </a:cubicBezTo>
                <a:lnTo>
                  <a:pt x="47" y="93"/>
                </a:lnTo>
                <a:close/>
                <a:moveTo>
                  <a:pt x="75" y="150"/>
                </a:moveTo>
                <a:cubicBezTo>
                  <a:pt x="43" y="150"/>
                  <a:pt x="43" y="150"/>
                  <a:pt x="43" y="150"/>
                </a:cubicBezTo>
                <a:cubicBezTo>
                  <a:pt x="70" y="122"/>
                  <a:pt x="70" y="122"/>
                  <a:pt x="70" y="122"/>
                </a:cubicBezTo>
                <a:cubicBezTo>
                  <a:pt x="75" y="122"/>
                  <a:pt x="75" y="122"/>
                  <a:pt x="75" y="122"/>
                </a:cubicBezTo>
                <a:lnTo>
                  <a:pt x="75" y="150"/>
                </a:lnTo>
                <a:close/>
                <a:moveTo>
                  <a:pt x="57" y="83"/>
                </a:moveTo>
                <a:cubicBezTo>
                  <a:pt x="78" y="62"/>
                  <a:pt x="78" y="62"/>
                  <a:pt x="78" y="62"/>
                </a:cubicBezTo>
                <a:cubicBezTo>
                  <a:pt x="97" y="82"/>
                  <a:pt x="97" y="82"/>
                  <a:pt x="97" y="82"/>
                </a:cubicBezTo>
                <a:cubicBezTo>
                  <a:pt x="77" y="103"/>
                  <a:pt x="77" y="103"/>
                  <a:pt x="77" y="103"/>
                </a:cubicBezTo>
                <a:lnTo>
                  <a:pt x="57" y="83"/>
                </a:lnTo>
                <a:close/>
                <a:moveTo>
                  <a:pt x="112" y="150"/>
                </a:moveTo>
                <a:cubicBezTo>
                  <a:pt x="85" y="150"/>
                  <a:pt x="85" y="150"/>
                  <a:pt x="85" y="150"/>
                </a:cubicBezTo>
                <a:cubicBezTo>
                  <a:pt x="85" y="122"/>
                  <a:pt x="85" y="122"/>
                  <a:pt x="85" y="122"/>
                </a:cubicBezTo>
                <a:cubicBezTo>
                  <a:pt x="112" y="122"/>
                  <a:pt x="112" y="122"/>
                  <a:pt x="112" y="122"/>
                </a:cubicBezTo>
                <a:lnTo>
                  <a:pt x="112" y="150"/>
                </a:lnTo>
                <a:close/>
                <a:moveTo>
                  <a:pt x="150" y="150"/>
                </a:moveTo>
                <a:cubicBezTo>
                  <a:pt x="122" y="150"/>
                  <a:pt x="122" y="150"/>
                  <a:pt x="122" y="150"/>
                </a:cubicBezTo>
                <a:cubicBezTo>
                  <a:pt x="122" y="122"/>
                  <a:pt x="122" y="122"/>
                  <a:pt x="122" y="122"/>
                </a:cubicBezTo>
                <a:cubicBezTo>
                  <a:pt x="150" y="122"/>
                  <a:pt x="150" y="122"/>
                  <a:pt x="150" y="122"/>
                </a:cubicBezTo>
                <a:lnTo>
                  <a:pt x="150" y="150"/>
                </a:lnTo>
                <a:close/>
                <a:moveTo>
                  <a:pt x="23" y="132"/>
                </a:moveTo>
                <a:cubicBezTo>
                  <a:pt x="21" y="132"/>
                  <a:pt x="19" y="134"/>
                  <a:pt x="19" y="136"/>
                </a:cubicBezTo>
                <a:cubicBezTo>
                  <a:pt x="19" y="139"/>
                  <a:pt x="21" y="141"/>
                  <a:pt x="23" y="141"/>
                </a:cubicBezTo>
                <a:cubicBezTo>
                  <a:pt x="26" y="141"/>
                  <a:pt x="28" y="139"/>
                  <a:pt x="28" y="136"/>
                </a:cubicBezTo>
                <a:cubicBezTo>
                  <a:pt x="28" y="134"/>
                  <a:pt x="26" y="132"/>
                  <a:pt x="23" y="132"/>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72" name="TextBox 71">
            <a:extLst>
              <a:ext uri="{FF2B5EF4-FFF2-40B4-BE49-F238E27FC236}">
                <a16:creationId xmlns:a16="http://schemas.microsoft.com/office/drawing/2014/main" id="{45AF201B-8626-F31E-E7B3-BEA76B90B899}"/>
              </a:ext>
            </a:extLst>
          </p:cNvPr>
          <p:cNvSpPr txBox="1"/>
          <p:nvPr/>
        </p:nvSpPr>
        <p:spPr>
          <a:xfrm>
            <a:off x="3905040" y="1608214"/>
            <a:ext cx="1337226" cy="553998"/>
          </a:xfrm>
          <a:prstGeom prst="rect">
            <a:avLst/>
          </a:prstGeom>
          <a:noFill/>
        </p:spPr>
        <p:txBody>
          <a:bodyPr wrap="none" rtlCol="0">
            <a:spAutoFit/>
          </a:bodyPr>
          <a:lstStyle/>
          <a:p>
            <a:r>
              <a:rPr lang="af-ZA" sz="3000" b="1">
                <a:latin typeface="Open Sans" panose="020B0606030504020204" pitchFamily="34" charset="0"/>
                <a:ea typeface="Open Sans" panose="020B0606030504020204" pitchFamily="34" charset="0"/>
                <a:cs typeface="Open Sans" panose="020B0606030504020204" pitchFamily="34" charset="0"/>
              </a:rPr>
              <a:t>13.6M</a:t>
            </a:r>
            <a:endParaRPr lang="en-US" sz="3000" b="1">
              <a:latin typeface="Open Sans" panose="020B0606030504020204" pitchFamily="34" charset="0"/>
              <a:ea typeface="Open Sans" panose="020B0606030504020204" pitchFamily="34" charset="0"/>
              <a:cs typeface="Open Sans" panose="020B0606030504020204" pitchFamily="34" charset="0"/>
            </a:endParaRPr>
          </a:p>
        </p:txBody>
      </p:sp>
      <p:sp>
        <p:nvSpPr>
          <p:cNvPr id="73" name="TextBox 72">
            <a:extLst>
              <a:ext uri="{FF2B5EF4-FFF2-40B4-BE49-F238E27FC236}">
                <a16:creationId xmlns:a16="http://schemas.microsoft.com/office/drawing/2014/main" id="{5043B8DA-490A-5AA7-8EB2-1EE2B8C8AC0D}"/>
              </a:ext>
            </a:extLst>
          </p:cNvPr>
          <p:cNvSpPr txBox="1"/>
          <p:nvPr/>
        </p:nvSpPr>
        <p:spPr>
          <a:xfrm>
            <a:off x="3905040" y="2162212"/>
            <a:ext cx="1861407" cy="292388"/>
          </a:xfrm>
          <a:prstGeom prst="rect">
            <a:avLst/>
          </a:prstGeom>
          <a:noFill/>
        </p:spPr>
        <p:txBody>
          <a:bodyPr wrap="none" rtlCol="0">
            <a:spAutoFit/>
          </a:bodyPr>
          <a:lstStyle/>
          <a:p>
            <a:r>
              <a:rPr lang="af-ZA" sz="1300">
                <a:latin typeface="Open Sans" panose="020B0606030504020204" pitchFamily="34" charset="0"/>
                <a:ea typeface="Open Sans" panose="020B0606030504020204" pitchFamily="34" charset="0"/>
                <a:cs typeface="Open Sans" panose="020B0606030504020204" pitchFamily="34" charset="0"/>
              </a:rPr>
              <a:t>Costomer investment</a:t>
            </a:r>
            <a:endParaRPr lang="en-US" sz="1300">
              <a:latin typeface="Open Sans" panose="020B0606030504020204" pitchFamily="34" charset="0"/>
              <a:ea typeface="Open Sans" panose="020B0606030504020204" pitchFamily="34" charset="0"/>
              <a:cs typeface="Open Sans" panose="020B0606030504020204" pitchFamily="34" charset="0"/>
            </a:endParaRPr>
          </a:p>
        </p:txBody>
      </p:sp>
      <p:sp>
        <p:nvSpPr>
          <p:cNvPr id="81" name="TextBox 80">
            <a:extLst>
              <a:ext uri="{FF2B5EF4-FFF2-40B4-BE49-F238E27FC236}">
                <a16:creationId xmlns:a16="http://schemas.microsoft.com/office/drawing/2014/main" id="{7D79A2F3-94E3-A40B-C6D1-501CF8E5F863}"/>
              </a:ext>
            </a:extLst>
          </p:cNvPr>
          <p:cNvSpPr txBox="1"/>
          <p:nvPr/>
        </p:nvSpPr>
        <p:spPr>
          <a:xfrm>
            <a:off x="624798" y="2706842"/>
            <a:ext cx="1946367" cy="784830"/>
          </a:xfrm>
          <a:prstGeom prst="rect">
            <a:avLst/>
          </a:prstGeom>
          <a:noFill/>
        </p:spPr>
        <p:txBody>
          <a:bodyPr wrap="none" rtlCol="0">
            <a:spAutoFit/>
          </a:bodyPr>
          <a:lstStyle/>
          <a:p>
            <a:r>
              <a:rPr lang="en-US" sz="1500" b="1">
                <a:latin typeface="Open Sans" panose="020B0606030504020204" pitchFamily="34" charset="0"/>
                <a:ea typeface="Open Sans" panose="020B0606030504020204" pitchFamily="34" charset="0"/>
                <a:cs typeface="Open Sans" panose="020B0606030504020204" pitchFamily="34" charset="0"/>
              </a:rPr>
              <a:t>Creative Idea</a:t>
            </a:r>
          </a:p>
          <a:p>
            <a:r>
              <a:rPr lang="en-US" sz="1500" b="1">
                <a:latin typeface="Open Sans" panose="020B0606030504020204" pitchFamily="34" charset="0"/>
                <a:ea typeface="Open Sans" panose="020B0606030504020204" pitchFamily="34" charset="0"/>
                <a:cs typeface="Open Sans" panose="020B0606030504020204" pitchFamily="34" charset="0"/>
              </a:rPr>
              <a:t>Makes Everything</a:t>
            </a:r>
          </a:p>
          <a:p>
            <a:r>
              <a:rPr lang="en-US" sz="1500" b="1">
                <a:latin typeface="Open Sans" panose="020B0606030504020204" pitchFamily="34" charset="0"/>
                <a:ea typeface="Open Sans" panose="020B0606030504020204" pitchFamily="34" charset="0"/>
                <a:cs typeface="Open Sans" panose="020B0606030504020204" pitchFamily="34" charset="0"/>
              </a:rPr>
              <a:t>Is Batter</a:t>
            </a:r>
          </a:p>
        </p:txBody>
      </p:sp>
      <p:sp>
        <p:nvSpPr>
          <p:cNvPr id="84" name="TextBox 83">
            <a:extLst>
              <a:ext uri="{FF2B5EF4-FFF2-40B4-BE49-F238E27FC236}">
                <a16:creationId xmlns:a16="http://schemas.microsoft.com/office/drawing/2014/main" id="{195F23D1-D679-7EBF-85E9-5A2918504C85}"/>
              </a:ext>
            </a:extLst>
          </p:cNvPr>
          <p:cNvSpPr txBox="1"/>
          <p:nvPr/>
        </p:nvSpPr>
        <p:spPr>
          <a:xfrm>
            <a:off x="651296" y="4464711"/>
            <a:ext cx="1277914" cy="292388"/>
          </a:xfrm>
          <a:prstGeom prst="rect">
            <a:avLst/>
          </a:prstGeom>
          <a:noFill/>
        </p:spPr>
        <p:txBody>
          <a:bodyPr wrap="none" rtlCol="0">
            <a:spAutoFit/>
          </a:bodyPr>
          <a:lstStyle/>
          <a:p>
            <a:r>
              <a:rPr lang="en-US" sz="1300" b="1">
                <a:latin typeface="Open Sans" panose="020B0606030504020204" pitchFamily="34" charset="0"/>
                <a:ea typeface="Open Sans" panose="020B0606030504020204" pitchFamily="34" charset="0"/>
                <a:cs typeface="Open Sans" panose="020B0606030504020204" pitchFamily="34" charset="0"/>
              </a:rPr>
              <a:t>Details More</a:t>
            </a:r>
          </a:p>
        </p:txBody>
      </p:sp>
      <p:sp>
        <p:nvSpPr>
          <p:cNvPr id="85" name="TextBox 84">
            <a:extLst>
              <a:ext uri="{FF2B5EF4-FFF2-40B4-BE49-F238E27FC236}">
                <a16:creationId xmlns:a16="http://schemas.microsoft.com/office/drawing/2014/main" id="{3FA487D2-78EE-E908-EF09-D37283CF2C89}"/>
              </a:ext>
            </a:extLst>
          </p:cNvPr>
          <p:cNvSpPr txBox="1"/>
          <p:nvPr/>
        </p:nvSpPr>
        <p:spPr>
          <a:xfrm>
            <a:off x="624798" y="3534652"/>
            <a:ext cx="2635989" cy="481157"/>
          </a:xfrm>
          <a:prstGeom prst="rect">
            <a:avLst/>
          </a:prstGeom>
          <a:noFill/>
        </p:spPr>
        <p:txBody>
          <a:bodyPr wrap="square">
            <a:spAutoFit/>
          </a:bodyPr>
          <a:lstStyle/>
          <a:p>
            <a:pPr>
              <a:lnSpc>
                <a:spcPts val="1600"/>
              </a:lnSpc>
            </a:pPr>
            <a:r>
              <a:rPr lang="en-US" sz="900" i="0">
                <a:solidFill>
                  <a:schemeClr val="tx1">
                    <a:lumMod val="50000"/>
                    <a:lumOff val="50000"/>
                  </a:schemeClr>
                </a:solidFill>
                <a:effectLst/>
                <a:latin typeface="Open Sans" panose="020B0606030504020204" pitchFamily="34" charset="0"/>
                <a:ea typeface="Open Sans" panose="020B0606030504020204" pitchFamily="34" charset="0"/>
                <a:cs typeface="Open Sans" panose="020B0606030504020204" pitchFamily="34" charset="0"/>
              </a:rPr>
              <a:t>Lorem Ipsum </a:t>
            </a:r>
            <a:r>
              <a:rPr lang="en-US" sz="900" b="0" i="0">
                <a:solidFill>
                  <a:schemeClr val="tx1">
                    <a:lumMod val="50000"/>
                    <a:lumOff val="50000"/>
                  </a:schemeClr>
                </a:solidFill>
                <a:effectLst/>
                <a:latin typeface="Open Sans" panose="020B0606030504020204" pitchFamily="34" charset="0"/>
                <a:ea typeface="Open Sans" panose="020B0606030504020204" pitchFamily="34" charset="0"/>
                <a:cs typeface="Open Sans" panose="020B0606030504020204" pitchFamily="34" charset="0"/>
              </a:rPr>
              <a:t>is simply dummy text of the printing and  took a galley.</a:t>
            </a:r>
            <a:endParaRPr lang="en-US" sz="9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86" name="TextBox 85">
            <a:extLst>
              <a:ext uri="{FF2B5EF4-FFF2-40B4-BE49-F238E27FC236}">
                <a16:creationId xmlns:a16="http://schemas.microsoft.com/office/drawing/2014/main" id="{B87DC706-C611-F010-9A85-28ECA8247726}"/>
              </a:ext>
            </a:extLst>
          </p:cNvPr>
          <p:cNvSpPr txBox="1"/>
          <p:nvPr/>
        </p:nvSpPr>
        <p:spPr>
          <a:xfrm>
            <a:off x="651296" y="5087646"/>
            <a:ext cx="2157988" cy="434671"/>
          </a:xfrm>
          <a:prstGeom prst="rect">
            <a:avLst/>
          </a:prstGeom>
          <a:noFill/>
        </p:spPr>
        <p:txBody>
          <a:bodyPr wrap="square">
            <a:spAutoFit/>
          </a:bodyPr>
          <a:lstStyle/>
          <a:p>
            <a:pPr marL="171450" indent="-171450">
              <a:lnSpc>
                <a:spcPts val="1400"/>
              </a:lnSpc>
              <a:buFont typeface="Wingdings" panose="05000000000000000000" pitchFamily="2" charset="2"/>
              <a:buChar char="Ø"/>
            </a:pPr>
            <a:r>
              <a:rPr lang="en-US" sz="850" b="1" i="0">
                <a:solidFill>
                  <a:schemeClr val="tx1">
                    <a:lumMod val="50000"/>
                    <a:lumOff val="50000"/>
                  </a:schemeClr>
                </a:solidFill>
                <a:effectLst/>
                <a:latin typeface="Open Sans" panose="020B0606030504020204" pitchFamily="34" charset="0"/>
                <a:ea typeface="Open Sans" panose="020B0606030504020204" pitchFamily="34" charset="0"/>
                <a:cs typeface="Open Sans" panose="020B0606030504020204" pitchFamily="34" charset="0"/>
              </a:rPr>
              <a:t>Lorem Ipsum of  printing</a:t>
            </a:r>
            <a:r>
              <a:rPr lang="en-US" sz="850" b="1">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 </a:t>
            </a:r>
            <a:r>
              <a:rPr lang="en-US" sz="850" b="1" i="0">
                <a:solidFill>
                  <a:schemeClr val="tx1">
                    <a:lumMod val="50000"/>
                    <a:lumOff val="50000"/>
                  </a:schemeClr>
                </a:solidFill>
                <a:effectLst/>
                <a:latin typeface="Open Sans" panose="020B0606030504020204" pitchFamily="34" charset="0"/>
                <a:ea typeface="Open Sans" panose="020B0606030504020204" pitchFamily="34" charset="0"/>
                <a:cs typeface="Open Sans" panose="020B0606030504020204" pitchFamily="34" charset="0"/>
              </a:rPr>
              <a:t>industry. </a:t>
            </a:r>
            <a:r>
              <a:rPr lang="en-US" sz="850" b="1">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 </a:t>
            </a:r>
          </a:p>
        </p:txBody>
      </p:sp>
      <p:sp>
        <p:nvSpPr>
          <p:cNvPr id="87" name="TextBox 86">
            <a:extLst>
              <a:ext uri="{FF2B5EF4-FFF2-40B4-BE49-F238E27FC236}">
                <a16:creationId xmlns:a16="http://schemas.microsoft.com/office/drawing/2014/main" id="{1563D9BF-090D-CA33-A9D3-89D2AD419ED5}"/>
              </a:ext>
            </a:extLst>
          </p:cNvPr>
          <p:cNvSpPr txBox="1"/>
          <p:nvPr/>
        </p:nvSpPr>
        <p:spPr>
          <a:xfrm>
            <a:off x="651296" y="4836053"/>
            <a:ext cx="2339778" cy="255134"/>
          </a:xfrm>
          <a:prstGeom prst="rect">
            <a:avLst/>
          </a:prstGeom>
          <a:noFill/>
        </p:spPr>
        <p:txBody>
          <a:bodyPr wrap="square">
            <a:spAutoFit/>
          </a:bodyPr>
          <a:lstStyle/>
          <a:p>
            <a:pPr marL="171450" indent="-171450">
              <a:lnSpc>
                <a:spcPts val="1400"/>
              </a:lnSpc>
              <a:buFont typeface="Wingdings" panose="05000000000000000000" pitchFamily="2" charset="2"/>
              <a:buChar char="Ø"/>
            </a:pPr>
            <a:r>
              <a:rPr lang="en-US" sz="850" b="1" i="0">
                <a:solidFill>
                  <a:schemeClr val="tx1">
                    <a:lumMod val="50000"/>
                    <a:lumOff val="50000"/>
                  </a:schemeClr>
                </a:solidFill>
                <a:effectLst/>
                <a:latin typeface="Open Sans" panose="020B0606030504020204" pitchFamily="34" charset="0"/>
                <a:ea typeface="Open Sans" panose="020B0606030504020204" pitchFamily="34" charset="0"/>
                <a:cs typeface="Open Sans" panose="020B0606030504020204" pitchFamily="34" charset="0"/>
              </a:rPr>
              <a:t>Lorem Ipsum of  printing</a:t>
            </a:r>
            <a:r>
              <a:rPr lang="en-US" sz="850" b="1">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 </a:t>
            </a:r>
            <a:r>
              <a:rPr lang="en-US" sz="850" b="1" i="0">
                <a:solidFill>
                  <a:schemeClr val="tx1">
                    <a:lumMod val="50000"/>
                    <a:lumOff val="50000"/>
                  </a:schemeClr>
                </a:solidFill>
                <a:effectLst/>
                <a:latin typeface="Open Sans" panose="020B0606030504020204" pitchFamily="34" charset="0"/>
                <a:ea typeface="Open Sans" panose="020B0606030504020204" pitchFamily="34" charset="0"/>
                <a:cs typeface="Open Sans" panose="020B0606030504020204" pitchFamily="34" charset="0"/>
              </a:rPr>
              <a:t>industry. </a:t>
            </a:r>
            <a:r>
              <a:rPr lang="en-US" sz="850" b="1">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 </a:t>
            </a:r>
          </a:p>
        </p:txBody>
      </p:sp>
      <p:sp>
        <p:nvSpPr>
          <p:cNvPr id="88" name="Rectangle: Rounded Corners 22">
            <a:extLst>
              <a:ext uri="{FF2B5EF4-FFF2-40B4-BE49-F238E27FC236}">
                <a16:creationId xmlns:a16="http://schemas.microsoft.com/office/drawing/2014/main" id="{7C5DBF13-91F7-CD83-CAFC-572C0894825B}"/>
              </a:ext>
            </a:extLst>
          </p:cNvPr>
          <p:cNvSpPr/>
          <p:nvPr/>
        </p:nvSpPr>
        <p:spPr>
          <a:xfrm>
            <a:off x="723615" y="5823615"/>
            <a:ext cx="841811" cy="310485"/>
          </a:xfrm>
          <a:prstGeom prst="roundRect">
            <a:avLst>
              <a:gd name="adj" fmla="val 4686"/>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TextBox 88">
            <a:extLst>
              <a:ext uri="{FF2B5EF4-FFF2-40B4-BE49-F238E27FC236}">
                <a16:creationId xmlns:a16="http://schemas.microsoft.com/office/drawing/2014/main" id="{83344B8E-B891-E8BA-E7F6-DC153D6C09C9}"/>
              </a:ext>
            </a:extLst>
          </p:cNvPr>
          <p:cNvSpPr txBox="1"/>
          <p:nvPr/>
        </p:nvSpPr>
        <p:spPr>
          <a:xfrm>
            <a:off x="784486" y="5863441"/>
            <a:ext cx="720069" cy="230832"/>
          </a:xfrm>
          <a:prstGeom prst="rect">
            <a:avLst/>
          </a:prstGeom>
          <a:noFill/>
        </p:spPr>
        <p:txBody>
          <a:bodyPr wrap="none" rtlCol="0">
            <a:spAutoFit/>
          </a:bodyPr>
          <a:lstStyle/>
          <a:p>
            <a:pPr algn="ctr"/>
            <a:r>
              <a:rPr lang="en-US" sz="900" b="1">
                <a:solidFill>
                  <a:schemeClr val="bg1"/>
                </a:solidFill>
                <a:latin typeface="Open Sans" panose="020B0606030504020204" pitchFamily="34" charset="0"/>
                <a:ea typeface="Open Sans" panose="020B0606030504020204" pitchFamily="34" charset="0"/>
                <a:cs typeface="Open Sans" panose="020B0606030504020204" pitchFamily="34" charset="0"/>
              </a:rPr>
              <a:t>Get More</a:t>
            </a:r>
          </a:p>
        </p:txBody>
      </p:sp>
      <p:sp>
        <p:nvSpPr>
          <p:cNvPr id="3" name="Picture Placeholder 2"/>
          <p:cNvSpPr>
            <a:spLocks noGrp="1"/>
          </p:cNvSpPr>
          <p:nvPr>
            <p:ph type="pic" sz="quarter" idx="10"/>
          </p:nvPr>
        </p:nvSpPr>
        <p:spPr/>
        <p:txBody>
          <a:bodyPr/>
          <a:lstStyle/>
          <a:p>
            <a:endParaRPr lang="es-CO"/>
          </a:p>
        </p:txBody>
      </p:sp>
      <p:pic>
        <p:nvPicPr>
          <p:cNvPr id="4" name="Imagen 3">
            <a:extLst>
              <a:ext uri="{FF2B5EF4-FFF2-40B4-BE49-F238E27FC236}">
                <a16:creationId xmlns:a16="http://schemas.microsoft.com/office/drawing/2014/main" id="{871EFCCB-9BB8-0657-F3CC-110BA0B1861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9795" y="6368290"/>
            <a:ext cx="1498186" cy="239305"/>
          </a:xfrm>
          <a:prstGeom prst="rect">
            <a:avLst/>
          </a:prstGeom>
        </p:spPr>
      </p:pic>
      <p:pic>
        <p:nvPicPr>
          <p:cNvPr id="5" name="Imagen 4">
            <a:extLst>
              <a:ext uri="{FF2B5EF4-FFF2-40B4-BE49-F238E27FC236}">
                <a16:creationId xmlns:a16="http://schemas.microsoft.com/office/drawing/2014/main" id="{231D39A6-0974-7E06-6442-70C8A45FA1C1}"/>
              </a:ext>
            </a:extLst>
          </p:cNvPr>
          <p:cNvPicPr>
            <a:picLocks noChangeAspect="1"/>
          </p:cNvPicPr>
          <p:nvPr/>
        </p:nvPicPr>
        <p:blipFill>
          <a:blip r:embed="rId3"/>
          <a:stretch>
            <a:fillRect/>
          </a:stretch>
        </p:blipFill>
        <p:spPr>
          <a:xfrm>
            <a:off x="10547350" y="6165838"/>
            <a:ext cx="1360142" cy="644208"/>
          </a:xfrm>
          <a:prstGeom prst="rect">
            <a:avLst/>
          </a:prstGeom>
        </p:spPr>
      </p:pic>
    </p:spTree>
    <p:extLst>
      <p:ext uri="{BB962C8B-B14F-4D97-AF65-F5344CB8AC3E}">
        <p14:creationId xmlns:p14="http://schemas.microsoft.com/office/powerpoint/2010/main" val="32698726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990299" y="576548"/>
            <a:ext cx="4211409" cy="630942"/>
          </a:xfrm>
          <a:prstGeom prst="rect">
            <a:avLst/>
          </a:prstGeom>
          <a:noFill/>
        </p:spPr>
        <p:txBody>
          <a:bodyPr wrap="none" rtlCol="0">
            <a:spAutoFit/>
          </a:bodyPr>
          <a:lstStyle/>
          <a:p>
            <a:pPr algn="ctr"/>
            <a:r>
              <a:rPr lang="en-US" sz="3500" b="1" err="1">
                <a:latin typeface="Open Sans" panose="020B0606030504020204" pitchFamily="34" charset="0"/>
                <a:ea typeface="Open Sans" panose="020B0606030504020204" pitchFamily="34" charset="0"/>
                <a:cs typeface="Open Sans" panose="020B0606030504020204" pitchFamily="34" charset="0"/>
              </a:rPr>
              <a:t>Secciones</a:t>
            </a:r>
            <a:r>
              <a:rPr lang="en-US" sz="3500" b="1">
                <a:latin typeface="Open Sans" panose="020B0606030504020204" pitchFamily="34" charset="0"/>
                <a:ea typeface="Open Sans" panose="020B0606030504020204" pitchFamily="34" charset="0"/>
                <a:cs typeface="Open Sans" panose="020B0606030504020204" pitchFamily="34" charset="0"/>
              </a:rPr>
              <a:t> o </a:t>
            </a:r>
            <a:r>
              <a:rPr lang="en-US" sz="3500" b="1" err="1">
                <a:latin typeface="Open Sans" panose="020B0606030504020204" pitchFamily="34" charset="0"/>
                <a:ea typeface="Open Sans" panose="020B0606030504020204" pitchFamily="34" charset="0"/>
                <a:cs typeface="Open Sans" panose="020B0606030504020204" pitchFamily="34" charset="0"/>
              </a:rPr>
              <a:t>índice</a:t>
            </a:r>
            <a:endParaRPr lang="en-US" sz="3500" b="1">
              <a:latin typeface="Open Sans" panose="020B0606030504020204" pitchFamily="34" charset="0"/>
              <a:ea typeface="Open Sans" panose="020B0606030504020204" pitchFamily="34" charset="0"/>
              <a:cs typeface="Open Sans" panose="020B0606030504020204" pitchFamily="34" charset="0"/>
            </a:endParaRPr>
          </a:p>
        </p:txBody>
      </p:sp>
      <p:sp>
        <p:nvSpPr>
          <p:cNvPr id="5" name="Rounded Rectangle 4"/>
          <p:cNvSpPr/>
          <p:nvPr/>
        </p:nvSpPr>
        <p:spPr>
          <a:xfrm>
            <a:off x="5426869" y="2103437"/>
            <a:ext cx="1338263" cy="285751"/>
          </a:xfrm>
          <a:prstGeom prst="roundRect">
            <a:avLst>
              <a:gd name="adj" fmla="val 6173"/>
            </a:avLst>
          </a:prstGeom>
          <a:solidFill>
            <a:srgbClr val="605F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560437" y="2123202"/>
            <a:ext cx="1071127" cy="246221"/>
          </a:xfrm>
          <a:prstGeom prst="rect">
            <a:avLst/>
          </a:prstGeom>
          <a:noFill/>
        </p:spPr>
        <p:txBody>
          <a:bodyPr wrap="none" rtlCol="0">
            <a:spAutoFit/>
          </a:bodyPr>
          <a:lstStyle/>
          <a:p>
            <a:pPr algn="ctr"/>
            <a:r>
              <a:rPr lang="en-US" sz="1000">
                <a:solidFill>
                  <a:schemeClr val="bg1"/>
                </a:solidFill>
                <a:latin typeface="Open Sans" panose="020B0606030504020204" pitchFamily="34" charset="0"/>
                <a:ea typeface="Open Sans" panose="020B0606030504020204" pitchFamily="34" charset="0"/>
                <a:cs typeface="Open Sans" panose="020B0606030504020204" pitchFamily="34" charset="0"/>
              </a:rPr>
              <a:t>WHAT DO I DO</a:t>
            </a:r>
          </a:p>
        </p:txBody>
      </p:sp>
      <p:sp>
        <p:nvSpPr>
          <p:cNvPr id="9" name="TextBox 8"/>
          <p:cNvSpPr txBox="1"/>
          <p:nvPr/>
        </p:nvSpPr>
        <p:spPr>
          <a:xfrm>
            <a:off x="1644650" y="1329664"/>
            <a:ext cx="8902700" cy="528350"/>
          </a:xfrm>
          <a:prstGeom prst="rect">
            <a:avLst/>
          </a:prstGeom>
          <a:noFill/>
        </p:spPr>
        <p:txBody>
          <a:bodyPr wrap="square" rtlCol="0">
            <a:spAutoFit/>
          </a:bodyPr>
          <a:lstStyle/>
          <a:p>
            <a:pPr algn="ctr">
              <a:lnSpc>
                <a:spcPts val="1700"/>
              </a:lnSpc>
            </a:pPr>
            <a:r>
              <a:rPr lang="en-US" sz="9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Lorem Ipsum is simply dummy text of the printing and typesetting industry. Lorem Ipsum has been the industry's standard dummy text ever since the 1500s, when an unknown printer took a galley of type and scrambled it to make a type specimen book. It has survived.</a:t>
            </a:r>
          </a:p>
        </p:txBody>
      </p:sp>
      <p:sp>
        <p:nvSpPr>
          <p:cNvPr id="10" name="Rounded Rectangle 9"/>
          <p:cNvSpPr/>
          <p:nvPr/>
        </p:nvSpPr>
        <p:spPr>
          <a:xfrm>
            <a:off x="723900" y="3119437"/>
            <a:ext cx="2552700" cy="2967037"/>
          </a:xfrm>
          <a:prstGeom prst="roundRect">
            <a:avLst>
              <a:gd name="adj" fmla="val 1695"/>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p:cNvSpPr/>
          <p:nvPr/>
        </p:nvSpPr>
        <p:spPr>
          <a:xfrm>
            <a:off x="1664694" y="3460097"/>
            <a:ext cx="671113" cy="671113"/>
          </a:xfrm>
          <a:prstGeom prst="ellipse">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p:cNvSpPr txBox="1"/>
          <p:nvPr/>
        </p:nvSpPr>
        <p:spPr>
          <a:xfrm>
            <a:off x="1308394" y="4419354"/>
            <a:ext cx="1383712" cy="323165"/>
          </a:xfrm>
          <a:prstGeom prst="rect">
            <a:avLst/>
          </a:prstGeom>
          <a:noFill/>
        </p:spPr>
        <p:txBody>
          <a:bodyPr wrap="none" rtlCol="0">
            <a:spAutoFit/>
          </a:bodyPr>
          <a:lstStyle/>
          <a:p>
            <a:pPr algn="ctr"/>
            <a:r>
              <a:rPr lang="en-US" sz="1500" b="1">
                <a:latin typeface="Open Sans" panose="020B0606030504020204" pitchFamily="34" charset="0"/>
                <a:ea typeface="Open Sans" panose="020B0606030504020204" pitchFamily="34" charset="0"/>
                <a:cs typeface="Open Sans" panose="020B0606030504020204" pitchFamily="34" charset="0"/>
              </a:rPr>
              <a:t>Service Here</a:t>
            </a:r>
          </a:p>
        </p:txBody>
      </p:sp>
      <p:sp>
        <p:nvSpPr>
          <p:cNvPr id="16" name="TextBox 15">
            <a:extLst>
              <a:ext uri="{FF2B5EF4-FFF2-40B4-BE49-F238E27FC236}">
                <a16:creationId xmlns:a16="http://schemas.microsoft.com/office/drawing/2014/main" id="{457A21F0-A8BD-5AB4-B07D-6F9C7919960C}"/>
              </a:ext>
            </a:extLst>
          </p:cNvPr>
          <p:cNvSpPr txBox="1"/>
          <p:nvPr/>
        </p:nvSpPr>
        <p:spPr>
          <a:xfrm>
            <a:off x="819151" y="4745208"/>
            <a:ext cx="2362199" cy="913070"/>
          </a:xfrm>
          <a:prstGeom prst="rect">
            <a:avLst/>
          </a:prstGeom>
          <a:noFill/>
        </p:spPr>
        <p:txBody>
          <a:bodyPr wrap="square">
            <a:spAutoFit/>
          </a:bodyPr>
          <a:lstStyle/>
          <a:p>
            <a:pPr algn="ctr">
              <a:lnSpc>
                <a:spcPts val="1600"/>
              </a:lnSpc>
            </a:pPr>
            <a:r>
              <a:rPr lang="en-US" sz="900" i="0">
                <a:solidFill>
                  <a:schemeClr val="tx1">
                    <a:lumMod val="50000"/>
                    <a:lumOff val="50000"/>
                  </a:schemeClr>
                </a:solidFill>
                <a:effectLst/>
                <a:latin typeface="Open Sans" panose="020B0606030504020204" pitchFamily="34" charset="0"/>
                <a:ea typeface="Open Sans" panose="020B0606030504020204" pitchFamily="34" charset="0"/>
                <a:cs typeface="Open Sans" panose="020B0606030504020204" pitchFamily="34" charset="0"/>
              </a:rPr>
              <a:t>Lorem Ipsum </a:t>
            </a:r>
            <a:r>
              <a:rPr lang="en-US" sz="900" b="0" i="0">
                <a:solidFill>
                  <a:schemeClr val="tx1">
                    <a:lumMod val="50000"/>
                    <a:lumOff val="50000"/>
                  </a:schemeClr>
                </a:solidFill>
                <a:effectLst/>
                <a:latin typeface="Open Sans" panose="020B0606030504020204" pitchFamily="34" charset="0"/>
                <a:ea typeface="Open Sans" panose="020B0606030504020204" pitchFamily="34" charset="0"/>
                <a:cs typeface="Open Sans" panose="020B0606030504020204" pitchFamily="34" charset="0"/>
              </a:rPr>
              <a:t>is simply dummy text of </a:t>
            </a:r>
          </a:p>
          <a:p>
            <a:pPr algn="ctr">
              <a:lnSpc>
                <a:spcPts val="1600"/>
              </a:lnSpc>
            </a:pPr>
            <a:r>
              <a:rPr lang="en-US" sz="900" b="0" i="0">
                <a:solidFill>
                  <a:schemeClr val="tx1">
                    <a:lumMod val="50000"/>
                    <a:lumOff val="50000"/>
                  </a:schemeClr>
                </a:solidFill>
                <a:effectLst/>
                <a:latin typeface="Open Sans" panose="020B0606030504020204" pitchFamily="34" charset="0"/>
                <a:ea typeface="Open Sans" panose="020B0606030504020204" pitchFamily="34" charset="0"/>
                <a:cs typeface="Open Sans" panose="020B0606030504020204" pitchFamily="34" charset="0"/>
              </a:rPr>
              <a:t> printing  typesetting industry. </a:t>
            </a:r>
          </a:p>
          <a:p>
            <a:pPr algn="ctr">
              <a:lnSpc>
                <a:spcPts val="1600"/>
              </a:lnSpc>
            </a:pPr>
            <a:r>
              <a:rPr lang="en-US" sz="900" b="0" i="0">
                <a:solidFill>
                  <a:schemeClr val="tx1">
                    <a:lumMod val="50000"/>
                    <a:lumOff val="50000"/>
                  </a:schemeClr>
                </a:solidFill>
                <a:effectLst/>
                <a:latin typeface="Open Sans" panose="020B0606030504020204" pitchFamily="34" charset="0"/>
                <a:ea typeface="Open Sans" panose="020B0606030504020204" pitchFamily="34" charset="0"/>
                <a:cs typeface="Open Sans" panose="020B0606030504020204" pitchFamily="34" charset="0"/>
              </a:rPr>
              <a:t>industry's standard dummy text ever a type specimen book. </a:t>
            </a:r>
            <a:endParaRPr lang="en-US" sz="9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9" name="Rounded Rectangle 18"/>
          <p:cNvSpPr/>
          <p:nvPr/>
        </p:nvSpPr>
        <p:spPr>
          <a:xfrm>
            <a:off x="1166222" y="5895231"/>
            <a:ext cx="1668056" cy="45719"/>
          </a:xfrm>
          <a:prstGeom prst="roundRect">
            <a:avLst>
              <a:gd name="adj" fmla="val 50000"/>
            </a:avLst>
          </a:prstGeom>
          <a:solidFill>
            <a:srgbClr val="605F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ounded Rectangle 21"/>
          <p:cNvSpPr/>
          <p:nvPr/>
        </p:nvSpPr>
        <p:spPr>
          <a:xfrm>
            <a:off x="3454400" y="3119437"/>
            <a:ext cx="2552700" cy="2967037"/>
          </a:xfrm>
          <a:prstGeom prst="roundRect">
            <a:avLst>
              <a:gd name="adj" fmla="val 1695"/>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p:cNvSpPr/>
          <p:nvPr/>
        </p:nvSpPr>
        <p:spPr>
          <a:xfrm>
            <a:off x="4395194" y="3460097"/>
            <a:ext cx="671113" cy="671113"/>
          </a:xfrm>
          <a:prstGeom prst="ellipse">
            <a:avLst/>
          </a:pr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p:cNvSpPr txBox="1"/>
          <p:nvPr/>
        </p:nvSpPr>
        <p:spPr>
          <a:xfrm>
            <a:off x="4038894" y="4419354"/>
            <a:ext cx="1383712" cy="323165"/>
          </a:xfrm>
          <a:prstGeom prst="rect">
            <a:avLst/>
          </a:prstGeom>
          <a:noFill/>
        </p:spPr>
        <p:txBody>
          <a:bodyPr wrap="none" rtlCol="0">
            <a:spAutoFit/>
          </a:bodyPr>
          <a:lstStyle/>
          <a:p>
            <a:pPr algn="ctr"/>
            <a:r>
              <a:rPr lang="en-US" sz="1500" b="1">
                <a:latin typeface="Open Sans" panose="020B0606030504020204" pitchFamily="34" charset="0"/>
                <a:ea typeface="Open Sans" panose="020B0606030504020204" pitchFamily="34" charset="0"/>
                <a:cs typeface="Open Sans" panose="020B0606030504020204" pitchFamily="34" charset="0"/>
              </a:rPr>
              <a:t>Service Here</a:t>
            </a:r>
          </a:p>
        </p:txBody>
      </p:sp>
      <p:sp>
        <p:nvSpPr>
          <p:cNvPr id="25" name="TextBox 24">
            <a:extLst>
              <a:ext uri="{FF2B5EF4-FFF2-40B4-BE49-F238E27FC236}">
                <a16:creationId xmlns:a16="http://schemas.microsoft.com/office/drawing/2014/main" id="{457A21F0-A8BD-5AB4-B07D-6F9C7919960C}"/>
              </a:ext>
            </a:extLst>
          </p:cNvPr>
          <p:cNvSpPr txBox="1"/>
          <p:nvPr/>
        </p:nvSpPr>
        <p:spPr>
          <a:xfrm>
            <a:off x="3549651" y="4745208"/>
            <a:ext cx="2362199" cy="913070"/>
          </a:xfrm>
          <a:prstGeom prst="rect">
            <a:avLst/>
          </a:prstGeom>
          <a:noFill/>
        </p:spPr>
        <p:txBody>
          <a:bodyPr wrap="square">
            <a:spAutoFit/>
          </a:bodyPr>
          <a:lstStyle/>
          <a:p>
            <a:pPr algn="ctr">
              <a:lnSpc>
                <a:spcPts val="1600"/>
              </a:lnSpc>
            </a:pPr>
            <a:r>
              <a:rPr lang="en-US" sz="900" i="0">
                <a:solidFill>
                  <a:schemeClr val="tx1">
                    <a:lumMod val="50000"/>
                    <a:lumOff val="50000"/>
                  </a:schemeClr>
                </a:solidFill>
                <a:effectLst/>
                <a:latin typeface="Open Sans" panose="020B0606030504020204" pitchFamily="34" charset="0"/>
                <a:ea typeface="Open Sans" panose="020B0606030504020204" pitchFamily="34" charset="0"/>
                <a:cs typeface="Open Sans" panose="020B0606030504020204" pitchFamily="34" charset="0"/>
              </a:rPr>
              <a:t>Lorem Ipsum </a:t>
            </a:r>
            <a:r>
              <a:rPr lang="en-US" sz="900" b="0" i="0">
                <a:solidFill>
                  <a:schemeClr val="tx1">
                    <a:lumMod val="50000"/>
                    <a:lumOff val="50000"/>
                  </a:schemeClr>
                </a:solidFill>
                <a:effectLst/>
                <a:latin typeface="Open Sans" panose="020B0606030504020204" pitchFamily="34" charset="0"/>
                <a:ea typeface="Open Sans" panose="020B0606030504020204" pitchFamily="34" charset="0"/>
                <a:cs typeface="Open Sans" panose="020B0606030504020204" pitchFamily="34" charset="0"/>
              </a:rPr>
              <a:t>is simply dummy text of </a:t>
            </a:r>
          </a:p>
          <a:p>
            <a:pPr algn="ctr">
              <a:lnSpc>
                <a:spcPts val="1600"/>
              </a:lnSpc>
            </a:pPr>
            <a:r>
              <a:rPr lang="en-US" sz="900" b="0" i="0">
                <a:solidFill>
                  <a:schemeClr val="tx1">
                    <a:lumMod val="50000"/>
                    <a:lumOff val="50000"/>
                  </a:schemeClr>
                </a:solidFill>
                <a:effectLst/>
                <a:latin typeface="Open Sans" panose="020B0606030504020204" pitchFamily="34" charset="0"/>
                <a:ea typeface="Open Sans" panose="020B0606030504020204" pitchFamily="34" charset="0"/>
                <a:cs typeface="Open Sans" panose="020B0606030504020204" pitchFamily="34" charset="0"/>
              </a:rPr>
              <a:t> printing  typesetting industry. </a:t>
            </a:r>
          </a:p>
          <a:p>
            <a:pPr algn="ctr">
              <a:lnSpc>
                <a:spcPts val="1600"/>
              </a:lnSpc>
            </a:pPr>
            <a:r>
              <a:rPr lang="en-US" sz="900" b="0" i="0">
                <a:solidFill>
                  <a:schemeClr val="tx1">
                    <a:lumMod val="50000"/>
                    <a:lumOff val="50000"/>
                  </a:schemeClr>
                </a:solidFill>
                <a:effectLst/>
                <a:latin typeface="Open Sans" panose="020B0606030504020204" pitchFamily="34" charset="0"/>
                <a:ea typeface="Open Sans" panose="020B0606030504020204" pitchFamily="34" charset="0"/>
                <a:cs typeface="Open Sans" panose="020B0606030504020204" pitchFamily="34" charset="0"/>
              </a:rPr>
              <a:t>industry's standard dummy text ever a type specimen book. </a:t>
            </a:r>
            <a:endParaRPr lang="en-US" sz="9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6" name="Rounded Rectangle 25"/>
          <p:cNvSpPr/>
          <p:nvPr/>
        </p:nvSpPr>
        <p:spPr>
          <a:xfrm>
            <a:off x="3896722" y="5895231"/>
            <a:ext cx="1668056" cy="45719"/>
          </a:xfrm>
          <a:prstGeom prst="roundRect">
            <a:avLst>
              <a:gd name="adj" fmla="val 5000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ounded Rectangle 27"/>
          <p:cNvSpPr/>
          <p:nvPr/>
        </p:nvSpPr>
        <p:spPr>
          <a:xfrm>
            <a:off x="6184900" y="3119437"/>
            <a:ext cx="2552700" cy="2967037"/>
          </a:xfrm>
          <a:prstGeom prst="roundRect">
            <a:avLst>
              <a:gd name="adj" fmla="val 1695"/>
            </a:avLst>
          </a:prstGeom>
          <a:solidFill>
            <a:srgbClr val="605F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p:cNvSpPr/>
          <p:nvPr/>
        </p:nvSpPr>
        <p:spPr>
          <a:xfrm>
            <a:off x="7125694" y="3460097"/>
            <a:ext cx="671113" cy="671113"/>
          </a:xfrm>
          <a:prstGeom prst="ellipse">
            <a:avLst/>
          </a:prstGeom>
          <a:noFill/>
          <a:ln w="158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p:cNvSpPr txBox="1"/>
          <p:nvPr/>
        </p:nvSpPr>
        <p:spPr>
          <a:xfrm>
            <a:off x="6769394" y="4419354"/>
            <a:ext cx="1383712" cy="323165"/>
          </a:xfrm>
          <a:prstGeom prst="rect">
            <a:avLst/>
          </a:prstGeom>
          <a:noFill/>
        </p:spPr>
        <p:txBody>
          <a:bodyPr wrap="none" rtlCol="0">
            <a:spAutoFit/>
          </a:bodyPr>
          <a:lstStyle/>
          <a:p>
            <a:pPr algn="ctr"/>
            <a:r>
              <a:rPr lang="en-US" sz="1500" b="1">
                <a:solidFill>
                  <a:schemeClr val="bg1"/>
                </a:solidFill>
                <a:latin typeface="Open Sans" panose="020B0606030504020204" pitchFamily="34" charset="0"/>
                <a:ea typeface="Open Sans" panose="020B0606030504020204" pitchFamily="34" charset="0"/>
                <a:cs typeface="Open Sans" panose="020B0606030504020204" pitchFamily="34" charset="0"/>
              </a:rPr>
              <a:t>Service Here</a:t>
            </a:r>
          </a:p>
        </p:txBody>
      </p:sp>
      <p:sp>
        <p:nvSpPr>
          <p:cNvPr id="31" name="TextBox 30">
            <a:extLst>
              <a:ext uri="{FF2B5EF4-FFF2-40B4-BE49-F238E27FC236}">
                <a16:creationId xmlns:a16="http://schemas.microsoft.com/office/drawing/2014/main" id="{457A21F0-A8BD-5AB4-B07D-6F9C7919960C}"/>
              </a:ext>
            </a:extLst>
          </p:cNvPr>
          <p:cNvSpPr txBox="1"/>
          <p:nvPr/>
        </p:nvSpPr>
        <p:spPr>
          <a:xfrm>
            <a:off x="6280151" y="4745208"/>
            <a:ext cx="2362199" cy="913070"/>
          </a:xfrm>
          <a:prstGeom prst="rect">
            <a:avLst/>
          </a:prstGeom>
          <a:noFill/>
        </p:spPr>
        <p:txBody>
          <a:bodyPr wrap="square">
            <a:spAutoFit/>
          </a:bodyPr>
          <a:lstStyle/>
          <a:p>
            <a:pPr algn="ctr">
              <a:lnSpc>
                <a:spcPts val="1600"/>
              </a:lnSpc>
            </a:pPr>
            <a:r>
              <a:rPr lang="en-US" sz="900" i="0">
                <a:solidFill>
                  <a:schemeClr val="bg1"/>
                </a:solidFill>
                <a:effectLst/>
                <a:latin typeface="Open Sans" panose="020B0606030504020204" pitchFamily="34" charset="0"/>
                <a:ea typeface="Open Sans" panose="020B0606030504020204" pitchFamily="34" charset="0"/>
                <a:cs typeface="Open Sans" panose="020B0606030504020204" pitchFamily="34" charset="0"/>
              </a:rPr>
              <a:t>Lorem Ipsum </a:t>
            </a:r>
            <a:r>
              <a:rPr lang="en-US" sz="900" b="0" i="0">
                <a:solidFill>
                  <a:schemeClr val="bg1"/>
                </a:solidFill>
                <a:effectLst/>
                <a:latin typeface="Open Sans" panose="020B0606030504020204" pitchFamily="34" charset="0"/>
                <a:ea typeface="Open Sans" panose="020B0606030504020204" pitchFamily="34" charset="0"/>
                <a:cs typeface="Open Sans" panose="020B0606030504020204" pitchFamily="34" charset="0"/>
              </a:rPr>
              <a:t>is simply dummy text of </a:t>
            </a:r>
          </a:p>
          <a:p>
            <a:pPr algn="ctr">
              <a:lnSpc>
                <a:spcPts val="1600"/>
              </a:lnSpc>
            </a:pPr>
            <a:r>
              <a:rPr lang="en-US" sz="900" b="0" i="0">
                <a:solidFill>
                  <a:schemeClr val="bg1"/>
                </a:solidFill>
                <a:effectLst/>
                <a:latin typeface="Open Sans" panose="020B0606030504020204" pitchFamily="34" charset="0"/>
                <a:ea typeface="Open Sans" panose="020B0606030504020204" pitchFamily="34" charset="0"/>
                <a:cs typeface="Open Sans" panose="020B0606030504020204" pitchFamily="34" charset="0"/>
              </a:rPr>
              <a:t> printing  typesetting industry. </a:t>
            </a:r>
          </a:p>
          <a:p>
            <a:pPr algn="ctr">
              <a:lnSpc>
                <a:spcPts val="1600"/>
              </a:lnSpc>
            </a:pPr>
            <a:r>
              <a:rPr lang="en-US" sz="900" b="0" i="0">
                <a:solidFill>
                  <a:schemeClr val="bg1"/>
                </a:solidFill>
                <a:effectLst/>
                <a:latin typeface="Open Sans" panose="020B0606030504020204" pitchFamily="34" charset="0"/>
                <a:ea typeface="Open Sans" panose="020B0606030504020204" pitchFamily="34" charset="0"/>
                <a:cs typeface="Open Sans" panose="020B0606030504020204" pitchFamily="34" charset="0"/>
              </a:rPr>
              <a:t>industry's standard dummy text ever a type specimen book. </a:t>
            </a:r>
            <a:endParaRPr lang="en-US" sz="90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32" name="Rounded Rectangle 31"/>
          <p:cNvSpPr/>
          <p:nvPr/>
        </p:nvSpPr>
        <p:spPr>
          <a:xfrm>
            <a:off x="6627222" y="5895231"/>
            <a:ext cx="1668056" cy="45719"/>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ounded Rectangle 33"/>
          <p:cNvSpPr/>
          <p:nvPr/>
        </p:nvSpPr>
        <p:spPr>
          <a:xfrm>
            <a:off x="8915400" y="3119437"/>
            <a:ext cx="2552700" cy="2967037"/>
          </a:xfrm>
          <a:prstGeom prst="roundRect">
            <a:avLst>
              <a:gd name="adj" fmla="val 1695"/>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Oval 34"/>
          <p:cNvSpPr/>
          <p:nvPr/>
        </p:nvSpPr>
        <p:spPr>
          <a:xfrm>
            <a:off x="9856194" y="3460097"/>
            <a:ext cx="671113" cy="671113"/>
          </a:xfrm>
          <a:prstGeom prst="ellipse">
            <a:avLst/>
          </a:prstGeom>
          <a:noFill/>
          <a:ln w="158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p:cNvSpPr txBox="1"/>
          <p:nvPr/>
        </p:nvSpPr>
        <p:spPr>
          <a:xfrm>
            <a:off x="9499894" y="4419354"/>
            <a:ext cx="1383712" cy="323165"/>
          </a:xfrm>
          <a:prstGeom prst="rect">
            <a:avLst/>
          </a:prstGeom>
          <a:noFill/>
        </p:spPr>
        <p:txBody>
          <a:bodyPr wrap="none" rtlCol="0">
            <a:spAutoFit/>
          </a:bodyPr>
          <a:lstStyle/>
          <a:p>
            <a:pPr algn="ctr"/>
            <a:r>
              <a:rPr lang="en-US" sz="1500" b="1">
                <a:latin typeface="Open Sans" panose="020B0606030504020204" pitchFamily="34" charset="0"/>
                <a:ea typeface="Open Sans" panose="020B0606030504020204" pitchFamily="34" charset="0"/>
                <a:cs typeface="Open Sans" panose="020B0606030504020204" pitchFamily="34" charset="0"/>
              </a:rPr>
              <a:t>Service Here</a:t>
            </a:r>
          </a:p>
        </p:txBody>
      </p:sp>
      <p:sp>
        <p:nvSpPr>
          <p:cNvPr id="37" name="TextBox 36">
            <a:extLst>
              <a:ext uri="{FF2B5EF4-FFF2-40B4-BE49-F238E27FC236}">
                <a16:creationId xmlns:a16="http://schemas.microsoft.com/office/drawing/2014/main" id="{457A21F0-A8BD-5AB4-B07D-6F9C7919960C}"/>
              </a:ext>
            </a:extLst>
          </p:cNvPr>
          <p:cNvSpPr txBox="1"/>
          <p:nvPr/>
        </p:nvSpPr>
        <p:spPr>
          <a:xfrm>
            <a:off x="9010651" y="4745208"/>
            <a:ext cx="2362199" cy="913070"/>
          </a:xfrm>
          <a:prstGeom prst="rect">
            <a:avLst/>
          </a:prstGeom>
          <a:noFill/>
        </p:spPr>
        <p:txBody>
          <a:bodyPr wrap="square">
            <a:spAutoFit/>
          </a:bodyPr>
          <a:lstStyle/>
          <a:p>
            <a:pPr algn="ctr">
              <a:lnSpc>
                <a:spcPts val="1600"/>
              </a:lnSpc>
            </a:pPr>
            <a:r>
              <a:rPr lang="en-US" sz="900" i="0">
                <a:solidFill>
                  <a:schemeClr val="tx1">
                    <a:lumMod val="50000"/>
                    <a:lumOff val="50000"/>
                  </a:schemeClr>
                </a:solidFill>
                <a:effectLst/>
                <a:latin typeface="Open Sans" panose="020B0606030504020204" pitchFamily="34" charset="0"/>
                <a:ea typeface="Open Sans" panose="020B0606030504020204" pitchFamily="34" charset="0"/>
                <a:cs typeface="Open Sans" panose="020B0606030504020204" pitchFamily="34" charset="0"/>
              </a:rPr>
              <a:t>Lorem Ipsum </a:t>
            </a:r>
            <a:r>
              <a:rPr lang="en-US" sz="900" b="0" i="0">
                <a:solidFill>
                  <a:schemeClr val="tx1">
                    <a:lumMod val="50000"/>
                    <a:lumOff val="50000"/>
                  </a:schemeClr>
                </a:solidFill>
                <a:effectLst/>
                <a:latin typeface="Open Sans" panose="020B0606030504020204" pitchFamily="34" charset="0"/>
                <a:ea typeface="Open Sans" panose="020B0606030504020204" pitchFamily="34" charset="0"/>
                <a:cs typeface="Open Sans" panose="020B0606030504020204" pitchFamily="34" charset="0"/>
              </a:rPr>
              <a:t>is simply dummy text of </a:t>
            </a:r>
          </a:p>
          <a:p>
            <a:pPr algn="ctr">
              <a:lnSpc>
                <a:spcPts val="1600"/>
              </a:lnSpc>
            </a:pPr>
            <a:r>
              <a:rPr lang="en-US" sz="900" b="0" i="0">
                <a:solidFill>
                  <a:schemeClr val="tx1">
                    <a:lumMod val="50000"/>
                    <a:lumOff val="50000"/>
                  </a:schemeClr>
                </a:solidFill>
                <a:effectLst/>
                <a:latin typeface="Open Sans" panose="020B0606030504020204" pitchFamily="34" charset="0"/>
                <a:ea typeface="Open Sans" panose="020B0606030504020204" pitchFamily="34" charset="0"/>
                <a:cs typeface="Open Sans" panose="020B0606030504020204" pitchFamily="34" charset="0"/>
              </a:rPr>
              <a:t> printing  typesetting industry. </a:t>
            </a:r>
          </a:p>
          <a:p>
            <a:pPr algn="ctr">
              <a:lnSpc>
                <a:spcPts val="1600"/>
              </a:lnSpc>
            </a:pPr>
            <a:r>
              <a:rPr lang="en-US" sz="900" b="0" i="0">
                <a:solidFill>
                  <a:schemeClr val="tx1">
                    <a:lumMod val="50000"/>
                    <a:lumOff val="50000"/>
                  </a:schemeClr>
                </a:solidFill>
                <a:effectLst/>
                <a:latin typeface="Open Sans" panose="020B0606030504020204" pitchFamily="34" charset="0"/>
                <a:ea typeface="Open Sans" panose="020B0606030504020204" pitchFamily="34" charset="0"/>
                <a:cs typeface="Open Sans" panose="020B0606030504020204" pitchFamily="34" charset="0"/>
              </a:rPr>
              <a:t>industry's standard dummy text ever a type specimen book. </a:t>
            </a:r>
            <a:endParaRPr lang="en-US" sz="9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38" name="Rounded Rectangle 37"/>
          <p:cNvSpPr/>
          <p:nvPr/>
        </p:nvSpPr>
        <p:spPr>
          <a:xfrm>
            <a:off x="9357722" y="5895231"/>
            <a:ext cx="1668056" cy="45719"/>
          </a:xfrm>
          <a:prstGeom prst="roundRect">
            <a:avLst>
              <a:gd name="adj" fmla="val 5000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Freeform 11">
            <a:extLst>
              <a:ext uri="{FF2B5EF4-FFF2-40B4-BE49-F238E27FC236}">
                <a16:creationId xmlns:a16="http://schemas.microsoft.com/office/drawing/2014/main" id="{EF6B4166-F1F0-4232-8920-BB56965AA2BA}"/>
              </a:ext>
            </a:extLst>
          </p:cNvPr>
          <p:cNvSpPr>
            <a:spLocks noEditPoints="1"/>
          </p:cNvSpPr>
          <p:nvPr/>
        </p:nvSpPr>
        <p:spPr bwMode="auto">
          <a:xfrm>
            <a:off x="1814310" y="3609713"/>
            <a:ext cx="371881" cy="371881"/>
          </a:xfrm>
          <a:custGeom>
            <a:avLst/>
            <a:gdLst>
              <a:gd name="T0" fmla="*/ 141 w 160"/>
              <a:gd name="T1" fmla="*/ 45 h 160"/>
              <a:gd name="T2" fmla="*/ 130 w 160"/>
              <a:gd name="T3" fmla="*/ 17 h 160"/>
              <a:gd name="T4" fmla="*/ 115 w 160"/>
              <a:gd name="T5" fmla="*/ 19 h 160"/>
              <a:gd name="T6" fmla="*/ 89 w 160"/>
              <a:gd name="T7" fmla="*/ 0 h 160"/>
              <a:gd name="T8" fmla="*/ 61 w 160"/>
              <a:gd name="T9" fmla="*/ 12 h 160"/>
              <a:gd name="T10" fmla="*/ 33 w 160"/>
              <a:gd name="T11" fmla="*/ 16 h 160"/>
              <a:gd name="T12" fmla="*/ 16 w 160"/>
              <a:gd name="T13" fmla="*/ 35 h 160"/>
              <a:gd name="T14" fmla="*/ 3 w 160"/>
              <a:gd name="T15" fmla="*/ 67 h 160"/>
              <a:gd name="T16" fmla="*/ 3 w 160"/>
              <a:gd name="T17" fmla="*/ 94 h 160"/>
              <a:gd name="T18" fmla="*/ 16 w 160"/>
              <a:gd name="T19" fmla="*/ 126 h 160"/>
              <a:gd name="T20" fmla="*/ 33 w 160"/>
              <a:gd name="T21" fmla="*/ 145 h 160"/>
              <a:gd name="T22" fmla="*/ 61 w 160"/>
              <a:gd name="T23" fmla="*/ 148 h 160"/>
              <a:gd name="T24" fmla="*/ 89 w 160"/>
              <a:gd name="T25" fmla="*/ 160 h 160"/>
              <a:gd name="T26" fmla="*/ 115 w 160"/>
              <a:gd name="T27" fmla="*/ 141 h 160"/>
              <a:gd name="T28" fmla="*/ 130 w 160"/>
              <a:gd name="T29" fmla="*/ 143 h 160"/>
              <a:gd name="T30" fmla="*/ 141 w 160"/>
              <a:gd name="T31" fmla="*/ 116 h 160"/>
              <a:gd name="T32" fmla="*/ 160 w 160"/>
              <a:gd name="T33" fmla="*/ 90 h 160"/>
              <a:gd name="T34" fmla="*/ 150 w 160"/>
              <a:gd name="T35" fmla="*/ 87 h 160"/>
              <a:gd name="T36" fmla="*/ 131 w 160"/>
              <a:gd name="T37" fmla="*/ 112 h 160"/>
              <a:gd name="T38" fmla="*/ 125 w 160"/>
              <a:gd name="T39" fmla="*/ 135 h 160"/>
              <a:gd name="T40" fmla="*/ 112 w 160"/>
              <a:gd name="T41" fmla="*/ 132 h 160"/>
              <a:gd name="T42" fmla="*/ 86 w 160"/>
              <a:gd name="T43" fmla="*/ 151 h 160"/>
              <a:gd name="T44" fmla="*/ 65 w 160"/>
              <a:gd name="T45" fmla="*/ 139 h 160"/>
              <a:gd name="T46" fmla="*/ 43 w 160"/>
              <a:gd name="T47" fmla="*/ 131 h 160"/>
              <a:gd name="T48" fmla="*/ 28 w 160"/>
              <a:gd name="T49" fmla="*/ 116 h 160"/>
              <a:gd name="T50" fmla="*/ 18 w 160"/>
              <a:gd name="T51" fmla="*/ 91 h 160"/>
              <a:gd name="T52" fmla="*/ 18 w 160"/>
              <a:gd name="T53" fmla="*/ 69 h 160"/>
              <a:gd name="T54" fmla="*/ 28 w 160"/>
              <a:gd name="T55" fmla="*/ 43 h 160"/>
              <a:gd name="T56" fmla="*/ 43 w 160"/>
              <a:gd name="T57" fmla="*/ 29 h 160"/>
              <a:gd name="T58" fmla="*/ 65 w 160"/>
              <a:gd name="T59" fmla="*/ 21 h 160"/>
              <a:gd name="T60" fmla="*/ 86 w 160"/>
              <a:gd name="T61" fmla="*/ 9 h 160"/>
              <a:gd name="T62" fmla="*/ 112 w 160"/>
              <a:gd name="T63" fmla="*/ 28 h 160"/>
              <a:gd name="T64" fmla="*/ 125 w 160"/>
              <a:gd name="T65" fmla="*/ 25 h 160"/>
              <a:gd name="T66" fmla="*/ 131 w 160"/>
              <a:gd name="T67" fmla="*/ 48 h 160"/>
              <a:gd name="T68" fmla="*/ 150 w 160"/>
              <a:gd name="T69" fmla="*/ 73 h 160"/>
              <a:gd name="T70" fmla="*/ 28 w 160"/>
              <a:gd name="T71" fmla="*/ 80 h 160"/>
              <a:gd name="T72" fmla="*/ 80 w 160"/>
              <a:gd name="T73" fmla="*/ 131 h 160"/>
              <a:gd name="T74" fmla="*/ 131 w 160"/>
              <a:gd name="T75" fmla="*/ 80 h 160"/>
              <a:gd name="T76" fmla="*/ 80 w 160"/>
              <a:gd name="T77" fmla="*/ 122 h 160"/>
              <a:gd name="T78" fmla="*/ 80 w 160"/>
              <a:gd name="T79" fmla="*/ 98 h 160"/>
              <a:gd name="T80" fmla="*/ 72 w 160"/>
              <a:gd name="T81" fmla="*/ 87 h 160"/>
              <a:gd name="T82" fmla="*/ 79 w 160"/>
              <a:gd name="T83" fmla="*/ 89 h 160"/>
              <a:gd name="T84" fmla="*/ 98 w 160"/>
              <a:gd name="T85" fmla="*/ 90 h 160"/>
              <a:gd name="T86" fmla="*/ 75 w 160"/>
              <a:gd name="T87" fmla="*/ 59 h 160"/>
              <a:gd name="T88" fmla="*/ 37 w 160"/>
              <a:gd name="T89" fmla="*/ 80 h 160"/>
              <a:gd name="T90" fmla="*/ 98 w 160"/>
              <a:gd name="T91" fmla="*/ 118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160" h="160">
                <a:moveTo>
                  <a:pt x="157" y="67"/>
                </a:moveTo>
                <a:cubicBezTo>
                  <a:pt x="147" y="62"/>
                  <a:pt x="147" y="62"/>
                  <a:pt x="147" y="62"/>
                </a:cubicBezTo>
                <a:cubicBezTo>
                  <a:pt x="146" y="56"/>
                  <a:pt x="144" y="50"/>
                  <a:pt x="141" y="45"/>
                </a:cubicBezTo>
                <a:cubicBezTo>
                  <a:pt x="144" y="35"/>
                  <a:pt x="144" y="35"/>
                  <a:pt x="144" y="35"/>
                </a:cubicBezTo>
                <a:cubicBezTo>
                  <a:pt x="144" y="33"/>
                  <a:pt x="144" y="31"/>
                  <a:pt x="143" y="30"/>
                </a:cubicBezTo>
                <a:cubicBezTo>
                  <a:pt x="130" y="17"/>
                  <a:pt x="130" y="17"/>
                  <a:pt x="130" y="17"/>
                </a:cubicBezTo>
                <a:cubicBezTo>
                  <a:pt x="129" y="16"/>
                  <a:pt x="128" y="16"/>
                  <a:pt x="126" y="16"/>
                </a:cubicBezTo>
                <a:cubicBezTo>
                  <a:pt x="126" y="16"/>
                  <a:pt x="125" y="16"/>
                  <a:pt x="125" y="16"/>
                </a:cubicBezTo>
                <a:cubicBezTo>
                  <a:pt x="115" y="19"/>
                  <a:pt x="115" y="19"/>
                  <a:pt x="115" y="19"/>
                </a:cubicBezTo>
                <a:cubicBezTo>
                  <a:pt x="110" y="16"/>
                  <a:pt x="104" y="14"/>
                  <a:pt x="98" y="12"/>
                </a:cubicBezTo>
                <a:cubicBezTo>
                  <a:pt x="93" y="3"/>
                  <a:pt x="93" y="3"/>
                  <a:pt x="93" y="3"/>
                </a:cubicBezTo>
                <a:cubicBezTo>
                  <a:pt x="93" y="1"/>
                  <a:pt x="91" y="0"/>
                  <a:pt x="89" y="0"/>
                </a:cubicBezTo>
                <a:cubicBezTo>
                  <a:pt x="70" y="0"/>
                  <a:pt x="70" y="0"/>
                  <a:pt x="70" y="0"/>
                </a:cubicBezTo>
                <a:cubicBezTo>
                  <a:pt x="69" y="0"/>
                  <a:pt x="67" y="1"/>
                  <a:pt x="66" y="3"/>
                </a:cubicBezTo>
                <a:cubicBezTo>
                  <a:pt x="61" y="12"/>
                  <a:pt x="61" y="12"/>
                  <a:pt x="61" y="12"/>
                </a:cubicBezTo>
                <a:cubicBezTo>
                  <a:pt x="56" y="14"/>
                  <a:pt x="50" y="16"/>
                  <a:pt x="45" y="19"/>
                </a:cubicBezTo>
                <a:cubicBezTo>
                  <a:pt x="35" y="16"/>
                  <a:pt x="35" y="16"/>
                  <a:pt x="35" y="16"/>
                </a:cubicBezTo>
                <a:cubicBezTo>
                  <a:pt x="34" y="16"/>
                  <a:pt x="33" y="16"/>
                  <a:pt x="33" y="16"/>
                </a:cubicBezTo>
                <a:cubicBezTo>
                  <a:pt x="32" y="16"/>
                  <a:pt x="30" y="16"/>
                  <a:pt x="30" y="17"/>
                </a:cubicBezTo>
                <a:cubicBezTo>
                  <a:pt x="16" y="30"/>
                  <a:pt x="16" y="30"/>
                  <a:pt x="16" y="30"/>
                </a:cubicBezTo>
                <a:cubicBezTo>
                  <a:pt x="16" y="31"/>
                  <a:pt x="15" y="33"/>
                  <a:pt x="16" y="35"/>
                </a:cubicBezTo>
                <a:cubicBezTo>
                  <a:pt x="19" y="45"/>
                  <a:pt x="19" y="45"/>
                  <a:pt x="19" y="45"/>
                </a:cubicBezTo>
                <a:cubicBezTo>
                  <a:pt x="16" y="50"/>
                  <a:pt x="13" y="56"/>
                  <a:pt x="12" y="62"/>
                </a:cubicBezTo>
                <a:cubicBezTo>
                  <a:pt x="3" y="67"/>
                  <a:pt x="3" y="67"/>
                  <a:pt x="3" y="67"/>
                </a:cubicBezTo>
                <a:cubicBezTo>
                  <a:pt x="1" y="67"/>
                  <a:pt x="0" y="69"/>
                  <a:pt x="0" y="71"/>
                </a:cubicBezTo>
                <a:cubicBezTo>
                  <a:pt x="0" y="90"/>
                  <a:pt x="0" y="90"/>
                  <a:pt x="0" y="90"/>
                </a:cubicBezTo>
                <a:cubicBezTo>
                  <a:pt x="0" y="91"/>
                  <a:pt x="1" y="93"/>
                  <a:pt x="3" y="94"/>
                </a:cubicBezTo>
                <a:cubicBezTo>
                  <a:pt x="12" y="99"/>
                  <a:pt x="12" y="99"/>
                  <a:pt x="12" y="99"/>
                </a:cubicBezTo>
                <a:cubicBezTo>
                  <a:pt x="13" y="105"/>
                  <a:pt x="16" y="110"/>
                  <a:pt x="19" y="116"/>
                </a:cubicBezTo>
                <a:cubicBezTo>
                  <a:pt x="16" y="126"/>
                  <a:pt x="16" y="126"/>
                  <a:pt x="16" y="126"/>
                </a:cubicBezTo>
                <a:cubicBezTo>
                  <a:pt x="15" y="127"/>
                  <a:pt x="16" y="129"/>
                  <a:pt x="16" y="130"/>
                </a:cubicBezTo>
                <a:cubicBezTo>
                  <a:pt x="30" y="143"/>
                  <a:pt x="30" y="143"/>
                  <a:pt x="30" y="143"/>
                </a:cubicBezTo>
                <a:cubicBezTo>
                  <a:pt x="31" y="144"/>
                  <a:pt x="32" y="145"/>
                  <a:pt x="33" y="145"/>
                </a:cubicBezTo>
                <a:cubicBezTo>
                  <a:pt x="34" y="145"/>
                  <a:pt x="34" y="145"/>
                  <a:pt x="35" y="145"/>
                </a:cubicBezTo>
                <a:cubicBezTo>
                  <a:pt x="45" y="141"/>
                  <a:pt x="45" y="141"/>
                  <a:pt x="45" y="141"/>
                </a:cubicBezTo>
                <a:cubicBezTo>
                  <a:pt x="50" y="145"/>
                  <a:pt x="56" y="147"/>
                  <a:pt x="61" y="148"/>
                </a:cubicBezTo>
                <a:cubicBezTo>
                  <a:pt x="66" y="158"/>
                  <a:pt x="66" y="158"/>
                  <a:pt x="66" y="158"/>
                </a:cubicBezTo>
                <a:cubicBezTo>
                  <a:pt x="67" y="159"/>
                  <a:pt x="69" y="160"/>
                  <a:pt x="70" y="160"/>
                </a:cubicBezTo>
                <a:cubicBezTo>
                  <a:pt x="89" y="160"/>
                  <a:pt x="89" y="160"/>
                  <a:pt x="89" y="160"/>
                </a:cubicBezTo>
                <a:cubicBezTo>
                  <a:pt x="91" y="160"/>
                  <a:pt x="93" y="159"/>
                  <a:pt x="93" y="158"/>
                </a:cubicBezTo>
                <a:cubicBezTo>
                  <a:pt x="98" y="148"/>
                  <a:pt x="98" y="148"/>
                  <a:pt x="98" y="148"/>
                </a:cubicBezTo>
                <a:cubicBezTo>
                  <a:pt x="104" y="147"/>
                  <a:pt x="110" y="145"/>
                  <a:pt x="115" y="141"/>
                </a:cubicBezTo>
                <a:cubicBezTo>
                  <a:pt x="125" y="145"/>
                  <a:pt x="125" y="145"/>
                  <a:pt x="125" y="145"/>
                </a:cubicBezTo>
                <a:cubicBezTo>
                  <a:pt x="125" y="145"/>
                  <a:pt x="126" y="145"/>
                  <a:pt x="126" y="145"/>
                </a:cubicBezTo>
                <a:cubicBezTo>
                  <a:pt x="128" y="145"/>
                  <a:pt x="129" y="144"/>
                  <a:pt x="130" y="143"/>
                </a:cubicBezTo>
                <a:cubicBezTo>
                  <a:pt x="143" y="130"/>
                  <a:pt x="143" y="130"/>
                  <a:pt x="143" y="130"/>
                </a:cubicBezTo>
                <a:cubicBezTo>
                  <a:pt x="144" y="129"/>
                  <a:pt x="144" y="127"/>
                  <a:pt x="144" y="126"/>
                </a:cubicBezTo>
                <a:cubicBezTo>
                  <a:pt x="141" y="116"/>
                  <a:pt x="141" y="116"/>
                  <a:pt x="141" y="116"/>
                </a:cubicBezTo>
                <a:cubicBezTo>
                  <a:pt x="144" y="110"/>
                  <a:pt x="146" y="105"/>
                  <a:pt x="147" y="99"/>
                </a:cubicBezTo>
                <a:cubicBezTo>
                  <a:pt x="157" y="94"/>
                  <a:pt x="157" y="94"/>
                  <a:pt x="157" y="94"/>
                </a:cubicBezTo>
                <a:cubicBezTo>
                  <a:pt x="159" y="93"/>
                  <a:pt x="160" y="91"/>
                  <a:pt x="160" y="90"/>
                </a:cubicBezTo>
                <a:cubicBezTo>
                  <a:pt x="160" y="71"/>
                  <a:pt x="160" y="71"/>
                  <a:pt x="160" y="71"/>
                </a:cubicBezTo>
                <a:cubicBezTo>
                  <a:pt x="160" y="69"/>
                  <a:pt x="159" y="68"/>
                  <a:pt x="157" y="67"/>
                </a:cubicBezTo>
                <a:close/>
                <a:moveTo>
                  <a:pt x="150" y="87"/>
                </a:moveTo>
                <a:cubicBezTo>
                  <a:pt x="141" y="91"/>
                  <a:pt x="141" y="91"/>
                  <a:pt x="141" y="91"/>
                </a:cubicBezTo>
                <a:cubicBezTo>
                  <a:pt x="140" y="91"/>
                  <a:pt x="139" y="92"/>
                  <a:pt x="139" y="94"/>
                </a:cubicBezTo>
                <a:cubicBezTo>
                  <a:pt x="137" y="100"/>
                  <a:pt x="134" y="107"/>
                  <a:pt x="131" y="112"/>
                </a:cubicBezTo>
                <a:cubicBezTo>
                  <a:pt x="131" y="113"/>
                  <a:pt x="130" y="115"/>
                  <a:pt x="131" y="116"/>
                </a:cubicBezTo>
                <a:cubicBezTo>
                  <a:pt x="134" y="126"/>
                  <a:pt x="134" y="126"/>
                  <a:pt x="134" y="126"/>
                </a:cubicBezTo>
                <a:cubicBezTo>
                  <a:pt x="125" y="135"/>
                  <a:pt x="125" y="135"/>
                  <a:pt x="125" y="135"/>
                </a:cubicBezTo>
                <a:cubicBezTo>
                  <a:pt x="116" y="131"/>
                  <a:pt x="116" y="131"/>
                  <a:pt x="116" y="131"/>
                </a:cubicBezTo>
                <a:cubicBezTo>
                  <a:pt x="116" y="131"/>
                  <a:pt x="115" y="131"/>
                  <a:pt x="114" y="131"/>
                </a:cubicBezTo>
                <a:cubicBezTo>
                  <a:pt x="114" y="131"/>
                  <a:pt x="113" y="131"/>
                  <a:pt x="112" y="132"/>
                </a:cubicBezTo>
                <a:cubicBezTo>
                  <a:pt x="106" y="135"/>
                  <a:pt x="100" y="138"/>
                  <a:pt x="93" y="139"/>
                </a:cubicBezTo>
                <a:cubicBezTo>
                  <a:pt x="92" y="140"/>
                  <a:pt x="91" y="140"/>
                  <a:pt x="90" y="142"/>
                </a:cubicBezTo>
                <a:cubicBezTo>
                  <a:pt x="86" y="151"/>
                  <a:pt x="86" y="151"/>
                  <a:pt x="86" y="151"/>
                </a:cubicBezTo>
                <a:cubicBezTo>
                  <a:pt x="73" y="151"/>
                  <a:pt x="73" y="151"/>
                  <a:pt x="73" y="151"/>
                </a:cubicBezTo>
                <a:cubicBezTo>
                  <a:pt x="69" y="142"/>
                  <a:pt x="69" y="142"/>
                  <a:pt x="69" y="142"/>
                </a:cubicBezTo>
                <a:cubicBezTo>
                  <a:pt x="68" y="141"/>
                  <a:pt x="67" y="140"/>
                  <a:pt x="65" y="139"/>
                </a:cubicBezTo>
                <a:cubicBezTo>
                  <a:pt x="59" y="137"/>
                  <a:pt x="53" y="135"/>
                  <a:pt x="47" y="132"/>
                </a:cubicBezTo>
                <a:cubicBezTo>
                  <a:pt x="46" y="131"/>
                  <a:pt x="45" y="131"/>
                  <a:pt x="44" y="131"/>
                </a:cubicBezTo>
                <a:cubicBezTo>
                  <a:pt x="44" y="131"/>
                  <a:pt x="43" y="131"/>
                  <a:pt x="43" y="131"/>
                </a:cubicBezTo>
                <a:cubicBezTo>
                  <a:pt x="34" y="135"/>
                  <a:pt x="34" y="135"/>
                  <a:pt x="34" y="135"/>
                </a:cubicBezTo>
                <a:cubicBezTo>
                  <a:pt x="25" y="126"/>
                  <a:pt x="25" y="126"/>
                  <a:pt x="25" y="126"/>
                </a:cubicBezTo>
                <a:cubicBezTo>
                  <a:pt x="28" y="116"/>
                  <a:pt x="28" y="116"/>
                  <a:pt x="28" y="116"/>
                </a:cubicBezTo>
                <a:cubicBezTo>
                  <a:pt x="29" y="115"/>
                  <a:pt x="29" y="114"/>
                  <a:pt x="27" y="112"/>
                </a:cubicBezTo>
                <a:cubicBezTo>
                  <a:pt x="24" y="107"/>
                  <a:pt x="21" y="101"/>
                  <a:pt x="20" y="94"/>
                </a:cubicBezTo>
                <a:cubicBezTo>
                  <a:pt x="20" y="92"/>
                  <a:pt x="19" y="91"/>
                  <a:pt x="18" y="91"/>
                </a:cubicBezTo>
                <a:cubicBezTo>
                  <a:pt x="8" y="87"/>
                  <a:pt x="8" y="87"/>
                  <a:pt x="8" y="87"/>
                </a:cubicBezTo>
                <a:cubicBezTo>
                  <a:pt x="8" y="73"/>
                  <a:pt x="8" y="73"/>
                  <a:pt x="8" y="73"/>
                </a:cubicBezTo>
                <a:cubicBezTo>
                  <a:pt x="18" y="69"/>
                  <a:pt x="18" y="69"/>
                  <a:pt x="18" y="69"/>
                </a:cubicBezTo>
                <a:cubicBezTo>
                  <a:pt x="19" y="69"/>
                  <a:pt x="20" y="68"/>
                  <a:pt x="20" y="66"/>
                </a:cubicBezTo>
                <a:cubicBezTo>
                  <a:pt x="22" y="60"/>
                  <a:pt x="24" y="53"/>
                  <a:pt x="27" y="48"/>
                </a:cubicBezTo>
                <a:cubicBezTo>
                  <a:pt x="28" y="47"/>
                  <a:pt x="29" y="45"/>
                  <a:pt x="28" y="43"/>
                </a:cubicBezTo>
                <a:cubicBezTo>
                  <a:pt x="25" y="34"/>
                  <a:pt x="25" y="34"/>
                  <a:pt x="25" y="34"/>
                </a:cubicBezTo>
                <a:cubicBezTo>
                  <a:pt x="34" y="25"/>
                  <a:pt x="34" y="25"/>
                  <a:pt x="34" y="25"/>
                </a:cubicBezTo>
                <a:cubicBezTo>
                  <a:pt x="43" y="29"/>
                  <a:pt x="43" y="29"/>
                  <a:pt x="43" y="29"/>
                </a:cubicBezTo>
                <a:cubicBezTo>
                  <a:pt x="43" y="29"/>
                  <a:pt x="44" y="29"/>
                  <a:pt x="44" y="29"/>
                </a:cubicBezTo>
                <a:cubicBezTo>
                  <a:pt x="45" y="29"/>
                  <a:pt x="46" y="29"/>
                  <a:pt x="47" y="28"/>
                </a:cubicBezTo>
                <a:cubicBezTo>
                  <a:pt x="53" y="25"/>
                  <a:pt x="59" y="22"/>
                  <a:pt x="65" y="21"/>
                </a:cubicBezTo>
                <a:cubicBezTo>
                  <a:pt x="67" y="20"/>
                  <a:pt x="68" y="20"/>
                  <a:pt x="69" y="18"/>
                </a:cubicBezTo>
                <a:cubicBezTo>
                  <a:pt x="73" y="9"/>
                  <a:pt x="73" y="9"/>
                  <a:pt x="73" y="9"/>
                </a:cubicBezTo>
                <a:cubicBezTo>
                  <a:pt x="86" y="9"/>
                  <a:pt x="86" y="9"/>
                  <a:pt x="86" y="9"/>
                </a:cubicBezTo>
                <a:cubicBezTo>
                  <a:pt x="90" y="18"/>
                  <a:pt x="90" y="18"/>
                  <a:pt x="90" y="18"/>
                </a:cubicBezTo>
                <a:cubicBezTo>
                  <a:pt x="91" y="19"/>
                  <a:pt x="92" y="20"/>
                  <a:pt x="93" y="21"/>
                </a:cubicBezTo>
                <a:cubicBezTo>
                  <a:pt x="100" y="23"/>
                  <a:pt x="106" y="25"/>
                  <a:pt x="112" y="28"/>
                </a:cubicBezTo>
                <a:cubicBezTo>
                  <a:pt x="113" y="29"/>
                  <a:pt x="114" y="29"/>
                  <a:pt x="115" y="29"/>
                </a:cubicBezTo>
                <a:cubicBezTo>
                  <a:pt x="115" y="29"/>
                  <a:pt x="116" y="29"/>
                  <a:pt x="116" y="29"/>
                </a:cubicBezTo>
                <a:cubicBezTo>
                  <a:pt x="125" y="25"/>
                  <a:pt x="125" y="25"/>
                  <a:pt x="125" y="25"/>
                </a:cubicBezTo>
                <a:cubicBezTo>
                  <a:pt x="134" y="34"/>
                  <a:pt x="134" y="34"/>
                  <a:pt x="134" y="34"/>
                </a:cubicBezTo>
                <a:cubicBezTo>
                  <a:pt x="131" y="43"/>
                  <a:pt x="131" y="43"/>
                  <a:pt x="131" y="43"/>
                </a:cubicBezTo>
                <a:cubicBezTo>
                  <a:pt x="130" y="45"/>
                  <a:pt x="130" y="46"/>
                  <a:pt x="131" y="48"/>
                </a:cubicBezTo>
                <a:cubicBezTo>
                  <a:pt x="135" y="53"/>
                  <a:pt x="138" y="59"/>
                  <a:pt x="139" y="66"/>
                </a:cubicBezTo>
                <a:cubicBezTo>
                  <a:pt x="139" y="68"/>
                  <a:pt x="140" y="69"/>
                  <a:pt x="141" y="69"/>
                </a:cubicBezTo>
                <a:cubicBezTo>
                  <a:pt x="150" y="73"/>
                  <a:pt x="150" y="73"/>
                  <a:pt x="150" y="73"/>
                </a:cubicBezTo>
                <a:lnTo>
                  <a:pt x="150" y="87"/>
                </a:lnTo>
                <a:close/>
                <a:moveTo>
                  <a:pt x="80" y="29"/>
                </a:moveTo>
                <a:cubicBezTo>
                  <a:pt x="52" y="29"/>
                  <a:pt x="28" y="52"/>
                  <a:pt x="28" y="80"/>
                </a:cubicBezTo>
                <a:cubicBezTo>
                  <a:pt x="28" y="103"/>
                  <a:pt x="44" y="122"/>
                  <a:pt x="64" y="129"/>
                </a:cubicBezTo>
                <a:cubicBezTo>
                  <a:pt x="65" y="129"/>
                  <a:pt x="65" y="129"/>
                  <a:pt x="65" y="129"/>
                </a:cubicBezTo>
                <a:cubicBezTo>
                  <a:pt x="69" y="130"/>
                  <a:pt x="75" y="131"/>
                  <a:pt x="80" y="131"/>
                </a:cubicBezTo>
                <a:cubicBezTo>
                  <a:pt x="85" y="131"/>
                  <a:pt x="90" y="130"/>
                  <a:pt x="95" y="129"/>
                </a:cubicBezTo>
                <a:cubicBezTo>
                  <a:pt x="96" y="129"/>
                  <a:pt x="96" y="129"/>
                  <a:pt x="96" y="129"/>
                </a:cubicBezTo>
                <a:cubicBezTo>
                  <a:pt x="116" y="122"/>
                  <a:pt x="131" y="103"/>
                  <a:pt x="131" y="80"/>
                </a:cubicBezTo>
                <a:cubicBezTo>
                  <a:pt x="131" y="52"/>
                  <a:pt x="108" y="29"/>
                  <a:pt x="80" y="29"/>
                </a:cubicBezTo>
                <a:close/>
                <a:moveTo>
                  <a:pt x="89" y="121"/>
                </a:moveTo>
                <a:cubicBezTo>
                  <a:pt x="86" y="122"/>
                  <a:pt x="83" y="122"/>
                  <a:pt x="80" y="122"/>
                </a:cubicBezTo>
                <a:cubicBezTo>
                  <a:pt x="77" y="122"/>
                  <a:pt x="73" y="122"/>
                  <a:pt x="70" y="121"/>
                </a:cubicBezTo>
                <a:cubicBezTo>
                  <a:pt x="70" y="97"/>
                  <a:pt x="70" y="97"/>
                  <a:pt x="70" y="97"/>
                </a:cubicBezTo>
                <a:cubicBezTo>
                  <a:pt x="73" y="98"/>
                  <a:pt x="77" y="98"/>
                  <a:pt x="80" y="98"/>
                </a:cubicBezTo>
                <a:cubicBezTo>
                  <a:pt x="83" y="98"/>
                  <a:pt x="86" y="98"/>
                  <a:pt x="89" y="97"/>
                </a:cubicBezTo>
                <a:lnTo>
                  <a:pt x="89" y="121"/>
                </a:lnTo>
                <a:close/>
                <a:moveTo>
                  <a:pt x="72" y="87"/>
                </a:moveTo>
                <a:cubicBezTo>
                  <a:pt x="80" y="71"/>
                  <a:pt x="80" y="71"/>
                  <a:pt x="80" y="71"/>
                </a:cubicBezTo>
                <a:cubicBezTo>
                  <a:pt x="88" y="87"/>
                  <a:pt x="88" y="87"/>
                  <a:pt x="88" y="87"/>
                </a:cubicBezTo>
                <a:cubicBezTo>
                  <a:pt x="85" y="89"/>
                  <a:pt x="82" y="89"/>
                  <a:pt x="79" y="89"/>
                </a:cubicBezTo>
                <a:cubicBezTo>
                  <a:pt x="77" y="89"/>
                  <a:pt x="74" y="89"/>
                  <a:pt x="72" y="87"/>
                </a:cubicBezTo>
                <a:close/>
                <a:moveTo>
                  <a:pt x="98" y="118"/>
                </a:moveTo>
                <a:cubicBezTo>
                  <a:pt x="98" y="90"/>
                  <a:pt x="98" y="90"/>
                  <a:pt x="98" y="90"/>
                </a:cubicBezTo>
                <a:cubicBezTo>
                  <a:pt x="98" y="87"/>
                  <a:pt x="98" y="88"/>
                  <a:pt x="83" y="59"/>
                </a:cubicBezTo>
                <a:cubicBezTo>
                  <a:pt x="82" y="58"/>
                  <a:pt x="81" y="57"/>
                  <a:pt x="79" y="57"/>
                </a:cubicBezTo>
                <a:cubicBezTo>
                  <a:pt x="78" y="57"/>
                  <a:pt x="76" y="58"/>
                  <a:pt x="75" y="59"/>
                </a:cubicBezTo>
                <a:cubicBezTo>
                  <a:pt x="60" y="90"/>
                  <a:pt x="60" y="88"/>
                  <a:pt x="60" y="90"/>
                </a:cubicBezTo>
                <a:cubicBezTo>
                  <a:pt x="60" y="118"/>
                  <a:pt x="60" y="118"/>
                  <a:pt x="60" y="118"/>
                </a:cubicBezTo>
                <a:cubicBezTo>
                  <a:pt x="46" y="111"/>
                  <a:pt x="37" y="97"/>
                  <a:pt x="37" y="80"/>
                </a:cubicBezTo>
                <a:cubicBezTo>
                  <a:pt x="37" y="57"/>
                  <a:pt x="56" y="38"/>
                  <a:pt x="79" y="38"/>
                </a:cubicBezTo>
                <a:cubicBezTo>
                  <a:pt x="102" y="38"/>
                  <a:pt x="121" y="57"/>
                  <a:pt x="121" y="80"/>
                </a:cubicBezTo>
                <a:cubicBezTo>
                  <a:pt x="122" y="97"/>
                  <a:pt x="112" y="111"/>
                  <a:pt x="98" y="118"/>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40" name="Freeform 35">
            <a:extLst>
              <a:ext uri="{FF2B5EF4-FFF2-40B4-BE49-F238E27FC236}">
                <a16:creationId xmlns:a16="http://schemas.microsoft.com/office/drawing/2014/main" id="{028BB271-D7C3-4A31-AD85-01E3CBD99CA6}"/>
              </a:ext>
            </a:extLst>
          </p:cNvPr>
          <p:cNvSpPr>
            <a:spLocks noEditPoints="1"/>
          </p:cNvSpPr>
          <p:nvPr/>
        </p:nvSpPr>
        <p:spPr bwMode="auto">
          <a:xfrm>
            <a:off x="4566890" y="3609713"/>
            <a:ext cx="327721" cy="371881"/>
          </a:xfrm>
          <a:custGeom>
            <a:avLst/>
            <a:gdLst>
              <a:gd name="T0" fmla="*/ 70 w 141"/>
              <a:gd name="T1" fmla="*/ 10 h 160"/>
              <a:gd name="T2" fmla="*/ 125 w 141"/>
              <a:gd name="T3" fmla="*/ 37 h 160"/>
              <a:gd name="T4" fmla="*/ 107 w 141"/>
              <a:gd name="T5" fmla="*/ 46 h 160"/>
              <a:gd name="T6" fmla="*/ 73 w 141"/>
              <a:gd name="T7" fmla="*/ 29 h 160"/>
              <a:gd name="T8" fmla="*/ 71 w 141"/>
              <a:gd name="T9" fmla="*/ 28 h 160"/>
              <a:gd name="T10" fmla="*/ 68 w 141"/>
              <a:gd name="T11" fmla="*/ 29 h 160"/>
              <a:gd name="T12" fmla="*/ 33 w 141"/>
              <a:gd name="T13" fmla="*/ 46 h 160"/>
              <a:gd name="T14" fmla="*/ 16 w 141"/>
              <a:gd name="T15" fmla="*/ 37 h 160"/>
              <a:gd name="T16" fmla="*/ 70 w 141"/>
              <a:gd name="T17" fmla="*/ 10 h 160"/>
              <a:gd name="T18" fmla="*/ 70 w 141"/>
              <a:gd name="T19" fmla="*/ 10 h 160"/>
              <a:gd name="T20" fmla="*/ 65 w 141"/>
              <a:gd name="T21" fmla="*/ 41 h 160"/>
              <a:gd name="T22" fmla="*/ 65 w 141"/>
              <a:gd name="T23" fmla="*/ 83 h 160"/>
              <a:gd name="T24" fmla="*/ 37 w 141"/>
              <a:gd name="T25" fmla="*/ 97 h 160"/>
              <a:gd name="T26" fmla="*/ 37 w 141"/>
              <a:gd name="T27" fmla="*/ 55 h 160"/>
              <a:gd name="T28" fmla="*/ 65 w 141"/>
              <a:gd name="T29" fmla="*/ 41 h 160"/>
              <a:gd name="T30" fmla="*/ 65 w 141"/>
              <a:gd name="T31" fmla="*/ 41 h 160"/>
              <a:gd name="T32" fmla="*/ 75 w 141"/>
              <a:gd name="T33" fmla="*/ 41 h 160"/>
              <a:gd name="T34" fmla="*/ 103 w 141"/>
              <a:gd name="T35" fmla="*/ 55 h 160"/>
              <a:gd name="T36" fmla="*/ 103 w 141"/>
              <a:gd name="T37" fmla="*/ 97 h 160"/>
              <a:gd name="T38" fmla="*/ 75 w 141"/>
              <a:gd name="T39" fmla="*/ 83 h 160"/>
              <a:gd name="T40" fmla="*/ 75 w 141"/>
              <a:gd name="T41" fmla="*/ 41 h 160"/>
              <a:gd name="T42" fmla="*/ 75 w 141"/>
              <a:gd name="T43" fmla="*/ 41 h 160"/>
              <a:gd name="T44" fmla="*/ 70 w 141"/>
              <a:gd name="T45" fmla="*/ 90 h 160"/>
              <a:gd name="T46" fmla="*/ 97 w 141"/>
              <a:gd name="T47" fmla="*/ 104 h 160"/>
              <a:gd name="T48" fmla="*/ 70 w 141"/>
              <a:gd name="T49" fmla="*/ 118 h 160"/>
              <a:gd name="T50" fmla="*/ 44 w 141"/>
              <a:gd name="T51" fmla="*/ 104 h 160"/>
              <a:gd name="T52" fmla="*/ 70 w 141"/>
              <a:gd name="T53" fmla="*/ 90 h 160"/>
              <a:gd name="T54" fmla="*/ 70 w 141"/>
              <a:gd name="T55" fmla="*/ 90 h 160"/>
              <a:gd name="T56" fmla="*/ 10 w 141"/>
              <a:gd name="T57" fmla="*/ 45 h 160"/>
              <a:gd name="T58" fmla="*/ 28 w 141"/>
              <a:gd name="T59" fmla="*/ 55 h 160"/>
              <a:gd name="T60" fmla="*/ 28 w 141"/>
              <a:gd name="T61" fmla="*/ 105 h 160"/>
              <a:gd name="T62" fmla="*/ 31 w 141"/>
              <a:gd name="T63" fmla="*/ 108 h 160"/>
              <a:gd name="T64" fmla="*/ 65 w 141"/>
              <a:gd name="T65" fmla="*/ 126 h 160"/>
              <a:gd name="T66" fmla="*/ 65 w 141"/>
              <a:gd name="T67" fmla="*/ 147 h 160"/>
              <a:gd name="T68" fmla="*/ 10 w 141"/>
              <a:gd name="T69" fmla="*/ 118 h 160"/>
              <a:gd name="T70" fmla="*/ 10 w 141"/>
              <a:gd name="T71" fmla="*/ 45 h 160"/>
              <a:gd name="T72" fmla="*/ 10 w 141"/>
              <a:gd name="T73" fmla="*/ 45 h 160"/>
              <a:gd name="T74" fmla="*/ 131 w 141"/>
              <a:gd name="T75" fmla="*/ 45 h 160"/>
              <a:gd name="T76" fmla="*/ 131 w 141"/>
              <a:gd name="T77" fmla="*/ 119 h 160"/>
              <a:gd name="T78" fmla="*/ 75 w 141"/>
              <a:gd name="T79" fmla="*/ 147 h 160"/>
              <a:gd name="T80" fmla="*/ 75 w 141"/>
              <a:gd name="T81" fmla="*/ 126 h 160"/>
              <a:gd name="T82" fmla="*/ 109 w 141"/>
              <a:gd name="T83" fmla="*/ 109 h 160"/>
              <a:gd name="T84" fmla="*/ 112 w 141"/>
              <a:gd name="T85" fmla="*/ 105 h 160"/>
              <a:gd name="T86" fmla="*/ 112 w 141"/>
              <a:gd name="T87" fmla="*/ 55 h 160"/>
              <a:gd name="T88" fmla="*/ 131 w 141"/>
              <a:gd name="T89" fmla="*/ 45 h 160"/>
              <a:gd name="T90" fmla="*/ 131 w 141"/>
              <a:gd name="T91" fmla="*/ 45 h 160"/>
              <a:gd name="T92" fmla="*/ 70 w 141"/>
              <a:gd name="T93" fmla="*/ 0 h 160"/>
              <a:gd name="T94" fmla="*/ 68 w 141"/>
              <a:gd name="T95" fmla="*/ 1 h 160"/>
              <a:gd name="T96" fmla="*/ 4 w 141"/>
              <a:gd name="T97" fmla="*/ 33 h 160"/>
              <a:gd name="T98" fmla="*/ 0 w 141"/>
              <a:gd name="T99" fmla="*/ 38 h 160"/>
              <a:gd name="T100" fmla="*/ 0 w 141"/>
              <a:gd name="T101" fmla="*/ 122 h 160"/>
              <a:gd name="T102" fmla="*/ 3 w 141"/>
              <a:gd name="T103" fmla="*/ 127 h 160"/>
              <a:gd name="T104" fmla="*/ 68 w 141"/>
              <a:gd name="T105" fmla="*/ 160 h 160"/>
              <a:gd name="T106" fmla="*/ 70 w 141"/>
              <a:gd name="T107" fmla="*/ 160 h 160"/>
              <a:gd name="T108" fmla="*/ 72 w 141"/>
              <a:gd name="T109" fmla="*/ 160 h 160"/>
              <a:gd name="T110" fmla="*/ 138 w 141"/>
              <a:gd name="T111" fmla="*/ 127 h 160"/>
              <a:gd name="T112" fmla="*/ 141 w 141"/>
              <a:gd name="T113" fmla="*/ 122 h 160"/>
              <a:gd name="T114" fmla="*/ 141 w 141"/>
              <a:gd name="T115" fmla="*/ 37 h 160"/>
              <a:gd name="T116" fmla="*/ 138 w 141"/>
              <a:gd name="T117" fmla="*/ 34 h 160"/>
              <a:gd name="T118" fmla="*/ 72 w 141"/>
              <a:gd name="T119" fmla="*/ 1 h 160"/>
              <a:gd name="T120" fmla="*/ 70 w 141"/>
              <a:gd name="T121" fmla="*/ 0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41" h="160">
                <a:moveTo>
                  <a:pt x="70" y="10"/>
                </a:moveTo>
                <a:cubicBezTo>
                  <a:pt x="125" y="37"/>
                  <a:pt x="125" y="37"/>
                  <a:pt x="125" y="37"/>
                </a:cubicBezTo>
                <a:cubicBezTo>
                  <a:pt x="107" y="46"/>
                  <a:pt x="107" y="46"/>
                  <a:pt x="107" y="46"/>
                </a:cubicBezTo>
                <a:cubicBezTo>
                  <a:pt x="73" y="29"/>
                  <a:pt x="73" y="29"/>
                  <a:pt x="73" y="29"/>
                </a:cubicBezTo>
                <a:cubicBezTo>
                  <a:pt x="72" y="28"/>
                  <a:pt x="71" y="28"/>
                  <a:pt x="71" y="28"/>
                </a:cubicBezTo>
                <a:cubicBezTo>
                  <a:pt x="70" y="28"/>
                  <a:pt x="69" y="28"/>
                  <a:pt x="68" y="29"/>
                </a:cubicBezTo>
                <a:cubicBezTo>
                  <a:pt x="33" y="46"/>
                  <a:pt x="33" y="46"/>
                  <a:pt x="33" y="46"/>
                </a:cubicBezTo>
                <a:cubicBezTo>
                  <a:pt x="16" y="37"/>
                  <a:pt x="16" y="37"/>
                  <a:pt x="16" y="37"/>
                </a:cubicBezTo>
                <a:cubicBezTo>
                  <a:pt x="70" y="10"/>
                  <a:pt x="70" y="10"/>
                  <a:pt x="70" y="10"/>
                </a:cubicBezTo>
                <a:cubicBezTo>
                  <a:pt x="70" y="10"/>
                  <a:pt x="70" y="10"/>
                  <a:pt x="70" y="10"/>
                </a:cubicBezTo>
                <a:close/>
                <a:moveTo>
                  <a:pt x="65" y="41"/>
                </a:moveTo>
                <a:cubicBezTo>
                  <a:pt x="65" y="83"/>
                  <a:pt x="65" y="83"/>
                  <a:pt x="65" y="83"/>
                </a:cubicBezTo>
                <a:cubicBezTo>
                  <a:pt x="37" y="97"/>
                  <a:pt x="37" y="97"/>
                  <a:pt x="37" y="97"/>
                </a:cubicBezTo>
                <a:cubicBezTo>
                  <a:pt x="37" y="55"/>
                  <a:pt x="37" y="55"/>
                  <a:pt x="37" y="55"/>
                </a:cubicBezTo>
                <a:cubicBezTo>
                  <a:pt x="65" y="41"/>
                  <a:pt x="65" y="41"/>
                  <a:pt x="65" y="41"/>
                </a:cubicBezTo>
                <a:cubicBezTo>
                  <a:pt x="65" y="41"/>
                  <a:pt x="65" y="41"/>
                  <a:pt x="65" y="41"/>
                </a:cubicBezTo>
                <a:close/>
                <a:moveTo>
                  <a:pt x="75" y="41"/>
                </a:moveTo>
                <a:cubicBezTo>
                  <a:pt x="103" y="55"/>
                  <a:pt x="103" y="55"/>
                  <a:pt x="103" y="55"/>
                </a:cubicBezTo>
                <a:cubicBezTo>
                  <a:pt x="103" y="97"/>
                  <a:pt x="103" y="97"/>
                  <a:pt x="103" y="97"/>
                </a:cubicBezTo>
                <a:cubicBezTo>
                  <a:pt x="75" y="83"/>
                  <a:pt x="75" y="83"/>
                  <a:pt x="75" y="83"/>
                </a:cubicBezTo>
                <a:cubicBezTo>
                  <a:pt x="75" y="41"/>
                  <a:pt x="75" y="41"/>
                  <a:pt x="75" y="41"/>
                </a:cubicBezTo>
                <a:cubicBezTo>
                  <a:pt x="75" y="41"/>
                  <a:pt x="75" y="41"/>
                  <a:pt x="75" y="41"/>
                </a:cubicBezTo>
                <a:close/>
                <a:moveTo>
                  <a:pt x="70" y="90"/>
                </a:moveTo>
                <a:cubicBezTo>
                  <a:pt x="97" y="104"/>
                  <a:pt x="97" y="104"/>
                  <a:pt x="97" y="104"/>
                </a:cubicBezTo>
                <a:cubicBezTo>
                  <a:pt x="70" y="118"/>
                  <a:pt x="70" y="118"/>
                  <a:pt x="70" y="118"/>
                </a:cubicBezTo>
                <a:cubicBezTo>
                  <a:pt x="44" y="104"/>
                  <a:pt x="44" y="104"/>
                  <a:pt x="44" y="104"/>
                </a:cubicBezTo>
                <a:cubicBezTo>
                  <a:pt x="70" y="90"/>
                  <a:pt x="70" y="90"/>
                  <a:pt x="70" y="90"/>
                </a:cubicBezTo>
                <a:cubicBezTo>
                  <a:pt x="70" y="90"/>
                  <a:pt x="70" y="90"/>
                  <a:pt x="70" y="90"/>
                </a:cubicBezTo>
                <a:close/>
                <a:moveTo>
                  <a:pt x="10" y="45"/>
                </a:moveTo>
                <a:cubicBezTo>
                  <a:pt x="28" y="55"/>
                  <a:pt x="28" y="55"/>
                  <a:pt x="28" y="55"/>
                </a:cubicBezTo>
                <a:cubicBezTo>
                  <a:pt x="28" y="105"/>
                  <a:pt x="28" y="105"/>
                  <a:pt x="28" y="105"/>
                </a:cubicBezTo>
                <a:cubicBezTo>
                  <a:pt x="28" y="106"/>
                  <a:pt x="29" y="108"/>
                  <a:pt x="31" y="108"/>
                </a:cubicBezTo>
                <a:cubicBezTo>
                  <a:pt x="65" y="126"/>
                  <a:pt x="65" y="126"/>
                  <a:pt x="65" y="126"/>
                </a:cubicBezTo>
                <a:cubicBezTo>
                  <a:pt x="65" y="147"/>
                  <a:pt x="65" y="147"/>
                  <a:pt x="65" y="147"/>
                </a:cubicBezTo>
                <a:cubicBezTo>
                  <a:pt x="10" y="118"/>
                  <a:pt x="10" y="118"/>
                  <a:pt x="10" y="118"/>
                </a:cubicBezTo>
                <a:cubicBezTo>
                  <a:pt x="10" y="45"/>
                  <a:pt x="10" y="45"/>
                  <a:pt x="10" y="45"/>
                </a:cubicBezTo>
                <a:cubicBezTo>
                  <a:pt x="10" y="45"/>
                  <a:pt x="10" y="45"/>
                  <a:pt x="10" y="45"/>
                </a:cubicBezTo>
                <a:close/>
                <a:moveTo>
                  <a:pt x="131" y="45"/>
                </a:moveTo>
                <a:cubicBezTo>
                  <a:pt x="131" y="119"/>
                  <a:pt x="131" y="119"/>
                  <a:pt x="131" y="119"/>
                </a:cubicBezTo>
                <a:cubicBezTo>
                  <a:pt x="75" y="147"/>
                  <a:pt x="75" y="147"/>
                  <a:pt x="75" y="147"/>
                </a:cubicBezTo>
                <a:cubicBezTo>
                  <a:pt x="75" y="126"/>
                  <a:pt x="75" y="126"/>
                  <a:pt x="75" y="126"/>
                </a:cubicBezTo>
                <a:cubicBezTo>
                  <a:pt x="109" y="109"/>
                  <a:pt x="109" y="109"/>
                  <a:pt x="109" y="109"/>
                </a:cubicBezTo>
                <a:cubicBezTo>
                  <a:pt x="111" y="108"/>
                  <a:pt x="112" y="107"/>
                  <a:pt x="112" y="105"/>
                </a:cubicBezTo>
                <a:cubicBezTo>
                  <a:pt x="112" y="55"/>
                  <a:pt x="112" y="55"/>
                  <a:pt x="112" y="55"/>
                </a:cubicBezTo>
                <a:cubicBezTo>
                  <a:pt x="131" y="45"/>
                  <a:pt x="131" y="45"/>
                  <a:pt x="131" y="45"/>
                </a:cubicBezTo>
                <a:cubicBezTo>
                  <a:pt x="131" y="45"/>
                  <a:pt x="131" y="45"/>
                  <a:pt x="131" y="45"/>
                </a:cubicBezTo>
                <a:close/>
                <a:moveTo>
                  <a:pt x="70" y="0"/>
                </a:moveTo>
                <a:cubicBezTo>
                  <a:pt x="69" y="0"/>
                  <a:pt x="69" y="0"/>
                  <a:pt x="68" y="1"/>
                </a:cubicBezTo>
                <a:cubicBezTo>
                  <a:pt x="4" y="33"/>
                  <a:pt x="4" y="33"/>
                  <a:pt x="4" y="33"/>
                </a:cubicBezTo>
                <a:cubicBezTo>
                  <a:pt x="1" y="34"/>
                  <a:pt x="0" y="36"/>
                  <a:pt x="0" y="38"/>
                </a:cubicBezTo>
                <a:cubicBezTo>
                  <a:pt x="0" y="122"/>
                  <a:pt x="0" y="122"/>
                  <a:pt x="0" y="122"/>
                </a:cubicBezTo>
                <a:cubicBezTo>
                  <a:pt x="0" y="124"/>
                  <a:pt x="1" y="126"/>
                  <a:pt x="3" y="127"/>
                </a:cubicBezTo>
                <a:cubicBezTo>
                  <a:pt x="68" y="160"/>
                  <a:pt x="68" y="160"/>
                  <a:pt x="68" y="160"/>
                </a:cubicBezTo>
                <a:cubicBezTo>
                  <a:pt x="69" y="160"/>
                  <a:pt x="69" y="160"/>
                  <a:pt x="70" y="160"/>
                </a:cubicBezTo>
                <a:cubicBezTo>
                  <a:pt x="71" y="160"/>
                  <a:pt x="72" y="160"/>
                  <a:pt x="72" y="160"/>
                </a:cubicBezTo>
                <a:cubicBezTo>
                  <a:pt x="138" y="127"/>
                  <a:pt x="138" y="127"/>
                  <a:pt x="138" y="127"/>
                </a:cubicBezTo>
                <a:cubicBezTo>
                  <a:pt x="139" y="126"/>
                  <a:pt x="141" y="124"/>
                  <a:pt x="141" y="122"/>
                </a:cubicBezTo>
                <a:cubicBezTo>
                  <a:pt x="141" y="37"/>
                  <a:pt x="141" y="37"/>
                  <a:pt x="141" y="37"/>
                </a:cubicBezTo>
                <a:cubicBezTo>
                  <a:pt x="141" y="36"/>
                  <a:pt x="139" y="34"/>
                  <a:pt x="138" y="34"/>
                </a:cubicBezTo>
                <a:cubicBezTo>
                  <a:pt x="72" y="1"/>
                  <a:pt x="72" y="1"/>
                  <a:pt x="72" y="1"/>
                </a:cubicBezTo>
                <a:cubicBezTo>
                  <a:pt x="72" y="0"/>
                  <a:pt x="71" y="0"/>
                  <a:pt x="70"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1" name="Freeform 36">
            <a:extLst>
              <a:ext uri="{FF2B5EF4-FFF2-40B4-BE49-F238E27FC236}">
                <a16:creationId xmlns:a16="http://schemas.microsoft.com/office/drawing/2014/main" id="{DB731EC8-DC9D-417F-A117-4D667D7246C9}"/>
              </a:ext>
            </a:extLst>
          </p:cNvPr>
          <p:cNvSpPr>
            <a:spLocks noEditPoints="1"/>
          </p:cNvSpPr>
          <p:nvPr/>
        </p:nvSpPr>
        <p:spPr bwMode="auto">
          <a:xfrm>
            <a:off x="7292213" y="3638237"/>
            <a:ext cx="338074" cy="314832"/>
          </a:xfrm>
          <a:custGeom>
            <a:avLst/>
            <a:gdLst>
              <a:gd name="T0" fmla="*/ 79 w 160"/>
              <a:gd name="T1" fmla="*/ 10 h 149"/>
              <a:gd name="T2" fmla="*/ 121 w 160"/>
              <a:gd name="T3" fmla="*/ 49 h 149"/>
              <a:gd name="T4" fmla="*/ 107 w 160"/>
              <a:gd name="T5" fmla="*/ 47 h 149"/>
              <a:gd name="T6" fmla="*/ 79 w 160"/>
              <a:gd name="T7" fmla="*/ 55 h 149"/>
              <a:gd name="T8" fmla="*/ 51 w 160"/>
              <a:gd name="T9" fmla="*/ 47 h 149"/>
              <a:gd name="T10" fmla="*/ 37 w 160"/>
              <a:gd name="T11" fmla="*/ 49 h 149"/>
              <a:gd name="T12" fmla="*/ 79 w 160"/>
              <a:gd name="T13" fmla="*/ 10 h 149"/>
              <a:gd name="T14" fmla="*/ 51 w 160"/>
              <a:gd name="T15" fmla="*/ 56 h 149"/>
              <a:gd name="T16" fmla="*/ 71 w 160"/>
              <a:gd name="T17" fmla="*/ 62 h 149"/>
              <a:gd name="T18" fmla="*/ 57 w 160"/>
              <a:gd name="T19" fmla="*/ 87 h 149"/>
              <a:gd name="T20" fmla="*/ 38 w 160"/>
              <a:gd name="T21" fmla="*/ 58 h 149"/>
              <a:gd name="T22" fmla="*/ 51 w 160"/>
              <a:gd name="T23" fmla="*/ 56 h 149"/>
              <a:gd name="T24" fmla="*/ 108 w 160"/>
              <a:gd name="T25" fmla="*/ 56 h 149"/>
              <a:gd name="T26" fmla="*/ 121 w 160"/>
              <a:gd name="T27" fmla="*/ 58 h 149"/>
              <a:gd name="T28" fmla="*/ 102 w 160"/>
              <a:gd name="T29" fmla="*/ 87 h 149"/>
              <a:gd name="T30" fmla="*/ 87 w 160"/>
              <a:gd name="T31" fmla="*/ 62 h 149"/>
              <a:gd name="T32" fmla="*/ 108 w 160"/>
              <a:gd name="T33" fmla="*/ 56 h 149"/>
              <a:gd name="T34" fmla="*/ 79 w 160"/>
              <a:gd name="T35" fmla="*/ 67 h 149"/>
              <a:gd name="T36" fmla="*/ 93 w 160"/>
              <a:gd name="T37" fmla="*/ 91 h 149"/>
              <a:gd name="T38" fmla="*/ 79 w 160"/>
              <a:gd name="T39" fmla="*/ 93 h 149"/>
              <a:gd name="T40" fmla="*/ 66 w 160"/>
              <a:gd name="T41" fmla="*/ 91 h 149"/>
              <a:gd name="T42" fmla="*/ 79 w 160"/>
              <a:gd name="T43" fmla="*/ 67 h 149"/>
              <a:gd name="T44" fmla="*/ 65 w 160"/>
              <a:gd name="T45" fmla="*/ 101 h 149"/>
              <a:gd name="T46" fmla="*/ 65 w 160"/>
              <a:gd name="T47" fmla="*/ 101 h 149"/>
              <a:gd name="T48" fmla="*/ 79 w 160"/>
              <a:gd name="T49" fmla="*/ 103 h 149"/>
              <a:gd name="T50" fmla="*/ 94 w 160"/>
              <a:gd name="T51" fmla="*/ 101 h 149"/>
              <a:gd name="T52" fmla="*/ 94 w 160"/>
              <a:gd name="T53" fmla="*/ 101 h 149"/>
              <a:gd name="T54" fmla="*/ 79 w 160"/>
              <a:gd name="T55" fmla="*/ 129 h 149"/>
              <a:gd name="T56" fmla="*/ 65 w 160"/>
              <a:gd name="T57" fmla="*/ 101 h 149"/>
              <a:gd name="T58" fmla="*/ 29 w 160"/>
              <a:gd name="T59" fmla="*/ 62 h 149"/>
              <a:gd name="T60" fmla="*/ 56 w 160"/>
              <a:gd name="T61" fmla="*/ 97 h 149"/>
              <a:gd name="T62" fmla="*/ 56 w 160"/>
              <a:gd name="T63" fmla="*/ 99 h 149"/>
              <a:gd name="T64" fmla="*/ 71 w 160"/>
              <a:gd name="T65" fmla="*/ 135 h 149"/>
              <a:gd name="T66" fmla="*/ 51 w 160"/>
              <a:gd name="T67" fmla="*/ 139 h 149"/>
              <a:gd name="T68" fmla="*/ 9 w 160"/>
              <a:gd name="T69" fmla="*/ 98 h 149"/>
              <a:gd name="T70" fmla="*/ 29 w 160"/>
              <a:gd name="T71" fmla="*/ 62 h 149"/>
              <a:gd name="T72" fmla="*/ 129 w 160"/>
              <a:gd name="T73" fmla="*/ 62 h 149"/>
              <a:gd name="T74" fmla="*/ 150 w 160"/>
              <a:gd name="T75" fmla="*/ 97 h 149"/>
              <a:gd name="T76" fmla="*/ 107 w 160"/>
              <a:gd name="T77" fmla="*/ 139 h 149"/>
              <a:gd name="T78" fmla="*/ 87 w 160"/>
              <a:gd name="T79" fmla="*/ 134 h 149"/>
              <a:gd name="T80" fmla="*/ 102 w 160"/>
              <a:gd name="T81" fmla="*/ 98 h 149"/>
              <a:gd name="T82" fmla="*/ 102 w 160"/>
              <a:gd name="T83" fmla="*/ 97 h 149"/>
              <a:gd name="T84" fmla="*/ 129 w 160"/>
              <a:gd name="T85" fmla="*/ 62 h 149"/>
              <a:gd name="T86" fmla="*/ 79 w 160"/>
              <a:gd name="T87" fmla="*/ 0 h 149"/>
              <a:gd name="T88" fmla="*/ 28 w 160"/>
              <a:gd name="T89" fmla="*/ 51 h 149"/>
              <a:gd name="T90" fmla="*/ 28 w 160"/>
              <a:gd name="T91" fmla="*/ 52 h 149"/>
              <a:gd name="T92" fmla="*/ 0 w 160"/>
              <a:gd name="T93" fmla="*/ 98 h 149"/>
              <a:gd name="T94" fmla="*/ 52 w 160"/>
              <a:gd name="T95" fmla="*/ 149 h 149"/>
              <a:gd name="T96" fmla="*/ 80 w 160"/>
              <a:gd name="T97" fmla="*/ 141 h 149"/>
              <a:gd name="T98" fmla="*/ 108 w 160"/>
              <a:gd name="T99" fmla="*/ 149 h 149"/>
              <a:gd name="T100" fmla="*/ 160 w 160"/>
              <a:gd name="T101" fmla="*/ 98 h 149"/>
              <a:gd name="T102" fmla="*/ 131 w 160"/>
              <a:gd name="T103" fmla="*/ 52 h 149"/>
              <a:gd name="T104" fmla="*/ 131 w 160"/>
              <a:gd name="T105" fmla="*/ 51 h 149"/>
              <a:gd name="T106" fmla="*/ 79 w 160"/>
              <a:gd name="T107" fmla="*/ 0 h 1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60" h="149">
                <a:moveTo>
                  <a:pt x="79" y="10"/>
                </a:moveTo>
                <a:cubicBezTo>
                  <a:pt x="102" y="10"/>
                  <a:pt x="120" y="27"/>
                  <a:pt x="121" y="49"/>
                </a:cubicBezTo>
                <a:cubicBezTo>
                  <a:pt x="117" y="48"/>
                  <a:pt x="112" y="47"/>
                  <a:pt x="107" y="47"/>
                </a:cubicBezTo>
                <a:cubicBezTo>
                  <a:pt x="97" y="47"/>
                  <a:pt x="87" y="50"/>
                  <a:pt x="79" y="55"/>
                </a:cubicBezTo>
                <a:cubicBezTo>
                  <a:pt x="71" y="50"/>
                  <a:pt x="61" y="47"/>
                  <a:pt x="51" y="47"/>
                </a:cubicBezTo>
                <a:cubicBezTo>
                  <a:pt x="46" y="47"/>
                  <a:pt x="41" y="47"/>
                  <a:pt x="37" y="49"/>
                </a:cubicBezTo>
                <a:cubicBezTo>
                  <a:pt x="39" y="27"/>
                  <a:pt x="57" y="10"/>
                  <a:pt x="79" y="10"/>
                </a:cubicBezTo>
                <a:close/>
                <a:moveTo>
                  <a:pt x="51" y="56"/>
                </a:moveTo>
                <a:cubicBezTo>
                  <a:pt x="59" y="56"/>
                  <a:pt x="65" y="58"/>
                  <a:pt x="71" y="62"/>
                </a:cubicBezTo>
                <a:cubicBezTo>
                  <a:pt x="64" y="68"/>
                  <a:pt x="60" y="77"/>
                  <a:pt x="57" y="87"/>
                </a:cubicBezTo>
                <a:cubicBezTo>
                  <a:pt x="47" y="81"/>
                  <a:pt x="40" y="70"/>
                  <a:pt x="38" y="58"/>
                </a:cubicBezTo>
                <a:cubicBezTo>
                  <a:pt x="42" y="57"/>
                  <a:pt x="46" y="56"/>
                  <a:pt x="51" y="56"/>
                </a:cubicBezTo>
                <a:close/>
                <a:moveTo>
                  <a:pt x="108" y="56"/>
                </a:moveTo>
                <a:cubicBezTo>
                  <a:pt x="112" y="56"/>
                  <a:pt x="117" y="57"/>
                  <a:pt x="121" y="58"/>
                </a:cubicBezTo>
                <a:cubicBezTo>
                  <a:pt x="119" y="70"/>
                  <a:pt x="112" y="81"/>
                  <a:pt x="102" y="87"/>
                </a:cubicBezTo>
                <a:cubicBezTo>
                  <a:pt x="99" y="77"/>
                  <a:pt x="94" y="68"/>
                  <a:pt x="87" y="62"/>
                </a:cubicBezTo>
                <a:cubicBezTo>
                  <a:pt x="93" y="58"/>
                  <a:pt x="100" y="56"/>
                  <a:pt x="108" y="56"/>
                </a:cubicBezTo>
                <a:close/>
                <a:moveTo>
                  <a:pt x="79" y="67"/>
                </a:moveTo>
                <a:cubicBezTo>
                  <a:pt x="86" y="73"/>
                  <a:pt x="92" y="81"/>
                  <a:pt x="93" y="91"/>
                </a:cubicBezTo>
                <a:cubicBezTo>
                  <a:pt x="88" y="93"/>
                  <a:pt x="84" y="93"/>
                  <a:pt x="79" y="93"/>
                </a:cubicBezTo>
                <a:cubicBezTo>
                  <a:pt x="75" y="93"/>
                  <a:pt x="70" y="93"/>
                  <a:pt x="66" y="91"/>
                </a:cubicBezTo>
                <a:cubicBezTo>
                  <a:pt x="67" y="82"/>
                  <a:pt x="72" y="73"/>
                  <a:pt x="79" y="67"/>
                </a:cubicBezTo>
                <a:close/>
                <a:moveTo>
                  <a:pt x="65" y="101"/>
                </a:moveTo>
                <a:cubicBezTo>
                  <a:pt x="65" y="101"/>
                  <a:pt x="65" y="101"/>
                  <a:pt x="65" y="101"/>
                </a:cubicBezTo>
                <a:cubicBezTo>
                  <a:pt x="69" y="102"/>
                  <a:pt x="74" y="103"/>
                  <a:pt x="79" y="103"/>
                </a:cubicBezTo>
                <a:cubicBezTo>
                  <a:pt x="84" y="103"/>
                  <a:pt x="89" y="102"/>
                  <a:pt x="94" y="101"/>
                </a:cubicBezTo>
                <a:cubicBezTo>
                  <a:pt x="94" y="101"/>
                  <a:pt x="94" y="101"/>
                  <a:pt x="94" y="101"/>
                </a:cubicBezTo>
                <a:cubicBezTo>
                  <a:pt x="92" y="112"/>
                  <a:pt x="87" y="122"/>
                  <a:pt x="79" y="129"/>
                </a:cubicBezTo>
                <a:cubicBezTo>
                  <a:pt x="71" y="122"/>
                  <a:pt x="66" y="112"/>
                  <a:pt x="65" y="101"/>
                </a:cubicBezTo>
                <a:close/>
                <a:moveTo>
                  <a:pt x="29" y="62"/>
                </a:moveTo>
                <a:cubicBezTo>
                  <a:pt x="33" y="78"/>
                  <a:pt x="43" y="90"/>
                  <a:pt x="56" y="97"/>
                </a:cubicBezTo>
                <a:cubicBezTo>
                  <a:pt x="56" y="99"/>
                  <a:pt x="56" y="99"/>
                  <a:pt x="56" y="99"/>
                </a:cubicBezTo>
                <a:cubicBezTo>
                  <a:pt x="56" y="113"/>
                  <a:pt x="62" y="126"/>
                  <a:pt x="71" y="135"/>
                </a:cubicBezTo>
                <a:cubicBezTo>
                  <a:pt x="65" y="138"/>
                  <a:pt x="59" y="139"/>
                  <a:pt x="51" y="139"/>
                </a:cubicBezTo>
                <a:cubicBezTo>
                  <a:pt x="28" y="139"/>
                  <a:pt x="9" y="121"/>
                  <a:pt x="9" y="98"/>
                </a:cubicBezTo>
                <a:cubicBezTo>
                  <a:pt x="9" y="83"/>
                  <a:pt x="17" y="70"/>
                  <a:pt x="29" y="62"/>
                </a:cubicBezTo>
                <a:close/>
                <a:moveTo>
                  <a:pt x="129" y="62"/>
                </a:moveTo>
                <a:cubicBezTo>
                  <a:pt x="141" y="69"/>
                  <a:pt x="150" y="82"/>
                  <a:pt x="150" y="97"/>
                </a:cubicBezTo>
                <a:cubicBezTo>
                  <a:pt x="150" y="121"/>
                  <a:pt x="131" y="139"/>
                  <a:pt x="107" y="139"/>
                </a:cubicBezTo>
                <a:cubicBezTo>
                  <a:pt x="100" y="139"/>
                  <a:pt x="93" y="137"/>
                  <a:pt x="87" y="134"/>
                </a:cubicBezTo>
                <a:cubicBezTo>
                  <a:pt x="96" y="125"/>
                  <a:pt x="102" y="112"/>
                  <a:pt x="102" y="98"/>
                </a:cubicBezTo>
                <a:cubicBezTo>
                  <a:pt x="102" y="97"/>
                  <a:pt x="102" y="97"/>
                  <a:pt x="102" y="97"/>
                </a:cubicBezTo>
                <a:cubicBezTo>
                  <a:pt x="116" y="90"/>
                  <a:pt x="126" y="78"/>
                  <a:pt x="129" y="62"/>
                </a:cubicBezTo>
                <a:close/>
                <a:moveTo>
                  <a:pt x="79" y="0"/>
                </a:moveTo>
                <a:cubicBezTo>
                  <a:pt x="51" y="0"/>
                  <a:pt x="28" y="23"/>
                  <a:pt x="28" y="51"/>
                </a:cubicBezTo>
                <a:cubicBezTo>
                  <a:pt x="28" y="52"/>
                  <a:pt x="28" y="52"/>
                  <a:pt x="28" y="52"/>
                </a:cubicBezTo>
                <a:cubicBezTo>
                  <a:pt x="12" y="60"/>
                  <a:pt x="0" y="78"/>
                  <a:pt x="0" y="98"/>
                </a:cubicBezTo>
                <a:cubicBezTo>
                  <a:pt x="0" y="126"/>
                  <a:pt x="23" y="149"/>
                  <a:pt x="52" y="149"/>
                </a:cubicBezTo>
                <a:cubicBezTo>
                  <a:pt x="62" y="149"/>
                  <a:pt x="71" y="146"/>
                  <a:pt x="80" y="141"/>
                </a:cubicBezTo>
                <a:cubicBezTo>
                  <a:pt x="88" y="146"/>
                  <a:pt x="98" y="149"/>
                  <a:pt x="108" y="149"/>
                </a:cubicBezTo>
                <a:cubicBezTo>
                  <a:pt x="136" y="149"/>
                  <a:pt x="160" y="126"/>
                  <a:pt x="160" y="98"/>
                </a:cubicBezTo>
                <a:cubicBezTo>
                  <a:pt x="159" y="78"/>
                  <a:pt x="148" y="61"/>
                  <a:pt x="131" y="52"/>
                </a:cubicBezTo>
                <a:cubicBezTo>
                  <a:pt x="131" y="51"/>
                  <a:pt x="131" y="51"/>
                  <a:pt x="131" y="51"/>
                </a:cubicBezTo>
                <a:cubicBezTo>
                  <a:pt x="131" y="23"/>
                  <a:pt x="108" y="0"/>
                  <a:pt x="79"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42" name="Freeform 45">
            <a:extLst>
              <a:ext uri="{FF2B5EF4-FFF2-40B4-BE49-F238E27FC236}">
                <a16:creationId xmlns:a16="http://schemas.microsoft.com/office/drawing/2014/main" id="{61E36A46-38DA-4F77-BF85-5C384A07D330}"/>
              </a:ext>
            </a:extLst>
          </p:cNvPr>
          <p:cNvSpPr>
            <a:spLocks noEditPoints="1"/>
          </p:cNvSpPr>
          <p:nvPr/>
        </p:nvSpPr>
        <p:spPr bwMode="auto">
          <a:xfrm>
            <a:off x="10038080" y="3642944"/>
            <a:ext cx="307340" cy="305419"/>
          </a:xfrm>
          <a:custGeom>
            <a:avLst/>
            <a:gdLst>
              <a:gd name="T0" fmla="*/ 76 w 160"/>
              <a:gd name="T1" fmla="*/ 32 h 159"/>
              <a:gd name="T2" fmla="*/ 83 w 160"/>
              <a:gd name="T3" fmla="*/ 35 h 159"/>
              <a:gd name="T4" fmla="*/ 99 w 160"/>
              <a:gd name="T5" fmla="*/ 42 h 159"/>
              <a:gd name="T6" fmla="*/ 83 w 160"/>
              <a:gd name="T7" fmla="*/ 49 h 159"/>
              <a:gd name="T8" fmla="*/ 76 w 160"/>
              <a:gd name="T9" fmla="*/ 52 h 159"/>
              <a:gd name="T10" fmla="*/ 61 w 160"/>
              <a:gd name="T11" fmla="*/ 75 h 159"/>
              <a:gd name="T12" fmla="*/ 42 w 160"/>
              <a:gd name="T13" fmla="*/ 51 h 159"/>
              <a:gd name="T14" fmla="*/ 24 w 160"/>
              <a:gd name="T15" fmla="*/ 75 h 159"/>
              <a:gd name="T16" fmla="*/ 9 w 160"/>
              <a:gd name="T17" fmla="*/ 14 h 159"/>
              <a:gd name="T18" fmla="*/ 76 w 160"/>
              <a:gd name="T19" fmla="*/ 9 h 159"/>
              <a:gd name="T20" fmla="*/ 151 w 160"/>
              <a:gd name="T21" fmla="*/ 14 h 159"/>
              <a:gd name="T22" fmla="*/ 128 w 160"/>
              <a:gd name="T23" fmla="*/ 75 h 159"/>
              <a:gd name="T24" fmla="*/ 127 w 160"/>
              <a:gd name="T25" fmla="*/ 89 h 159"/>
              <a:gd name="T26" fmla="*/ 108 w 160"/>
              <a:gd name="T27" fmla="*/ 89 h 159"/>
              <a:gd name="T28" fmla="*/ 107 w 160"/>
              <a:gd name="T29" fmla="*/ 75 h 159"/>
              <a:gd name="T30" fmla="*/ 85 w 160"/>
              <a:gd name="T31" fmla="*/ 60 h 159"/>
              <a:gd name="T32" fmla="*/ 109 w 160"/>
              <a:gd name="T33" fmla="*/ 42 h 159"/>
              <a:gd name="T34" fmla="*/ 85 w 160"/>
              <a:gd name="T35" fmla="*/ 24 h 159"/>
              <a:gd name="T36" fmla="*/ 146 w 160"/>
              <a:gd name="T37" fmla="*/ 9 h 159"/>
              <a:gd name="T38" fmla="*/ 52 w 160"/>
              <a:gd name="T39" fmla="*/ 70 h 159"/>
              <a:gd name="T40" fmla="*/ 53 w 160"/>
              <a:gd name="T41" fmla="*/ 84 h 159"/>
              <a:gd name="T42" fmla="*/ 75 w 160"/>
              <a:gd name="T43" fmla="*/ 98 h 159"/>
              <a:gd name="T44" fmla="*/ 51 w 160"/>
              <a:gd name="T45" fmla="*/ 117 h 159"/>
              <a:gd name="T46" fmla="*/ 75 w 160"/>
              <a:gd name="T47" fmla="*/ 135 h 159"/>
              <a:gd name="T48" fmla="*/ 13 w 160"/>
              <a:gd name="T49" fmla="*/ 150 h 159"/>
              <a:gd name="T50" fmla="*/ 9 w 160"/>
              <a:gd name="T51" fmla="*/ 84 h 159"/>
              <a:gd name="T52" fmla="*/ 36 w 160"/>
              <a:gd name="T53" fmla="*/ 76 h 159"/>
              <a:gd name="T54" fmla="*/ 42 w 160"/>
              <a:gd name="T55" fmla="*/ 60 h 159"/>
              <a:gd name="T56" fmla="*/ 151 w 160"/>
              <a:gd name="T57" fmla="*/ 145 h 159"/>
              <a:gd name="T58" fmla="*/ 84 w 160"/>
              <a:gd name="T59" fmla="*/ 150 h 159"/>
              <a:gd name="T60" fmla="*/ 80 w 160"/>
              <a:gd name="T61" fmla="*/ 123 h 159"/>
              <a:gd name="T62" fmla="*/ 70 w 160"/>
              <a:gd name="T63" fmla="*/ 127 h 159"/>
              <a:gd name="T64" fmla="*/ 70 w 160"/>
              <a:gd name="T65" fmla="*/ 107 h 159"/>
              <a:gd name="T66" fmla="*/ 80 w 160"/>
              <a:gd name="T67" fmla="*/ 111 h 159"/>
              <a:gd name="T68" fmla="*/ 84 w 160"/>
              <a:gd name="T69" fmla="*/ 84 h 159"/>
              <a:gd name="T70" fmla="*/ 99 w 160"/>
              <a:gd name="T71" fmla="*/ 89 h 159"/>
              <a:gd name="T72" fmla="*/ 136 w 160"/>
              <a:gd name="T73" fmla="*/ 89 h 159"/>
              <a:gd name="T74" fmla="*/ 151 w 160"/>
              <a:gd name="T75" fmla="*/ 84 h 159"/>
              <a:gd name="T76" fmla="*/ 0 w 160"/>
              <a:gd name="T77" fmla="*/ 14 h 159"/>
              <a:gd name="T78" fmla="*/ 14 w 160"/>
              <a:gd name="T79" fmla="*/ 159 h 159"/>
              <a:gd name="T80" fmla="*/ 160 w 160"/>
              <a:gd name="T81" fmla="*/ 145 h 159"/>
              <a:gd name="T82" fmla="*/ 146 w 160"/>
              <a:gd name="T83" fmla="*/ 0 h 1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60" h="159">
                <a:moveTo>
                  <a:pt x="76" y="9"/>
                </a:moveTo>
                <a:cubicBezTo>
                  <a:pt x="76" y="32"/>
                  <a:pt x="76" y="32"/>
                  <a:pt x="76" y="32"/>
                </a:cubicBezTo>
                <a:cubicBezTo>
                  <a:pt x="76" y="34"/>
                  <a:pt x="78" y="36"/>
                  <a:pt x="80" y="36"/>
                </a:cubicBezTo>
                <a:cubicBezTo>
                  <a:pt x="81" y="36"/>
                  <a:pt x="82" y="36"/>
                  <a:pt x="83" y="35"/>
                </a:cubicBezTo>
                <a:cubicBezTo>
                  <a:pt x="85" y="34"/>
                  <a:pt x="87" y="33"/>
                  <a:pt x="89" y="33"/>
                </a:cubicBezTo>
                <a:cubicBezTo>
                  <a:pt x="95" y="33"/>
                  <a:pt x="99" y="37"/>
                  <a:pt x="99" y="42"/>
                </a:cubicBezTo>
                <a:cubicBezTo>
                  <a:pt x="99" y="47"/>
                  <a:pt x="95" y="52"/>
                  <a:pt x="89" y="52"/>
                </a:cubicBezTo>
                <a:cubicBezTo>
                  <a:pt x="87" y="52"/>
                  <a:pt x="85" y="50"/>
                  <a:pt x="83" y="49"/>
                </a:cubicBezTo>
                <a:cubicBezTo>
                  <a:pt x="82" y="48"/>
                  <a:pt x="81" y="48"/>
                  <a:pt x="80" y="48"/>
                </a:cubicBezTo>
                <a:cubicBezTo>
                  <a:pt x="78" y="48"/>
                  <a:pt x="76" y="50"/>
                  <a:pt x="76" y="52"/>
                </a:cubicBezTo>
                <a:cubicBezTo>
                  <a:pt x="76" y="75"/>
                  <a:pt x="76" y="75"/>
                  <a:pt x="76" y="75"/>
                </a:cubicBezTo>
                <a:cubicBezTo>
                  <a:pt x="61" y="75"/>
                  <a:pt x="61" y="75"/>
                  <a:pt x="61" y="75"/>
                </a:cubicBezTo>
                <a:cubicBezTo>
                  <a:pt x="61" y="73"/>
                  <a:pt x="61" y="71"/>
                  <a:pt x="61" y="70"/>
                </a:cubicBezTo>
                <a:cubicBezTo>
                  <a:pt x="61" y="59"/>
                  <a:pt x="53" y="51"/>
                  <a:pt x="42" y="51"/>
                </a:cubicBezTo>
                <a:cubicBezTo>
                  <a:pt x="32" y="51"/>
                  <a:pt x="23" y="59"/>
                  <a:pt x="23" y="70"/>
                </a:cubicBezTo>
                <a:cubicBezTo>
                  <a:pt x="23" y="71"/>
                  <a:pt x="23" y="73"/>
                  <a:pt x="24" y="75"/>
                </a:cubicBezTo>
                <a:cubicBezTo>
                  <a:pt x="9" y="75"/>
                  <a:pt x="9" y="75"/>
                  <a:pt x="9" y="75"/>
                </a:cubicBezTo>
                <a:cubicBezTo>
                  <a:pt x="9" y="14"/>
                  <a:pt x="9" y="14"/>
                  <a:pt x="9" y="14"/>
                </a:cubicBezTo>
                <a:cubicBezTo>
                  <a:pt x="9" y="11"/>
                  <a:pt x="11" y="9"/>
                  <a:pt x="14" y="9"/>
                </a:cubicBezTo>
                <a:lnTo>
                  <a:pt x="76" y="9"/>
                </a:lnTo>
                <a:close/>
                <a:moveTo>
                  <a:pt x="146" y="9"/>
                </a:moveTo>
                <a:cubicBezTo>
                  <a:pt x="148" y="9"/>
                  <a:pt x="151" y="11"/>
                  <a:pt x="151" y="14"/>
                </a:cubicBezTo>
                <a:cubicBezTo>
                  <a:pt x="151" y="75"/>
                  <a:pt x="151" y="75"/>
                  <a:pt x="151" y="75"/>
                </a:cubicBezTo>
                <a:cubicBezTo>
                  <a:pt x="128" y="75"/>
                  <a:pt x="128" y="75"/>
                  <a:pt x="128" y="75"/>
                </a:cubicBezTo>
                <a:cubicBezTo>
                  <a:pt x="124" y="75"/>
                  <a:pt x="122" y="80"/>
                  <a:pt x="124" y="83"/>
                </a:cubicBezTo>
                <a:cubicBezTo>
                  <a:pt x="126" y="85"/>
                  <a:pt x="127" y="87"/>
                  <a:pt x="127" y="89"/>
                </a:cubicBezTo>
                <a:cubicBezTo>
                  <a:pt x="127" y="94"/>
                  <a:pt x="123" y="98"/>
                  <a:pt x="118" y="98"/>
                </a:cubicBezTo>
                <a:cubicBezTo>
                  <a:pt x="112" y="98"/>
                  <a:pt x="108" y="94"/>
                  <a:pt x="108" y="89"/>
                </a:cubicBezTo>
                <a:cubicBezTo>
                  <a:pt x="108" y="87"/>
                  <a:pt x="109" y="84"/>
                  <a:pt x="110" y="83"/>
                </a:cubicBezTo>
                <a:cubicBezTo>
                  <a:pt x="113" y="80"/>
                  <a:pt x="111" y="75"/>
                  <a:pt x="107" y="75"/>
                </a:cubicBezTo>
                <a:cubicBezTo>
                  <a:pt x="85" y="75"/>
                  <a:pt x="85" y="75"/>
                  <a:pt x="85" y="75"/>
                </a:cubicBezTo>
                <a:cubicBezTo>
                  <a:pt x="85" y="60"/>
                  <a:pt x="85" y="60"/>
                  <a:pt x="85" y="60"/>
                </a:cubicBezTo>
                <a:cubicBezTo>
                  <a:pt x="86" y="61"/>
                  <a:pt x="88" y="61"/>
                  <a:pt x="89" y="61"/>
                </a:cubicBezTo>
                <a:cubicBezTo>
                  <a:pt x="100" y="61"/>
                  <a:pt x="109" y="52"/>
                  <a:pt x="109" y="42"/>
                </a:cubicBezTo>
                <a:cubicBezTo>
                  <a:pt x="109" y="32"/>
                  <a:pt x="100" y="23"/>
                  <a:pt x="89" y="23"/>
                </a:cubicBezTo>
                <a:cubicBezTo>
                  <a:pt x="88" y="23"/>
                  <a:pt x="86" y="23"/>
                  <a:pt x="85" y="24"/>
                </a:cubicBezTo>
                <a:cubicBezTo>
                  <a:pt x="85" y="9"/>
                  <a:pt x="85" y="9"/>
                  <a:pt x="85" y="9"/>
                </a:cubicBezTo>
                <a:cubicBezTo>
                  <a:pt x="146" y="9"/>
                  <a:pt x="146" y="9"/>
                  <a:pt x="146" y="9"/>
                </a:cubicBezTo>
                <a:close/>
                <a:moveTo>
                  <a:pt x="42" y="60"/>
                </a:moveTo>
                <a:cubicBezTo>
                  <a:pt x="47" y="60"/>
                  <a:pt x="52" y="65"/>
                  <a:pt x="52" y="70"/>
                </a:cubicBezTo>
                <a:cubicBezTo>
                  <a:pt x="52" y="72"/>
                  <a:pt x="51" y="75"/>
                  <a:pt x="49" y="76"/>
                </a:cubicBezTo>
                <a:cubicBezTo>
                  <a:pt x="47" y="79"/>
                  <a:pt x="49" y="84"/>
                  <a:pt x="53" y="84"/>
                </a:cubicBezTo>
                <a:cubicBezTo>
                  <a:pt x="75" y="84"/>
                  <a:pt x="75" y="84"/>
                  <a:pt x="75" y="84"/>
                </a:cubicBezTo>
                <a:cubicBezTo>
                  <a:pt x="75" y="98"/>
                  <a:pt x="75" y="98"/>
                  <a:pt x="75" y="98"/>
                </a:cubicBezTo>
                <a:cubicBezTo>
                  <a:pt x="73" y="98"/>
                  <a:pt x="72" y="98"/>
                  <a:pt x="70" y="98"/>
                </a:cubicBezTo>
                <a:cubicBezTo>
                  <a:pt x="60" y="98"/>
                  <a:pt x="51" y="106"/>
                  <a:pt x="51" y="117"/>
                </a:cubicBezTo>
                <a:cubicBezTo>
                  <a:pt x="51" y="127"/>
                  <a:pt x="60" y="136"/>
                  <a:pt x="70" y="136"/>
                </a:cubicBezTo>
                <a:cubicBezTo>
                  <a:pt x="72" y="136"/>
                  <a:pt x="73" y="136"/>
                  <a:pt x="75" y="135"/>
                </a:cubicBezTo>
                <a:cubicBezTo>
                  <a:pt x="75" y="150"/>
                  <a:pt x="75" y="150"/>
                  <a:pt x="75" y="150"/>
                </a:cubicBezTo>
                <a:cubicBezTo>
                  <a:pt x="13" y="150"/>
                  <a:pt x="13" y="150"/>
                  <a:pt x="13" y="150"/>
                </a:cubicBezTo>
                <a:cubicBezTo>
                  <a:pt x="11" y="150"/>
                  <a:pt x="9" y="148"/>
                  <a:pt x="9" y="145"/>
                </a:cubicBezTo>
                <a:cubicBezTo>
                  <a:pt x="9" y="84"/>
                  <a:pt x="9" y="84"/>
                  <a:pt x="9" y="84"/>
                </a:cubicBezTo>
                <a:cubicBezTo>
                  <a:pt x="32" y="84"/>
                  <a:pt x="32" y="84"/>
                  <a:pt x="32" y="84"/>
                </a:cubicBezTo>
                <a:cubicBezTo>
                  <a:pt x="36" y="84"/>
                  <a:pt x="38" y="79"/>
                  <a:pt x="36" y="76"/>
                </a:cubicBezTo>
                <a:cubicBezTo>
                  <a:pt x="34" y="75"/>
                  <a:pt x="33" y="73"/>
                  <a:pt x="33" y="70"/>
                </a:cubicBezTo>
                <a:cubicBezTo>
                  <a:pt x="33" y="65"/>
                  <a:pt x="37" y="60"/>
                  <a:pt x="42" y="60"/>
                </a:cubicBezTo>
                <a:close/>
                <a:moveTo>
                  <a:pt x="151" y="84"/>
                </a:moveTo>
                <a:cubicBezTo>
                  <a:pt x="151" y="145"/>
                  <a:pt x="151" y="145"/>
                  <a:pt x="151" y="145"/>
                </a:cubicBezTo>
                <a:cubicBezTo>
                  <a:pt x="151" y="148"/>
                  <a:pt x="149" y="150"/>
                  <a:pt x="146" y="150"/>
                </a:cubicBezTo>
                <a:cubicBezTo>
                  <a:pt x="84" y="150"/>
                  <a:pt x="84" y="150"/>
                  <a:pt x="84" y="150"/>
                </a:cubicBezTo>
                <a:cubicBezTo>
                  <a:pt x="84" y="127"/>
                  <a:pt x="84" y="127"/>
                  <a:pt x="84" y="127"/>
                </a:cubicBezTo>
                <a:cubicBezTo>
                  <a:pt x="84" y="124"/>
                  <a:pt x="82" y="123"/>
                  <a:pt x="80" y="123"/>
                </a:cubicBezTo>
                <a:cubicBezTo>
                  <a:pt x="78" y="123"/>
                  <a:pt x="77" y="123"/>
                  <a:pt x="76" y="124"/>
                </a:cubicBezTo>
                <a:cubicBezTo>
                  <a:pt x="75" y="125"/>
                  <a:pt x="73" y="127"/>
                  <a:pt x="70" y="127"/>
                </a:cubicBezTo>
                <a:cubicBezTo>
                  <a:pt x="65" y="127"/>
                  <a:pt x="61" y="122"/>
                  <a:pt x="61" y="117"/>
                </a:cubicBezTo>
                <a:cubicBezTo>
                  <a:pt x="61" y="112"/>
                  <a:pt x="65" y="107"/>
                  <a:pt x="70" y="107"/>
                </a:cubicBezTo>
                <a:cubicBezTo>
                  <a:pt x="72" y="107"/>
                  <a:pt x="75" y="109"/>
                  <a:pt x="76" y="110"/>
                </a:cubicBezTo>
                <a:cubicBezTo>
                  <a:pt x="77" y="111"/>
                  <a:pt x="78" y="111"/>
                  <a:pt x="80" y="111"/>
                </a:cubicBezTo>
                <a:cubicBezTo>
                  <a:pt x="82" y="111"/>
                  <a:pt x="84" y="109"/>
                  <a:pt x="84" y="106"/>
                </a:cubicBezTo>
                <a:cubicBezTo>
                  <a:pt x="84" y="84"/>
                  <a:pt x="84" y="84"/>
                  <a:pt x="84" y="84"/>
                </a:cubicBezTo>
                <a:cubicBezTo>
                  <a:pt x="99" y="84"/>
                  <a:pt x="99" y="84"/>
                  <a:pt x="99" y="84"/>
                </a:cubicBezTo>
                <a:cubicBezTo>
                  <a:pt x="99" y="86"/>
                  <a:pt x="99" y="87"/>
                  <a:pt x="99" y="89"/>
                </a:cubicBezTo>
                <a:cubicBezTo>
                  <a:pt x="99" y="99"/>
                  <a:pt x="107" y="107"/>
                  <a:pt x="118" y="107"/>
                </a:cubicBezTo>
                <a:cubicBezTo>
                  <a:pt x="128" y="107"/>
                  <a:pt x="136" y="99"/>
                  <a:pt x="136" y="89"/>
                </a:cubicBezTo>
                <a:cubicBezTo>
                  <a:pt x="136" y="87"/>
                  <a:pt x="136" y="86"/>
                  <a:pt x="136" y="84"/>
                </a:cubicBezTo>
                <a:lnTo>
                  <a:pt x="151" y="84"/>
                </a:lnTo>
                <a:close/>
                <a:moveTo>
                  <a:pt x="14" y="0"/>
                </a:moveTo>
                <a:cubicBezTo>
                  <a:pt x="6" y="0"/>
                  <a:pt x="0" y="6"/>
                  <a:pt x="0" y="14"/>
                </a:cubicBezTo>
                <a:cubicBezTo>
                  <a:pt x="0" y="145"/>
                  <a:pt x="0" y="145"/>
                  <a:pt x="0" y="145"/>
                </a:cubicBezTo>
                <a:cubicBezTo>
                  <a:pt x="0" y="153"/>
                  <a:pt x="6" y="159"/>
                  <a:pt x="14" y="159"/>
                </a:cubicBezTo>
                <a:cubicBezTo>
                  <a:pt x="146" y="159"/>
                  <a:pt x="146" y="159"/>
                  <a:pt x="146" y="159"/>
                </a:cubicBezTo>
                <a:cubicBezTo>
                  <a:pt x="154" y="159"/>
                  <a:pt x="160" y="153"/>
                  <a:pt x="160" y="145"/>
                </a:cubicBezTo>
                <a:cubicBezTo>
                  <a:pt x="160" y="14"/>
                  <a:pt x="160" y="14"/>
                  <a:pt x="160" y="14"/>
                </a:cubicBezTo>
                <a:cubicBezTo>
                  <a:pt x="159" y="6"/>
                  <a:pt x="153" y="0"/>
                  <a:pt x="146" y="0"/>
                </a:cubicBezTo>
                <a:lnTo>
                  <a:pt x="14" y="0"/>
                </a:ln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endParaRPr lang="en-US"/>
          </a:p>
        </p:txBody>
      </p:sp>
      <p:pic>
        <p:nvPicPr>
          <p:cNvPr id="4" name="Imagen 3">
            <a:extLst>
              <a:ext uri="{FF2B5EF4-FFF2-40B4-BE49-F238E27FC236}">
                <a16:creationId xmlns:a16="http://schemas.microsoft.com/office/drawing/2014/main" id="{D1C9199A-63FB-52A7-9487-196DED709C5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9795" y="6368290"/>
            <a:ext cx="1498186" cy="239305"/>
          </a:xfrm>
          <a:prstGeom prst="rect">
            <a:avLst/>
          </a:prstGeom>
        </p:spPr>
      </p:pic>
      <p:pic>
        <p:nvPicPr>
          <p:cNvPr id="7" name="Imagen 6">
            <a:extLst>
              <a:ext uri="{FF2B5EF4-FFF2-40B4-BE49-F238E27FC236}">
                <a16:creationId xmlns:a16="http://schemas.microsoft.com/office/drawing/2014/main" id="{B62A53B4-68F7-9F98-B0F3-745FD09A1812}"/>
              </a:ext>
            </a:extLst>
          </p:cNvPr>
          <p:cNvPicPr>
            <a:picLocks noChangeAspect="1"/>
          </p:cNvPicPr>
          <p:nvPr/>
        </p:nvPicPr>
        <p:blipFill>
          <a:blip r:embed="rId3"/>
          <a:stretch>
            <a:fillRect/>
          </a:stretch>
        </p:blipFill>
        <p:spPr>
          <a:xfrm>
            <a:off x="10547350" y="6165838"/>
            <a:ext cx="1360142" cy="644208"/>
          </a:xfrm>
          <a:prstGeom prst="rect">
            <a:avLst/>
          </a:prstGeom>
        </p:spPr>
      </p:pic>
    </p:spTree>
    <p:extLst>
      <p:ext uri="{BB962C8B-B14F-4D97-AF65-F5344CB8AC3E}">
        <p14:creationId xmlns:p14="http://schemas.microsoft.com/office/powerpoint/2010/main" val="8994785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p:cNvSpPr/>
          <p:nvPr/>
        </p:nvSpPr>
        <p:spPr>
          <a:xfrm>
            <a:off x="0" y="2009776"/>
            <a:ext cx="12192000" cy="4848224"/>
          </a:xfrm>
          <a:prstGeom prst="rect">
            <a:avLst/>
          </a:prstGeom>
          <a:solidFill>
            <a:srgbClr val="605F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9480C862-2AFD-A604-16AF-895FB8FC3E26}"/>
              </a:ext>
            </a:extLst>
          </p:cNvPr>
          <p:cNvSpPr txBox="1"/>
          <p:nvPr/>
        </p:nvSpPr>
        <p:spPr>
          <a:xfrm>
            <a:off x="4626752" y="2591846"/>
            <a:ext cx="800219" cy="446276"/>
          </a:xfrm>
          <a:prstGeom prst="rect">
            <a:avLst/>
          </a:prstGeom>
          <a:noFill/>
        </p:spPr>
        <p:txBody>
          <a:bodyPr wrap="none" rtlCol="0">
            <a:spAutoFit/>
          </a:bodyPr>
          <a:lstStyle/>
          <a:p>
            <a:r>
              <a:rPr lang="af-ZA" sz="2300" b="1">
                <a:solidFill>
                  <a:schemeClr val="bg1"/>
                </a:solidFill>
                <a:latin typeface="Open Sans" panose="020B0606030504020204" pitchFamily="34" charset="0"/>
                <a:ea typeface="Open Sans" panose="020B0606030504020204" pitchFamily="34" charset="0"/>
                <a:cs typeface="Open Sans" panose="020B0606030504020204" pitchFamily="34" charset="0"/>
              </a:rPr>
              <a:t>1.8K</a:t>
            </a:r>
            <a:endParaRPr lang="en-US" sz="2300" b="1">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3" name="TextBox 2">
            <a:extLst>
              <a:ext uri="{FF2B5EF4-FFF2-40B4-BE49-F238E27FC236}">
                <a16:creationId xmlns:a16="http://schemas.microsoft.com/office/drawing/2014/main" id="{BC1C2878-9239-1609-9488-FD726F16D676}"/>
              </a:ext>
            </a:extLst>
          </p:cNvPr>
          <p:cNvSpPr txBox="1"/>
          <p:nvPr/>
        </p:nvSpPr>
        <p:spPr>
          <a:xfrm>
            <a:off x="4626752" y="3344553"/>
            <a:ext cx="1921119" cy="504177"/>
          </a:xfrm>
          <a:prstGeom prst="rect">
            <a:avLst/>
          </a:prstGeom>
          <a:noFill/>
        </p:spPr>
        <p:txBody>
          <a:bodyPr wrap="square">
            <a:spAutoFit/>
          </a:bodyPr>
          <a:lstStyle/>
          <a:p>
            <a:pPr>
              <a:lnSpc>
                <a:spcPts val="1700"/>
              </a:lnSpc>
            </a:pPr>
            <a:r>
              <a:rPr lang="en-US" sz="900" i="0">
                <a:solidFill>
                  <a:schemeClr val="bg1"/>
                </a:solidFill>
                <a:effectLst/>
                <a:latin typeface="Open Sans" panose="020B0606030504020204" pitchFamily="34" charset="0"/>
              </a:rPr>
              <a:t>Lorem Ipsum </a:t>
            </a:r>
            <a:r>
              <a:rPr lang="en-US" sz="900" b="0" i="0">
                <a:solidFill>
                  <a:schemeClr val="bg1"/>
                </a:solidFill>
                <a:effectLst/>
                <a:latin typeface="Open Sans" panose="020B0606030504020204" pitchFamily="34" charset="0"/>
              </a:rPr>
              <a:t>is simply dummy been the industry’s.</a:t>
            </a:r>
            <a:endParaRPr lang="en-US" sz="900">
              <a:solidFill>
                <a:schemeClr val="bg1"/>
              </a:solidFill>
            </a:endParaRPr>
          </a:p>
        </p:txBody>
      </p:sp>
      <p:sp>
        <p:nvSpPr>
          <p:cNvPr id="4" name="TextBox 3">
            <a:extLst>
              <a:ext uri="{FF2B5EF4-FFF2-40B4-BE49-F238E27FC236}">
                <a16:creationId xmlns:a16="http://schemas.microsoft.com/office/drawing/2014/main" id="{C888C14D-39AC-CD77-ADC5-3CBB491B547D}"/>
              </a:ext>
            </a:extLst>
          </p:cNvPr>
          <p:cNvSpPr txBox="1"/>
          <p:nvPr/>
        </p:nvSpPr>
        <p:spPr>
          <a:xfrm>
            <a:off x="4619132" y="3096042"/>
            <a:ext cx="1197764" cy="276999"/>
          </a:xfrm>
          <a:prstGeom prst="rect">
            <a:avLst/>
          </a:prstGeom>
          <a:noFill/>
        </p:spPr>
        <p:txBody>
          <a:bodyPr wrap="none" rtlCol="0">
            <a:spAutoFit/>
          </a:bodyPr>
          <a:lstStyle/>
          <a:p>
            <a:r>
              <a:rPr lang="af-ZA" sz="1200" b="1">
                <a:solidFill>
                  <a:schemeClr val="bg1"/>
                </a:solidFill>
                <a:latin typeface="Open Sans" panose="020B0606030504020204" pitchFamily="34" charset="0"/>
                <a:ea typeface="Open Sans" panose="020B0606030504020204" pitchFamily="34" charset="0"/>
                <a:cs typeface="Open Sans" panose="020B0606030504020204" pitchFamily="34" charset="0"/>
              </a:rPr>
              <a:t>Subtitle Here</a:t>
            </a:r>
            <a:endParaRPr lang="en-US" sz="1200" b="1">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5" name="TextBox 4">
            <a:extLst>
              <a:ext uri="{FF2B5EF4-FFF2-40B4-BE49-F238E27FC236}">
                <a16:creationId xmlns:a16="http://schemas.microsoft.com/office/drawing/2014/main" id="{1B4391E5-4C42-F3C3-DFAA-B3FEDE947547}"/>
              </a:ext>
            </a:extLst>
          </p:cNvPr>
          <p:cNvSpPr txBox="1"/>
          <p:nvPr/>
        </p:nvSpPr>
        <p:spPr>
          <a:xfrm>
            <a:off x="9392585" y="2591846"/>
            <a:ext cx="800219" cy="446276"/>
          </a:xfrm>
          <a:prstGeom prst="rect">
            <a:avLst/>
          </a:prstGeom>
          <a:noFill/>
        </p:spPr>
        <p:txBody>
          <a:bodyPr wrap="none" rtlCol="0">
            <a:spAutoFit/>
          </a:bodyPr>
          <a:lstStyle/>
          <a:p>
            <a:r>
              <a:rPr lang="af-ZA" sz="2300" b="1">
                <a:solidFill>
                  <a:schemeClr val="bg1"/>
                </a:solidFill>
                <a:latin typeface="Open Sans" panose="020B0606030504020204" pitchFamily="34" charset="0"/>
                <a:ea typeface="Open Sans" panose="020B0606030504020204" pitchFamily="34" charset="0"/>
                <a:cs typeface="Open Sans" panose="020B0606030504020204" pitchFamily="34" charset="0"/>
              </a:rPr>
              <a:t>4.5K</a:t>
            </a:r>
            <a:endParaRPr lang="en-US" sz="2300" b="1">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6" name="TextBox 5">
            <a:extLst>
              <a:ext uri="{FF2B5EF4-FFF2-40B4-BE49-F238E27FC236}">
                <a16:creationId xmlns:a16="http://schemas.microsoft.com/office/drawing/2014/main" id="{5D399F08-E4C1-7766-1F88-CD02A9083DD0}"/>
              </a:ext>
            </a:extLst>
          </p:cNvPr>
          <p:cNvSpPr txBox="1"/>
          <p:nvPr/>
        </p:nvSpPr>
        <p:spPr>
          <a:xfrm>
            <a:off x="9392585" y="3344553"/>
            <a:ext cx="1921119" cy="504177"/>
          </a:xfrm>
          <a:prstGeom prst="rect">
            <a:avLst/>
          </a:prstGeom>
          <a:noFill/>
        </p:spPr>
        <p:txBody>
          <a:bodyPr wrap="square">
            <a:spAutoFit/>
          </a:bodyPr>
          <a:lstStyle/>
          <a:p>
            <a:pPr>
              <a:lnSpc>
                <a:spcPts val="1700"/>
              </a:lnSpc>
            </a:pPr>
            <a:r>
              <a:rPr lang="en-US" sz="900" i="0">
                <a:solidFill>
                  <a:schemeClr val="bg1"/>
                </a:solidFill>
                <a:effectLst/>
                <a:latin typeface="Open Sans" panose="020B0606030504020204" pitchFamily="34" charset="0"/>
              </a:rPr>
              <a:t>Lorem Ipsum </a:t>
            </a:r>
            <a:r>
              <a:rPr lang="en-US" sz="900" b="0" i="0">
                <a:solidFill>
                  <a:schemeClr val="bg1"/>
                </a:solidFill>
                <a:effectLst/>
                <a:latin typeface="Open Sans" panose="020B0606030504020204" pitchFamily="34" charset="0"/>
              </a:rPr>
              <a:t>is simply dummy been the industry’s.</a:t>
            </a:r>
            <a:endParaRPr lang="en-US" sz="900">
              <a:solidFill>
                <a:schemeClr val="bg1"/>
              </a:solidFill>
            </a:endParaRPr>
          </a:p>
        </p:txBody>
      </p:sp>
      <p:sp>
        <p:nvSpPr>
          <p:cNvPr id="7" name="TextBox 6">
            <a:extLst>
              <a:ext uri="{FF2B5EF4-FFF2-40B4-BE49-F238E27FC236}">
                <a16:creationId xmlns:a16="http://schemas.microsoft.com/office/drawing/2014/main" id="{9F936B0F-9531-C8FE-8030-60E3870BED8B}"/>
              </a:ext>
            </a:extLst>
          </p:cNvPr>
          <p:cNvSpPr txBox="1"/>
          <p:nvPr/>
        </p:nvSpPr>
        <p:spPr>
          <a:xfrm>
            <a:off x="9384965" y="3096042"/>
            <a:ext cx="1197764" cy="276999"/>
          </a:xfrm>
          <a:prstGeom prst="rect">
            <a:avLst/>
          </a:prstGeom>
          <a:noFill/>
        </p:spPr>
        <p:txBody>
          <a:bodyPr wrap="none" rtlCol="0">
            <a:spAutoFit/>
          </a:bodyPr>
          <a:lstStyle/>
          <a:p>
            <a:r>
              <a:rPr lang="af-ZA" sz="1200" b="1">
                <a:solidFill>
                  <a:schemeClr val="bg1"/>
                </a:solidFill>
                <a:latin typeface="Open Sans" panose="020B0606030504020204" pitchFamily="34" charset="0"/>
                <a:ea typeface="Open Sans" panose="020B0606030504020204" pitchFamily="34" charset="0"/>
                <a:cs typeface="Open Sans" panose="020B0606030504020204" pitchFamily="34" charset="0"/>
              </a:rPr>
              <a:t>Subtitle Here</a:t>
            </a:r>
            <a:endParaRPr lang="en-US" sz="1200" b="1">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8" name="TextBox 7">
            <a:extLst>
              <a:ext uri="{FF2B5EF4-FFF2-40B4-BE49-F238E27FC236}">
                <a16:creationId xmlns:a16="http://schemas.microsoft.com/office/drawing/2014/main" id="{C9748CE3-C3E3-BDFE-7533-A289D42C5CC9}"/>
              </a:ext>
            </a:extLst>
          </p:cNvPr>
          <p:cNvSpPr txBox="1"/>
          <p:nvPr/>
        </p:nvSpPr>
        <p:spPr>
          <a:xfrm>
            <a:off x="7064442" y="4709571"/>
            <a:ext cx="800219" cy="446276"/>
          </a:xfrm>
          <a:prstGeom prst="rect">
            <a:avLst/>
          </a:prstGeom>
          <a:noFill/>
        </p:spPr>
        <p:txBody>
          <a:bodyPr wrap="none" rtlCol="0">
            <a:spAutoFit/>
          </a:bodyPr>
          <a:lstStyle/>
          <a:p>
            <a:r>
              <a:rPr lang="af-ZA" sz="2300" b="1">
                <a:solidFill>
                  <a:schemeClr val="bg1"/>
                </a:solidFill>
                <a:latin typeface="Open Sans" panose="020B0606030504020204" pitchFamily="34" charset="0"/>
                <a:ea typeface="Open Sans" panose="020B0606030504020204" pitchFamily="34" charset="0"/>
                <a:cs typeface="Open Sans" panose="020B0606030504020204" pitchFamily="34" charset="0"/>
              </a:rPr>
              <a:t>6.8K</a:t>
            </a:r>
            <a:endParaRPr lang="en-US" sz="2300" b="1">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9" name="TextBox 8">
            <a:extLst>
              <a:ext uri="{FF2B5EF4-FFF2-40B4-BE49-F238E27FC236}">
                <a16:creationId xmlns:a16="http://schemas.microsoft.com/office/drawing/2014/main" id="{49FAF031-9738-CC89-2B40-F6AED1B3B3F1}"/>
              </a:ext>
            </a:extLst>
          </p:cNvPr>
          <p:cNvSpPr txBox="1"/>
          <p:nvPr/>
        </p:nvSpPr>
        <p:spPr>
          <a:xfrm>
            <a:off x="7064442" y="5462278"/>
            <a:ext cx="1921119" cy="504177"/>
          </a:xfrm>
          <a:prstGeom prst="rect">
            <a:avLst/>
          </a:prstGeom>
          <a:noFill/>
        </p:spPr>
        <p:txBody>
          <a:bodyPr wrap="square">
            <a:spAutoFit/>
          </a:bodyPr>
          <a:lstStyle/>
          <a:p>
            <a:pPr>
              <a:lnSpc>
                <a:spcPts val="1700"/>
              </a:lnSpc>
            </a:pPr>
            <a:r>
              <a:rPr lang="en-US" sz="900" i="0">
                <a:solidFill>
                  <a:schemeClr val="bg1"/>
                </a:solidFill>
                <a:effectLst/>
                <a:latin typeface="Open Sans" panose="020B0606030504020204" pitchFamily="34" charset="0"/>
              </a:rPr>
              <a:t>Lorem Ipsum </a:t>
            </a:r>
            <a:r>
              <a:rPr lang="en-US" sz="900" b="0" i="0">
                <a:solidFill>
                  <a:schemeClr val="bg1"/>
                </a:solidFill>
                <a:effectLst/>
                <a:latin typeface="Open Sans" panose="020B0606030504020204" pitchFamily="34" charset="0"/>
              </a:rPr>
              <a:t>is simply dummy been the industry’s.</a:t>
            </a:r>
            <a:endParaRPr lang="en-US" sz="900">
              <a:solidFill>
                <a:schemeClr val="bg1"/>
              </a:solidFill>
            </a:endParaRPr>
          </a:p>
        </p:txBody>
      </p:sp>
      <p:sp>
        <p:nvSpPr>
          <p:cNvPr id="10" name="TextBox 9">
            <a:extLst>
              <a:ext uri="{FF2B5EF4-FFF2-40B4-BE49-F238E27FC236}">
                <a16:creationId xmlns:a16="http://schemas.microsoft.com/office/drawing/2014/main" id="{8485A980-74D8-4F03-D2FD-83F3BB820AD9}"/>
              </a:ext>
            </a:extLst>
          </p:cNvPr>
          <p:cNvSpPr txBox="1"/>
          <p:nvPr/>
        </p:nvSpPr>
        <p:spPr>
          <a:xfrm>
            <a:off x="7056822" y="5213767"/>
            <a:ext cx="1197764" cy="276999"/>
          </a:xfrm>
          <a:prstGeom prst="rect">
            <a:avLst/>
          </a:prstGeom>
          <a:noFill/>
        </p:spPr>
        <p:txBody>
          <a:bodyPr wrap="none" rtlCol="0">
            <a:spAutoFit/>
          </a:bodyPr>
          <a:lstStyle/>
          <a:p>
            <a:r>
              <a:rPr lang="af-ZA" sz="1200" b="1">
                <a:solidFill>
                  <a:schemeClr val="bg1"/>
                </a:solidFill>
                <a:latin typeface="Open Sans" panose="020B0606030504020204" pitchFamily="34" charset="0"/>
                <a:ea typeface="Open Sans" panose="020B0606030504020204" pitchFamily="34" charset="0"/>
                <a:cs typeface="Open Sans" panose="020B0606030504020204" pitchFamily="34" charset="0"/>
              </a:rPr>
              <a:t>Subtitle Here</a:t>
            </a:r>
            <a:endParaRPr lang="en-US" sz="1200" b="1">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5" name="TextBox 14"/>
          <p:cNvSpPr txBox="1"/>
          <p:nvPr/>
        </p:nvSpPr>
        <p:spPr>
          <a:xfrm>
            <a:off x="609600" y="576548"/>
            <a:ext cx="2824812" cy="630942"/>
          </a:xfrm>
          <a:prstGeom prst="rect">
            <a:avLst/>
          </a:prstGeom>
          <a:noFill/>
        </p:spPr>
        <p:txBody>
          <a:bodyPr wrap="none" rtlCol="0">
            <a:spAutoFit/>
          </a:bodyPr>
          <a:lstStyle/>
          <a:p>
            <a:r>
              <a:rPr lang="en-US" sz="3500" b="1" err="1">
                <a:latin typeface="Open Sans" panose="020B0606030504020204" pitchFamily="34" charset="0"/>
                <a:ea typeface="Open Sans" panose="020B0606030504020204" pitchFamily="34" charset="0"/>
                <a:cs typeface="Open Sans" panose="020B0606030504020204" pitchFamily="34" charset="0"/>
              </a:rPr>
              <a:t>Estadísticas</a:t>
            </a:r>
            <a:endParaRPr lang="en-US" sz="3500" b="1">
              <a:latin typeface="Open Sans" panose="020B0606030504020204" pitchFamily="34" charset="0"/>
              <a:ea typeface="Open Sans" panose="020B0606030504020204" pitchFamily="34" charset="0"/>
              <a:cs typeface="Open Sans" panose="020B0606030504020204" pitchFamily="34" charset="0"/>
            </a:endParaRPr>
          </a:p>
        </p:txBody>
      </p:sp>
      <p:sp>
        <p:nvSpPr>
          <p:cNvPr id="16" name="Rectangle 15"/>
          <p:cNvSpPr/>
          <p:nvPr/>
        </p:nvSpPr>
        <p:spPr>
          <a:xfrm>
            <a:off x="0" y="1745765"/>
            <a:ext cx="12192000" cy="264011"/>
          </a:xfrm>
          <a:prstGeom prst="rect">
            <a:avLst/>
          </a:prstGeom>
          <a:solidFill>
            <a:srgbClr val="6415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F090E620-B08A-8660-F987-CE7E178BE0B0}"/>
              </a:ext>
            </a:extLst>
          </p:cNvPr>
          <p:cNvSpPr txBox="1"/>
          <p:nvPr/>
        </p:nvSpPr>
        <p:spPr>
          <a:xfrm>
            <a:off x="8012302" y="742194"/>
            <a:ext cx="3824097" cy="553998"/>
          </a:xfrm>
          <a:prstGeom prst="rect">
            <a:avLst/>
          </a:prstGeom>
          <a:noFill/>
        </p:spPr>
        <p:txBody>
          <a:bodyPr wrap="square">
            <a:spAutoFit/>
          </a:bodyPr>
          <a:lstStyle/>
          <a:p>
            <a:pPr marL="228600" indent="-228600">
              <a:lnSpc>
                <a:spcPts val="1800"/>
              </a:lnSpc>
              <a:buFont typeface="Wingdings" panose="05000000000000000000" pitchFamily="2" charset="2"/>
              <a:buChar char="ü"/>
            </a:pPr>
            <a:r>
              <a:rPr lang="en-US" sz="900" b="0" i="0">
                <a:effectLst/>
                <a:latin typeface="Open Sans" panose="020B0606030504020204" pitchFamily="34" charset="0"/>
              </a:rPr>
              <a:t>Letraset sheets containing Lorem Ipsum passages, recently</a:t>
            </a:r>
          </a:p>
          <a:p>
            <a:pPr marL="228600" indent="-228600">
              <a:lnSpc>
                <a:spcPts val="1800"/>
              </a:lnSpc>
              <a:buFont typeface="Wingdings" panose="05000000000000000000" pitchFamily="2" charset="2"/>
              <a:buChar char="ü"/>
            </a:pPr>
            <a:r>
              <a:rPr lang="en-US" sz="900" b="0" i="0">
                <a:effectLst/>
                <a:latin typeface="Open Sans" panose="020B0606030504020204" pitchFamily="34" charset="0"/>
              </a:rPr>
              <a:t>It has survived not five centuries.</a:t>
            </a:r>
            <a:endParaRPr lang="en-US" sz="900"/>
          </a:p>
        </p:txBody>
      </p:sp>
      <p:sp>
        <p:nvSpPr>
          <p:cNvPr id="21" name="TextBox 20">
            <a:extLst>
              <a:ext uri="{FF2B5EF4-FFF2-40B4-BE49-F238E27FC236}">
                <a16:creationId xmlns:a16="http://schemas.microsoft.com/office/drawing/2014/main" id="{684C5B2C-04C5-3CE4-AB31-E7AB1073D9A4}"/>
              </a:ext>
            </a:extLst>
          </p:cNvPr>
          <p:cNvSpPr txBox="1"/>
          <p:nvPr/>
        </p:nvSpPr>
        <p:spPr>
          <a:xfrm>
            <a:off x="678352" y="2335913"/>
            <a:ext cx="2165978" cy="830997"/>
          </a:xfrm>
          <a:prstGeom prst="rect">
            <a:avLst/>
          </a:prstGeom>
          <a:noFill/>
        </p:spPr>
        <p:txBody>
          <a:bodyPr wrap="none" rtlCol="0">
            <a:spAutoFit/>
          </a:bodyPr>
          <a:lstStyle/>
          <a:p>
            <a:r>
              <a:rPr lang="en-US" sz="1600" b="1">
                <a:solidFill>
                  <a:schemeClr val="bg1"/>
                </a:solidFill>
                <a:latin typeface="Open Sans" panose="020B0606030504020204" pitchFamily="34" charset="0"/>
                <a:ea typeface="Open Sans" panose="020B0606030504020204" pitchFamily="34" charset="0"/>
                <a:cs typeface="Open Sans" panose="020B0606030504020204" pitchFamily="34" charset="0"/>
              </a:rPr>
              <a:t>Your Only live</a:t>
            </a:r>
          </a:p>
          <a:p>
            <a:r>
              <a:rPr lang="en-US" sz="1600" b="1">
                <a:solidFill>
                  <a:schemeClr val="bg1"/>
                </a:solidFill>
                <a:latin typeface="Open Sans" panose="020B0606030504020204" pitchFamily="34" charset="0"/>
                <a:ea typeface="Open Sans" panose="020B0606030504020204" pitchFamily="34" charset="0"/>
                <a:cs typeface="Open Sans" panose="020B0606030504020204" pitchFamily="34" charset="0"/>
              </a:rPr>
              <a:t>Once, but if you do </a:t>
            </a:r>
          </a:p>
          <a:p>
            <a:r>
              <a:rPr lang="en-US" sz="1600" b="1">
                <a:solidFill>
                  <a:schemeClr val="bg1"/>
                </a:solidFill>
                <a:latin typeface="Open Sans" panose="020B0606030504020204" pitchFamily="34" charset="0"/>
                <a:ea typeface="Open Sans" panose="020B0606030504020204" pitchFamily="34" charset="0"/>
                <a:cs typeface="Open Sans" panose="020B0606030504020204" pitchFamily="34" charset="0"/>
              </a:rPr>
              <a:t>It right</a:t>
            </a:r>
          </a:p>
        </p:txBody>
      </p:sp>
      <p:sp>
        <p:nvSpPr>
          <p:cNvPr id="22" name="TextBox 21">
            <a:extLst>
              <a:ext uri="{FF2B5EF4-FFF2-40B4-BE49-F238E27FC236}">
                <a16:creationId xmlns:a16="http://schemas.microsoft.com/office/drawing/2014/main" id="{1332FACB-9CDB-FDD2-FAB8-5DDCB921E03A}"/>
              </a:ext>
            </a:extLst>
          </p:cNvPr>
          <p:cNvSpPr txBox="1"/>
          <p:nvPr/>
        </p:nvSpPr>
        <p:spPr>
          <a:xfrm>
            <a:off x="659303" y="3334952"/>
            <a:ext cx="2655398" cy="964367"/>
          </a:xfrm>
          <a:prstGeom prst="rect">
            <a:avLst/>
          </a:prstGeom>
          <a:noFill/>
        </p:spPr>
        <p:txBody>
          <a:bodyPr wrap="square">
            <a:spAutoFit/>
          </a:bodyPr>
          <a:lstStyle/>
          <a:p>
            <a:pPr algn="just">
              <a:lnSpc>
                <a:spcPts val="1700"/>
              </a:lnSpc>
            </a:pPr>
            <a:r>
              <a:rPr lang="en-US" sz="900" i="0">
                <a:solidFill>
                  <a:schemeClr val="bg1"/>
                </a:solidFill>
                <a:effectLst/>
                <a:latin typeface="Open Sans" panose="020B0606030504020204" pitchFamily="34" charset="0"/>
                <a:ea typeface="Open Sans" panose="020B0606030504020204" pitchFamily="34" charset="0"/>
                <a:cs typeface="Open Sans" panose="020B0606030504020204" pitchFamily="34" charset="0"/>
              </a:rPr>
              <a:t>Lorem Ipsum </a:t>
            </a:r>
            <a:r>
              <a:rPr lang="en-US" sz="900" b="0" i="0">
                <a:solidFill>
                  <a:schemeClr val="bg1"/>
                </a:solidFill>
                <a:effectLst/>
                <a:latin typeface="Open Sans" panose="020B0606030504020204" pitchFamily="34" charset="0"/>
                <a:ea typeface="Open Sans" panose="020B0606030504020204" pitchFamily="34" charset="0"/>
                <a:cs typeface="Open Sans" panose="020B0606030504020204" pitchFamily="34" charset="0"/>
              </a:rPr>
              <a:t>is simply dummy text of the printing and Ipsum has been the industry's standard dummy text ever since the 1500s, printer took a galley</a:t>
            </a:r>
            <a:endParaRPr lang="en-US" sz="90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3" name="TextBox 22">
            <a:extLst>
              <a:ext uri="{FF2B5EF4-FFF2-40B4-BE49-F238E27FC236}">
                <a16:creationId xmlns:a16="http://schemas.microsoft.com/office/drawing/2014/main" id="{B9993CB8-B86D-20FC-B861-9E81C8FF7291}"/>
              </a:ext>
            </a:extLst>
          </p:cNvPr>
          <p:cNvSpPr txBox="1"/>
          <p:nvPr/>
        </p:nvSpPr>
        <p:spPr>
          <a:xfrm>
            <a:off x="678352" y="4516448"/>
            <a:ext cx="2655398" cy="480196"/>
          </a:xfrm>
          <a:prstGeom prst="rect">
            <a:avLst/>
          </a:prstGeom>
          <a:noFill/>
        </p:spPr>
        <p:txBody>
          <a:bodyPr wrap="square">
            <a:spAutoFit/>
          </a:bodyPr>
          <a:lstStyle/>
          <a:p>
            <a:pPr>
              <a:lnSpc>
                <a:spcPts val="1600"/>
              </a:lnSpc>
            </a:pPr>
            <a:r>
              <a:rPr lang="en-US" sz="850" i="1">
                <a:solidFill>
                  <a:schemeClr val="bg1"/>
                </a:solidFill>
                <a:effectLst/>
                <a:latin typeface="Open Sans" panose="020B0606030504020204" pitchFamily="34" charset="0"/>
                <a:ea typeface="Open Sans" panose="020B0606030504020204" pitchFamily="34" charset="0"/>
                <a:cs typeface="Open Sans" panose="020B0606030504020204" pitchFamily="34" charset="0"/>
              </a:rPr>
              <a:t>Lorem Ipsum is simply dummy text of the printing dummy text ever since</a:t>
            </a:r>
            <a:endParaRPr lang="en-US" sz="850" i="1">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4" name="TextBox 23">
            <a:extLst>
              <a:ext uri="{FF2B5EF4-FFF2-40B4-BE49-F238E27FC236}">
                <a16:creationId xmlns:a16="http://schemas.microsoft.com/office/drawing/2014/main" id="{977039D6-9E73-F244-A09C-100DE5C5723F}"/>
              </a:ext>
            </a:extLst>
          </p:cNvPr>
          <p:cNvSpPr txBox="1"/>
          <p:nvPr/>
        </p:nvSpPr>
        <p:spPr>
          <a:xfrm>
            <a:off x="678352" y="5455663"/>
            <a:ext cx="1207382" cy="553998"/>
          </a:xfrm>
          <a:prstGeom prst="rect">
            <a:avLst/>
          </a:prstGeom>
          <a:noFill/>
        </p:spPr>
        <p:txBody>
          <a:bodyPr wrap="none" rtlCol="0">
            <a:spAutoFit/>
          </a:bodyPr>
          <a:lstStyle/>
          <a:p>
            <a:r>
              <a:rPr lang="af-ZA" sz="3000" b="1">
                <a:solidFill>
                  <a:schemeClr val="bg1"/>
                </a:solidFill>
                <a:latin typeface="Open Sans" panose="020B0606030504020204" pitchFamily="34" charset="0"/>
                <a:ea typeface="Open Sans" panose="020B0606030504020204" pitchFamily="34" charset="0"/>
                <a:cs typeface="Open Sans" panose="020B0606030504020204" pitchFamily="34" charset="0"/>
              </a:rPr>
              <a:t>9.10K</a:t>
            </a:r>
            <a:endParaRPr lang="en-US" sz="3000" b="1">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5" name="Rectangle 24"/>
          <p:cNvSpPr/>
          <p:nvPr/>
        </p:nvSpPr>
        <p:spPr>
          <a:xfrm>
            <a:off x="3925467" y="2273787"/>
            <a:ext cx="69222" cy="386833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Picture Placeholder 10"/>
          <p:cNvSpPr>
            <a:spLocks noGrp="1"/>
          </p:cNvSpPr>
          <p:nvPr>
            <p:ph type="pic" sz="quarter" idx="11"/>
          </p:nvPr>
        </p:nvSpPr>
        <p:spPr/>
        <p:txBody>
          <a:bodyPr/>
          <a:lstStyle/>
          <a:p>
            <a:endParaRPr lang="es-CO"/>
          </a:p>
        </p:txBody>
      </p:sp>
      <p:sp>
        <p:nvSpPr>
          <p:cNvPr id="12" name="Picture Placeholder 11"/>
          <p:cNvSpPr>
            <a:spLocks noGrp="1"/>
          </p:cNvSpPr>
          <p:nvPr>
            <p:ph type="pic" sz="quarter" idx="10"/>
          </p:nvPr>
        </p:nvSpPr>
        <p:spPr/>
        <p:txBody>
          <a:bodyPr/>
          <a:lstStyle/>
          <a:p>
            <a:endParaRPr lang="es-CO"/>
          </a:p>
        </p:txBody>
      </p:sp>
      <p:sp>
        <p:nvSpPr>
          <p:cNvPr id="13" name="Picture Placeholder 12"/>
          <p:cNvSpPr>
            <a:spLocks noGrp="1"/>
          </p:cNvSpPr>
          <p:nvPr>
            <p:ph type="pic" sz="quarter" idx="12"/>
          </p:nvPr>
        </p:nvSpPr>
        <p:spPr/>
        <p:txBody>
          <a:bodyPr/>
          <a:lstStyle/>
          <a:p>
            <a:endParaRPr lang="es-CO"/>
          </a:p>
        </p:txBody>
      </p:sp>
    </p:spTree>
    <p:extLst>
      <p:ext uri="{BB962C8B-B14F-4D97-AF65-F5344CB8AC3E}">
        <p14:creationId xmlns:p14="http://schemas.microsoft.com/office/powerpoint/2010/main" val="16159446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p:cNvSpPr/>
          <p:nvPr/>
        </p:nvSpPr>
        <p:spPr>
          <a:xfrm>
            <a:off x="257175" y="215900"/>
            <a:ext cx="11677650" cy="3619500"/>
          </a:xfrm>
          <a:prstGeom prst="roundRect">
            <a:avLst>
              <a:gd name="adj" fmla="val 8101"/>
            </a:avLst>
          </a:prstGeom>
          <a:solidFill>
            <a:schemeClr val="bg1"/>
          </a:solidFill>
          <a:ln>
            <a:noFill/>
          </a:ln>
          <a:effectLst>
            <a:outerShdw blurRad="88900" dist="50800" dir="2700000" algn="tl" rotWithShape="0">
              <a:prstClr val="black">
                <a:alpha val="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p:cNvSpPr txBox="1"/>
          <p:nvPr/>
        </p:nvSpPr>
        <p:spPr>
          <a:xfrm>
            <a:off x="621505" y="582614"/>
            <a:ext cx="2893741" cy="630942"/>
          </a:xfrm>
          <a:prstGeom prst="rect">
            <a:avLst/>
          </a:prstGeom>
          <a:noFill/>
        </p:spPr>
        <p:txBody>
          <a:bodyPr wrap="none" rtlCol="0">
            <a:spAutoFit/>
          </a:bodyPr>
          <a:lstStyle/>
          <a:p>
            <a:r>
              <a:rPr lang="en-US" sz="3500" b="1">
                <a:latin typeface="Open Sans" panose="020B0606030504020204" pitchFamily="34" charset="0"/>
                <a:ea typeface="Open Sans" panose="020B0606030504020204" pitchFamily="34" charset="0"/>
                <a:cs typeface="Open Sans" panose="020B0606030504020204" pitchFamily="34" charset="0"/>
              </a:rPr>
              <a:t>Our Mission</a:t>
            </a:r>
          </a:p>
        </p:txBody>
      </p:sp>
      <p:sp>
        <p:nvSpPr>
          <p:cNvPr id="17" name="TextBox 16">
            <a:extLst>
              <a:ext uri="{FF2B5EF4-FFF2-40B4-BE49-F238E27FC236}">
                <a16:creationId xmlns:a16="http://schemas.microsoft.com/office/drawing/2014/main" id="{B2ED1907-A98C-F503-B297-E4FB7BDFAABD}"/>
              </a:ext>
            </a:extLst>
          </p:cNvPr>
          <p:cNvSpPr txBox="1"/>
          <p:nvPr/>
        </p:nvSpPr>
        <p:spPr>
          <a:xfrm>
            <a:off x="621505" y="2302554"/>
            <a:ext cx="4531520" cy="1182375"/>
          </a:xfrm>
          <a:prstGeom prst="rect">
            <a:avLst/>
          </a:prstGeom>
          <a:noFill/>
        </p:spPr>
        <p:txBody>
          <a:bodyPr wrap="square" rtlCol="0">
            <a:spAutoFit/>
          </a:bodyPr>
          <a:lstStyle/>
          <a:p>
            <a:pPr>
              <a:lnSpc>
                <a:spcPts val="1700"/>
              </a:lnSpc>
            </a:pPr>
            <a:r>
              <a:rPr lang="en-US" sz="1000" b="0" i="0">
                <a:solidFill>
                  <a:schemeClr val="tx1">
                    <a:lumMod val="50000"/>
                    <a:lumOff val="50000"/>
                  </a:schemeClr>
                </a:solidFill>
                <a:effectLst/>
                <a:latin typeface="Open Sans" panose="020B0606030504020204" pitchFamily="34" charset="0"/>
                <a:ea typeface="Open Sans" panose="020B0606030504020204" pitchFamily="34" charset="0"/>
                <a:cs typeface="Open Sans" panose="020B0606030504020204" pitchFamily="34" charset="0"/>
              </a:rPr>
              <a:t>In publishing and graphic design, </a:t>
            </a:r>
            <a:r>
              <a:rPr lang="en-US" sz="10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document or </a:t>
            </a:r>
            <a:r>
              <a:rPr lang="en-US" sz="1000" b="0" i="0">
                <a:solidFill>
                  <a:schemeClr val="tx1">
                    <a:lumMod val="50000"/>
                    <a:lumOff val="50000"/>
                  </a:schemeClr>
                </a:solidFill>
                <a:effectLst/>
                <a:latin typeface="Open Sans" panose="020B0606030504020204" pitchFamily="34" charset="0"/>
                <a:ea typeface="Open Sans" panose="020B0606030504020204" pitchFamily="34" charset="0"/>
                <a:cs typeface="Open Sans" panose="020B0606030504020204" pitchFamily="34" charset="0"/>
              </a:rPr>
              <a:t>demonstrate</a:t>
            </a:r>
          </a:p>
          <a:p>
            <a:pPr>
              <a:lnSpc>
                <a:spcPts val="1700"/>
              </a:lnSpc>
            </a:pPr>
            <a:r>
              <a:rPr lang="en-US" sz="1000" b="0" i="0">
                <a:solidFill>
                  <a:schemeClr val="tx1">
                    <a:lumMod val="50000"/>
                    <a:lumOff val="50000"/>
                  </a:schemeClr>
                </a:solidFill>
                <a:effectLst/>
                <a:latin typeface="Open Sans" panose="020B0606030504020204" pitchFamily="34" charset="0"/>
                <a:ea typeface="Open Sans" panose="020B0606030504020204" pitchFamily="34" charset="0"/>
                <a:cs typeface="Open Sans" panose="020B0606030504020204" pitchFamily="34" charset="0"/>
              </a:rPr>
              <a:t>the visual form content. Lorem ipsum may placeholder </a:t>
            </a:r>
            <a:r>
              <a:rPr lang="en-US" sz="10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text ipsum is</a:t>
            </a:r>
          </a:p>
          <a:p>
            <a:pPr>
              <a:lnSpc>
                <a:spcPts val="1700"/>
              </a:lnSpc>
            </a:pPr>
            <a:r>
              <a:rPr lang="en-US" sz="10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used as placeholder dolor placeholder of document or a typeface</a:t>
            </a:r>
          </a:p>
          <a:p>
            <a:pPr>
              <a:lnSpc>
                <a:spcPts val="1700"/>
              </a:lnSpc>
            </a:pPr>
            <a:r>
              <a:rPr lang="en-US" sz="10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on the visual form of a document used as placeholder dolor placeholder of document or a on the visual of a document</a:t>
            </a:r>
          </a:p>
        </p:txBody>
      </p:sp>
      <p:sp>
        <p:nvSpPr>
          <p:cNvPr id="18" name="TextBox 17"/>
          <p:cNvSpPr txBox="1"/>
          <p:nvPr/>
        </p:nvSpPr>
        <p:spPr>
          <a:xfrm>
            <a:off x="621505" y="1422219"/>
            <a:ext cx="2087431" cy="830997"/>
          </a:xfrm>
          <a:prstGeom prst="rect">
            <a:avLst/>
          </a:prstGeom>
          <a:noFill/>
        </p:spPr>
        <p:txBody>
          <a:bodyPr wrap="none" rtlCol="0">
            <a:spAutoFit/>
          </a:bodyPr>
          <a:lstStyle/>
          <a:p>
            <a:r>
              <a:rPr lang="en-US" sz="1600" b="1">
                <a:solidFill>
                  <a:schemeClr val="bg1">
                    <a:lumMod val="65000"/>
                  </a:schemeClr>
                </a:solidFill>
                <a:latin typeface="Open Sans" panose="020B0606030504020204" pitchFamily="34" charset="0"/>
                <a:ea typeface="Open Sans" panose="020B0606030504020204" pitchFamily="34" charset="0"/>
                <a:cs typeface="Open Sans" panose="020B0606030504020204" pitchFamily="34" charset="0"/>
              </a:rPr>
              <a:t>Our Worldwide</a:t>
            </a:r>
          </a:p>
          <a:p>
            <a:r>
              <a:rPr lang="en-US" sz="1600" b="1">
                <a:solidFill>
                  <a:srgbClr val="FFC000"/>
                </a:solidFill>
                <a:latin typeface="Open Sans" panose="020B0606030504020204" pitchFamily="34" charset="0"/>
                <a:ea typeface="Open Sans" panose="020B0606030504020204" pitchFamily="34" charset="0"/>
                <a:cs typeface="Open Sans" panose="020B0606030504020204" pitchFamily="34" charset="0"/>
              </a:rPr>
              <a:t>Mission Successful</a:t>
            </a:r>
          </a:p>
          <a:p>
            <a:r>
              <a:rPr lang="en-US" sz="1600" b="1">
                <a:latin typeface="Open Sans" panose="020B0606030504020204" pitchFamily="34" charset="0"/>
                <a:ea typeface="Open Sans" panose="020B0606030504020204" pitchFamily="34" charset="0"/>
                <a:cs typeface="Open Sans" panose="020B0606030504020204" pitchFamily="34" charset="0"/>
              </a:rPr>
              <a:t>Next Target</a:t>
            </a:r>
          </a:p>
        </p:txBody>
      </p:sp>
      <p:sp>
        <p:nvSpPr>
          <p:cNvPr id="19" name="TextBox 18"/>
          <p:cNvSpPr txBox="1"/>
          <p:nvPr/>
        </p:nvSpPr>
        <p:spPr>
          <a:xfrm>
            <a:off x="723901" y="4266150"/>
            <a:ext cx="1935145" cy="307777"/>
          </a:xfrm>
          <a:prstGeom prst="rect">
            <a:avLst/>
          </a:prstGeom>
          <a:noFill/>
        </p:spPr>
        <p:txBody>
          <a:bodyPr wrap="none" rtlCol="0">
            <a:spAutoFit/>
          </a:bodyPr>
          <a:lstStyle/>
          <a:p>
            <a:r>
              <a:rPr lang="en-US" sz="1400" b="1">
                <a:latin typeface="Open Sans" panose="020B0606030504020204" pitchFamily="34" charset="0"/>
                <a:ea typeface="Open Sans" panose="020B0606030504020204" pitchFamily="34" charset="0"/>
                <a:cs typeface="Open Sans" panose="020B0606030504020204" pitchFamily="34" charset="0"/>
              </a:rPr>
              <a:t>Mission Statement</a:t>
            </a:r>
          </a:p>
        </p:txBody>
      </p:sp>
      <p:sp>
        <p:nvSpPr>
          <p:cNvPr id="20" name="TextBox 19">
            <a:extLst>
              <a:ext uri="{FF2B5EF4-FFF2-40B4-BE49-F238E27FC236}">
                <a16:creationId xmlns:a16="http://schemas.microsoft.com/office/drawing/2014/main" id="{71531515-C2E7-1A5A-8FA5-9D3D2125F507}"/>
              </a:ext>
            </a:extLst>
          </p:cNvPr>
          <p:cNvSpPr txBox="1"/>
          <p:nvPr/>
        </p:nvSpPr>
        <p:spPr>
          <a:xfrm>
            <a:off x="723900" y="4562238"/>
            <a:ext cx="2600529" cy="746358"/>
          </a:xfrm>
          <a:prstGeom prst="rect">
            <a:avLst/>
          </a:prstGeom>
          <a:noFill/>
        </p:spPr>
        <p:txBody>
          <a:bodyPr wrap="square" rtlCol="0">
            <a:spAutoFit/>
          </a:bodyPr>
          <a:lstStyle/>
          <a:p>
            <a:pPr>
              <a:lnSpc>
                <a:spcPts val="1700"/>
              </a:lnSpc>
            </a:pPr>
            <a:r>
              <a:rPr lang="en-US" sz="95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Relying meaningful content Lorem</a:t>
            </a:r>
          </a:p>
          <a:p>
            <a:pPr>
              <a:lnSpc>
                <a:spcPts val="1700"/>
              </a:lnSpc>
            </a:pPr>
            <a:r>
              <a:rPr lang="en-US" sz="95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ipsum text dolor publishing or dolor sit commonly sit used.</a:t>
            </a:r>
          </a:p>
        </p:txBody>
      </p:sp>
      <p:sp>
        <p:nvSpPr>
          <p:cNvPr id="22" name="Oval 21"/>
          <p:cNvSpPr/>
          <p:nvPr/>
        </p:nvSpPr>
        <p:spPr>
          <a:xfrm>
            <a:off x="787401" y="5405425"/>
            <a:ext cx="488893" cy="488893"/>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3" name="Group 22"/>
          <p:cNvGrpSpPr/>
          <p:nvPr/>
        </p:nvGrpSpPr>
        <p:grpSpPr>
          <a:xfrm>
            <a:off x="927054" y="5579079"/>
            <a:ext cx="209587" cy="141585"/>
            <a:chOff x="4774407" y="5973745"/>
            <a:chExt cx="190534" cy="128714"/>
          </a:xfrm>
        </p:grpSpPr>
        <p:sp>
          <p:nvSpPr>
            <p:cNvPr id="24" name="Freeform 6"/>
            <p:cNvSpPr>
              <a:spLocks/>
            </p:cNvSpPr>
            <p:nvPr/>
          </p:nvSpPr>
          <p:spPr bwMode="auto">
            <a:xfrm>
              <a:off x="4899789" y="5973745"/>
              <a:ext cx="65152" cy="128714"/>
            </a:xfrm>
            <a:custGeom>
              <a:avLst/>
              <a:gdLst>
                <a:gd name="T0" fmla="*/ 0 w 246"/>
                <a:gd name="T1" fmla="*/ 0 h 486"/>
                <a:gd name="T2" fmla="*/ 246 w 246"/>
                <a:gd name="T3" fmla="*/ 243 h 486"/>
                <a:gd name="T4" fmla="*/ 0 w 246"/>
                <a:gd name="T5" fmla="*/ 486 h 486"/>
              </a:gdLst>
              <a:ahLst/>
              <a:cxnLst>
                <a:cxn ang="0">
                  <a:pos x="T0" y="T1"/>
                </a:cxn>
                <a:cxn ang="0">
                  <a:pos x="T2" y="T3"/>
                </a:cxn>
                <a:cxn ang="0">
                  <a:pos x="T4" y="T5"/>
                </a:cxn>
              </a:cxnLst>
              <a:rect l="0" t="0" r="r" b="b"/>
              <a:pathLst>
                <a:path w="246" h="486">
                  <a:moveTo>
                    <a:pt x="0" y="0"/>
                  </a:moveTo>
                  <a:lnTo>
                    <a:pt x="246" y="243"/>
                  </a:lnTo>
                  <a:lnTo>
                    <a:pt x="0" y="486"/>
                  </a:lnTo>
                </a:path>
              </a:pathLst>
            </a:custGeom>
            <a:noFill/>
            <a:ln w="19050" cap="rnd">
              <a:solidFill>
                <a:schemeClr val="tx2">
                  <a:lumMod val="25000"/>
                  <a:lumOff val="7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cxnSp>
          <p:nvCxnSpPr>
            <p:cNvPr id="25" name="Straight Connector 24"/>
            <p:cNvCxnSpPr/>
            <p:nvPr/>
          </p:nvCxnSpPr>
          <p:spPr>
            <a:xfrm>
              <a:off x="4774407" y="6038102"/>
              <a:ext cx="184914" cy="0"/>
            </a:xfrm>
            <a:prstGeom prst="line">
              <a:avLst/>
            </a:prstGeom>
            <a:ln w="19050" cap="rnd">
              <a:solidFill>
                <a:schemeClr val="tx2">
                  <a:lumMod val="25000"/>
                  <a:lumOff val="75000"/>
                </a:schemeClr>
              </a:solidFill>
            </a:ln>
          </p:spPr>
          <p:style>
            <a:lnRef idx="1">
              <a:schemeClr val="accent1"/>
            </a:lnRef>
            <a:fillRef idx="0">
              <a:schemeClr val="accent1"/>
            </a:fillRef>
            <a:effectRef idx="0">
              <a:schemeClr val="accent1"/>
            </a:effectRef>
            <a:fontRef idx="minor">
              <a:schemeClr val="tx1"/>
            </a:fontRef>
          </p:style>
        </p:cxnSp>
      </p:grpSp>
      <p:sp>
        <p:nvSpPr>
          <p:cNvPr id="43" name="Rounded Rectangle 42"/>
          <p:cNvSpPr/>
          <p:nvPr/>
        </p:nvSpPr>
        <p:spPr>
          <a:xfrm>
            <a:off x="4375252" y="4051301"/>
            <a:ext cx="3238500" cy="2082800"/>
          </a:xfrm>
          <a:prstGeom prst="roundRect">
            <a:avLst>
              <a:gd name="adj" fmla="val 7488"/>
            </a:avLst>
          </a:prstGeom>
          <a:solidFill>
            <a:srgbClr val="605F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p:cNvSpPr txBox="1"/>
          <p:nvPr/>
        </p:nvSpPr>
        <p:spPr>
          <a:xfrm>
            <a:off x="4662488" y="4266150"/>
            <a:ext cx="1794081" cy="307777"/>
          </a:xfrm>
          <a:prstGeom prst="rect">
            <a:avLst/>
          </a:prstGeom>
          <a:noFill/>
        </p:spPr>
        <p:txBody>
          <a:bodyPr wrap="none" rtlCol="0">
            <a:spAutoFit/>
          </a:bodyPr>
          <a:lstStyle/>
          <a:p>
            <a:r>
              <a:rPr lang="en-US" sz="1400" b="1">
                <a:solidFill>
                  <a:schemeClr val="bg1"/>
                </a:solidFill>
                <a:latin typeface="Open Sans" panose="020B0606030504020204" pitchFamily="34" charset="0"/>
                <a:ea typeface="Open Sans" panose="020B0606030504020204" pitchFamily="34" charset="0"/>
                <a:cs typeface="Open Sans" panose="020B0606030504020204" pitchFamily="34" charset="0"/>
              </a:rPr>
              <a:t>Vision Statement</a:t>
            </a:r>
          </a:p>
        </p:txBody>
      </p:sp>
      <p:sp>
        <p:nvSpPr>
          <p:cNvPr id="27" name="TextBox 26">
            <a:extLst>
              <a:ext uri="{FF2B5EF4-FFF2-40B4-BE49-F238E27FC236}">
                <a16:creationId xmlns:a16="http://schemas.microsoft.com/office/drawing/2014/main" id="{71531515-C2E7-1A5A-8FA5-9D3D2125F507}"/>
              </a:ext>
            </a:extLst>
          </p:cNvPr>
          <p:cNvSpPr txBox="1"/>
          <p:nvPr/>
        </p:nvSpPr>
        <p:spPr>
          <a:xfrm>
            <a:off x="4662487" y="4562238"/>
            <a:ext cx="2600529" cy="746358"/>
          </a:xfrm>
          <a:prstGeom prst="rect">
            <a:avLst/>
          </a:prstGeom>
          <a:noFill/>
        </p:spPr>
        <p:txBody>
          <a:bodyPr wrap="square" rtlCol="0">
            <a:spAutoFit/>
          </a:bodyPr>
          <a:lstStyle/>
          <a:p>
            <a:pPr>
              <a:lnSpc>
                <a:spcPts val="1700"/>
              </a:lnSpc>
            </a:pPr>
            <a:r>
              <a:rPr lang="en-US" sz="950">
                <a:solidFill>
                  <a:schemeClr val="bg1"/>
                </a:solidFill>
                <a:latin typeface="Open Sans" panose="020B0606030504020204" pitchFamily="34" charset="0"/>
                <a:ea typeface="Open Sans" panose="020B0606030504020204" pitchFamily="34" charset="0"/>
                <a:cs typeface="Open Sans" panose="020B0606030504020204" pitchFamily="34" charset="0"/>
              </a:rPr>
              <a:t>Relying meaningful content Lorem</a:t>
            </a:r>
          </a:p>
          <a:p>
            <a:pPr>
              <a:lnSpc>
                <a:spcPts val="1700"/>
              </a:lnSpc>
            </a:pPr>
            <a:r>
              <a:rPr lang="en-US" sz="950">
                <a:solidFill>
                  <a:schemeClr val="bg1"/>
                </a:solidFill>
                <a:latin typeface="Open Sans" panose="020B0606030504020204" pitchFamily="34" charset="0"/>
                <a:ea typeface="Open Sans" panose="020B0606030504020204" pitchFamily="34" charset="0"/>
                <a:cs typeface="Open Sans" panose="020B0606030504020204" pitchFamily="34" charset="0"/>
              </a:rPr>
              <a:t>ipsum text dolor publishing or dolor sit commonly sit used.</a:t>
            </a:r>
          </a:p>
        </p:txBody>
      </p:sp>
      <p:sp>
        <p:nvSpPr>
          <p:cNvPr id="29" name="Oval 28"/>
          <p:cNvSpPr/>
          <p:nvPr/>
        </p:nvSpPr>
        <p:spPr>
          <a:xfrm>
            <a:off x="4725988" y="5405425"/>
            <a:ext cx="488893" cy="488893"/>
          </a:xfrm>
          <a:prstGeom prst="ellipse">
            <a:avLst/>
          </a:pr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0" name="Group 29"/>
          <p:cNvGrpSpPr/>
          <p:nvPr/>
        </p:nvGrpSpPr>
        <p:grpSpPr>
          <a:xfrm>
            <a:off x="4865641" y="5579079"/>
            <a:ext cx="209587" cy="141585"/>
            <a:chOff x="4774407" y="5973745"/>
            <a:chExt cx="190534" cy="128714"/>
          </a:xfrm>
        </p:grpSpPr>
        <p:sp>
          <p:nvSpPr>
            <p:cNvPr id="31" name="Freeform 6"/>
            <p:cNvSpPr>
              <a:spLocks/>
            </p:cNvSpPr>
            <p:nvPr/>
          </p:nvSpPr>
          <p:spPr bwMode="auto">
            <a:xfrm>
              <a:off x="4899789" y="5973745"/>
              <a:ext cx="65152" cy="128714"/>
            </a:xfrm>
            <a:custGeom>
              <a:avLst/>
              <a:gdLst>
                <a:gd name="T0" fmla="*/ 0 w 246"/>
                <a:gd name="T1" fmla="*/ 0 h 486"/>
                <a:gd name="T2" fmla="*/ 246 w 246"/>
                <a:gd name="T3" fmla="*/ 243 h 486"/>
                <a:gd name="T4" fmla="*/ 0 w 246"/>
                <a:gd name="T5" fmla="*/ 486 h 486"/>
              </a:gdLst>
              <a:ahLst/>
              <a:cxnLst>
                <a:cxn ang="0">
                  <a:pos x="T0" y="T1"/>
                </a:cxn>
                <a:cxn ang="0">
                  <a:pos x="T2" y="T3"/>
                </a:cxn>
                <a:cxn ang="0">
                  <a:pos x="T4" y="T5"/>
                </a:cxn>
              </a:cxnLst>
              <a:rect l="0" t="0" r="r" b="b"/>
              <a:pathLst>
                <a:path w="246" h="486">
                  <a:moveTo>
                    <a:pt x="0" y="0"/>
                  </a:moveTo>
                  <a:lnTo>
                    <a:pt x="246" y="243"/>
                  </a:lnTo>
                  <a:lnTo>
                    <a:pt x="0" y="486"/>
                  </a:lnTo>
                </a:path>
              </a:pathLst>
            </a:custGeom>
            <a:noFill/>
            <a:ln w="19050" cap="rnd">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cxnSp>
          <p:nvCxnSpPr>
            <p:cNvPr id="32" name="Straight Connector 31"/>
            <p:cNvCxnSpPr/>
            <p:nvPr/>
          </p:nvCxnSpPr>
          <p:spPr>
            <a:xfrm>
              <a:off x="4774407" y="6038102"/>
              <a:ext cx="184914" cy="0"/>
            </a:xfrm>
            <a:prstGeom prst="line">
              <a:avLst/>
            </a:prstGeom>
            <a:ln w="19050" cap="rnd">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33" name="TextBox 32"/>
          <p:cNvSpPr txBox="1"/>
          <p:nvPr/>
        </p:nvSpPr>
        <p:spPr>
          <a:xfrm>
            <a:off x="8664576" y="4266150"/>
            <a:ext cx="1794081" cy="307777"/>
          </a:xfrm>
          <a:prstGeom prst="rect">
            <a:avLst/>
          </a:prstGeom>
          <a:noFill/>
        </p:spPr>
        <p:txBody>
          <a:bodyPr wrap="none" rtlCol="0">
            <a:spAutoFit/>
          </a:bodyPr>
          <a:lstStyle/>
          <a:p>
            <a:r>
              <a:rPr lang="en-US" sz="1400" b="1">
                <a:latin typeface="Open Sans" panose="020B0606030504020204" pitchFamily="34" charset="0"/>
                <a:ea typeface="Open Sans" panose="020B0606030504020204" pitchFamily="34" charset="0"/>
                <a:cs typeface="Open Sans" panose="020B0606030504020204" pitchFamily="34" charset="0"/>
              </a:rPr>
              <a:t>Vision Statement</a:t>
            </a:r>
          </a:p>
        </p:txBody>
      </p:sp>
      <p:sp>
        <p:nvSpPr>
          <p:cNvPr id="34" name="TextBox 33">
            <a:extLst>
              <a:ext uri="{FF2B5EF4-FFF2-40B4-BE49-F238E27FC236}">
                <a16:creationId xmlns:a16="http://schemas.microsoft.com/office/drawing/2014/main" id="{71531515-C2E7-1A5A-8FA5-9D3D2125F507}"/>
              </a:ext>
            </a:extLst>
          </p:cNvPr>
          <p:cNvSpPr txBox="1"/>
          <p:nvPr/>
        </p:nvSpPr>
        <p:spPr>
          <a:xfrm>
            <a:off x="8664575" y="4562238"/>
            <a:ext cx="2600529" cy="746358"/>
          </a:xfrm>
          <a:prstGeom prst="rect">
            <a:avLst/>
          </a:prstGeom>
          <a:noFill/>
        </p:spPr>
        <p:txBody>
          <a:bodyPr wrap="square" rtlCol="0">
            <a:spAutoFit/>
          </a:bodyPr>
          <a:lstStyle/>
          <a:p>
            <a:pPr>
              <a:lnSpc>
                <a:spcPts val="1700"/>
              </a:lnSpc>
            </a:pPr>
            <a:r>
              <a:rPr lang="en-US" sz="95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Relying meaningful content Lorem</a:t>
            </a:r>
          </a:p>
          <a:p>
            <a:pPr>
              <a:lnSpc>
                <a:spcPts val="1700"/>
              </a:lnSpc>
            </a:pPr>
            <a:r>
              <a:rPr lang="en-US" sz="95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ipsum text dolor publishing or dolor sit commonly sit used.</a:t>
            </a:r>
          </a:p>
        </p:txBody>
      </p:sp>
      <p:sp>
        <p:nvSpPr>
          <p:cNvPr id="36" name="Oval 35"/>
          <p:cNvSpPr/>
          <p:nvPr/>
        </p:nvSpPr>
        <p:spPr>
          <a:xfrm>
            <a:off x="8728076" y="5405425"/>
            <a:ext cx="488893" cy="488893"/>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7" name="Group 36"/>
          <p:cNvGrpSpPr/>
          <p:nvPr/>
        </p:nvGrpSpPr>
        <p:grpSpPr>
          <a:xfrm>
            <a:off x="8867729" y="5579079"/>
            <a:ext cx="209587" cy="141585"/>
            <a:chOff x="4774407" y="5973745"/>
            <a:chExt cx="190534" cy="128714"/>
          </a:xfrm>
        </p:grpSpPr>
        <p:sp>
          <p:nvSpPr>
            <p:cNvPr id="38" name="Freeform 6"/>
            <p:cNvSpPr>
              <a:spLocks/>
            </p:cNvSpPr>
            <p:nvPr/>
          </p:nvSpPr>
          <p:spPr bwMode="auto">
            <a:xfrm>
              <a:off x="4899789" y="5973745"/>
              <a:ext cx="65152" cy="128714"/>
            </a:xfrm>
            <a:custGeom>
              <a:avLst/>
              <a:gdLst>
                <a:gd name="T0" fmla="*/ 0 w 246"/>
                <a:gd name="T1" fmla="*/ 0 h 486"/>
                <a:gd name="T2" fmla="*/ 246 w 246"/>
                <a:gd name="T3" fmla="*/ 243 h 486"/>
                <a:gd name="T4" fmla="*/ 0 w 246"/>
                <a:gd name="T5" fmla="*/ 486 h 486"/>
              </a:gdLst>
              <a:ahLst/>
              <a:cxnLst>
                <a:cxn ang="0">
                  <a:pos x="T0" y="T1"/>
                </a:cxn>
                <a:cxn ang="0">
                  <a:pos x="T2" y="T3"/>
                </a:cxn>
                <a:cxn ang="0">
                  <a:pos x="T4" y="T5"/>
                </a:cxn>
              </a:cxnLst>
              <a:rect l="0" t="0" r="r" b="b"/>
              <a:pathLst>
                <a:path w="246" h="486">
                  <a:moveTo>
                    <a:pt x="0" y="0"/>
                  </a:moveTo>
                  <a:lnTo>
                    <a:pt x="246" y="243"/>
                  </a:lnTo>
                  <a:lnTo>
                    <a:pt x="0" y="486"/>
                  </a:lnTo>
                </a:path>
              </a:pathLst>
            </a:custGeom>
            <a:noFill/>
            <a:ln w="19050" cap="rnd">
              <a:solidFill>
                <a:schemeClr val="tx2">
                  <a:lumMod val="25000"/>
                  <a:lumOff val="7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cxnSp>
          <p:nvCxnSpPr>
            <p:cNvPr id="39" name="Straight Connector 38"/>
            <p:cNvCxnSpPr/>
            <p:nvPr/>
          </p:nvCxnSpPr>
          <p:spPr>
            <a:xfrm>
              <a:off x="4774407" y="6038102"/>
              <a:ext cx="184914" cy="0"/>
            </a:xfrm>
            <a:prstGeom prst="line">
              <a:avLst/>
            </a:prstGeom>
            <a:ln w="19050" cap="rnd">
              <a:solidFill>
                <a:schemeClr val="tx2">
                  <a:lumMod val="25000"/>
                  <a:lumOff val="75000"/>
                </a:schemeClr>
              </a:solidFill>
            </a:ln>
          </p:spPr>
          <p:style>
            <a:lnRef idx="1">
              <a:schemeClr val="accent1"/>
            </a:lnRef>
            <a:fillRef idx="0">
              <a:schemeClr val="accent1"/>
            </a:fillRef>
            <a:effectRef idx="0">
              <a:schemeClr val="accent1"/>
            </a:effectRef>
            <a:fontRef idx="minor">
              <a:schemeClr val="tx1"/>
            </a:fontRef>
          </p:style>
        </p:cxnSp>
      </p:grpSp>
      <p:sp>
        <p:nvSpPr>
          <p:cNvPr id="2" name="Picture Placeholder 1"/>
          <p:cNvSpPr>
            <a:spLocks noGrp="1"/>
          </p:cNvSpPr>
          <p:nvPr>
            <p:ph type="pic" sz="quarter" idx="10"/>
          </p:nvPr>
        </p:nvSpPr>
        <p:spPr/>
        <p:txBody>
          <a:bodyPr/>
          <a:lstStyle/>
          <a:p>
            <a:endParaRPr lang="es-CO"/>
          </a:p>
        </p:txBody>
      </p:sp>
      <p:pic>
        <p:nvPicPr>
          <p:cNvPr id="3" name="Imagen 2">
            <a:extLst>
              <a:ext uri="{FF2B5EF4-FFF2-40B4-BE49-F238E27FC236}">
                <a16:creationId xmlns:a16="http://schemas.microsoft.com/office/drawing/2014/main" id="{D856CF38-912A-16F1-0B4A-A4A11D6EC95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9795" y="6368290"/>
            <a:ext cx="1498186" cy="239305"/>
          </a:xfrm>
          <a:prstGeom prst="rect">
            <a:avLst/>
          </a:prstGeom>
        </p:spPr>
      </p:pic>
      <p:pic>
        <p:nvPicPr>
          <p:cNvPr id="5" name="Imagen 4">
            <a:extLst>
              <a:ext uri="{FF2B5EF4-FFF2-40B4-BE49-F238E27FC236}">
                <a16:creationId xmlns:a16="http://schemas.microsoft.com/office/drawing/2014/main" id="{B3B13FDF-15D1-EB23-337B-4E748D76C570}"/>
              </a:ext>
            </a:extLst>
          </p:cNvPr>
          <p:cNvPicPr>
            <a:picLocks noChangeAspect="1"/>
          </p:cNvPicPr>
          <p:nvPr/>
        </p:nvPicPr>
        <p:blipFill>
          <a:blip r:embed="rId3"/>
          <a:stretch>
            <a:fillRect/>
          </a:stretch>
        </p:blipFill>
        <p:spPr>
          <a:xfrm>
            <a:off x="10547350" y="6165838"/>
            <a:ext cx="1360142" cy="644208"/>
          </a:xfrm>
          <a:prstGeom prst="rect">
            <a:avLst/>
          </a:prstGeom>
        </p:spPr>
      </p:pic>
    </p:spTree>
    <p:extLst>
      <p:ext uri="{BB962C8B-B14F-4D97-AF65-F5344CB8AC3E}">
        <p14:creationId xmlns:p14="http://schemas.microsoft.com/office/powerpoint/2010/main" val="26963164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ight Triangle 21"/>
          <p:cNvSpPr/>
          <p:nvPr/>
        </p:nvSpPr>
        <p:spPr>
          <a:xfrm rot="10800000">
            <a:off x="5325626" y="0"/>
            <a:ext cx="6866374" cy="6866374"/>
          </a:xfrm>
          <a:prstGeom prst="r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p:cNvSpPr/>
          <p:nvPr/>
        </p:nvSpPr>
        <p:spPr>
          <a:xfrm>
            <a:off x="8578850" y="483095"/>
            <a:ext cx="3276600" cy="3276600"/>
          </a:xfrm>
          <a:prstGeom prst="ellipse">
            <a:avLst/>
          </a:prstGeom>
          <a:noFill/>
          <a:ln w="19050" cap="rnd">
            <a:solidFill>
              <a:schemeClr val="accent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p:cNvSpPr/>
          <p:nvPr/>
        </p:nvSpPr>
        <p:spPr>
          <a:xfrm>
            <a:off x="8759843" y="664088"/>
            <a:ext cx="2914614" cy="2914614"/>
          </a:xfrm>
          <a:prstGeom prst="ellipse">
            <a:avLst/>
          </a:prstGeom>
          <a:solidFill>
            <a:srgbClr val="EBEC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p:cNvSpPr/>
          <p:nvPr/>
        </p:nvSpPr>
        <p:spPr>
          <a:xfrm>
            <a:off x="7085034" y="2701171"/>
            <a:ext cx="2479034" cy="2479034"/>
          </a:xfrm>
          <a:prstGeom prst="ellipse">
            <a:avLst/>
          </a:prstGeom>
          <a:solidFill>
            <a:srgbClr val="EBEC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p:cNvSpPr/>
          <p:nvPr/>
        </p:nvSpPr>
        <p:spPr>
          <a:xfrm>
            <a:off x="809625" y="4155098"/>
            <a:ext cx="5619750" cy="16859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p:cNvSpPr/>
          <p:nvPr/>
        </p:nvSpPr>
        <p:spPr>
          <a:xfrm>
            <a:off x="986721" y="4334115"/>
            <a:ext cx="1316408" cy="1316408"/>
          </a:xfrm>
          <a:prstGeom prst="ellipse">
            <a:avLst/>
          </a:prstGeom>
          <a:solidFill>
            <a:schemeClr val="tx2">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p:cNvSpPr txBox="1"/>
          <p:nvPr/>
        </p:nvSpPr>
        <p:spPr>
          <a:xfrm>
            <a:off x="621505" y="582614"/>
            <a:ext cx="2517036" cy="630942"/>
          </a:xfrm>
          <a:prstGeom prst="rect">
            <a:avLst/>
          </a:prstGeom>
          <a:noFill/>
        </p:spPr>
        <p:txBody>
          <a:bodyPr wrap="none" rtlCol="0">
            <a:spAutoFit/>
          </a:bodyPr>
          <a:lstStyle/>
          <a:p>
            <a:r>
              <a:rPr lang="en-US" sz="3500" b="1">
                <a:latin typeface="Open Sans" panose="020B0606030504020204" pitchFamily="34" charset="0"/>
                <a:ea typeface="Open Sans" panose="020B0606030504020204" pitchFamily="34" charset="0"/>
                <a:cs typeface="Open Sans" panose="020B0606030504020204" pitchFamily="34" charset="0"/>
              </a:rPr>
              <a:t>Our Vision</a:t>
            </a:r>
          </a:p>
        </p:txBody>
      </p:sp>
      <p:sp>
        <p:nvSpPr>
          <p:cNvPr id="5" name="Rectangle 4"/>
          <p:cNvSpPr/>
          <p:nvPr/>
        </p:nvSpPr>
        <p:spPr>
          <a:xfrm>
            <a:off x="723900" y="4155098"/>
            <a:ext cx="85725" cy="1685925"/>
          </a:xfrm>
          <a:prstGeom prst="rect">
            <a:avLst/>
          </a:prstGeom>
          <a:solidFill>
            <a:srgbClr val="8962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p:cNvSpPr txBox="1"/>
          <p:nvPr/>
        </p:nvSpPr>
        <p:spPr>
          <a:xfrm>
            <a:off x="629676" y="1882757"/>
            <a:ext cx="2770310" cy="861774"/>
          </a:xfrm>
          <a:prstGeom prst="rect">
            <a:avLst/>
          </a:prstGeom>
          <a:noFill/>
        </p:spPr>
        <p:txBody>
          <a:bodyPr wrap="none" rtlCol="0">
            <a:spAutoFit/>
          </a:bodyPr>
          <a:lstStyle/>
          <a:p>
            <a:r>
              <a:rPr lang="en-US" sz="2500" b="1" u="sng">
                <a:latin typeface="Open Sans" panose="020B0606030504020204" pitchFamily="34" charset="0"/>
                <a:ea typeface="Open Sans" panose="020B0606030504020204" pitchFamily="34" charset="0"/>
                <a:cs typeface="Open Sans" panose="020B0606030504020204" pitchFamily="34" charset="0"/>
              </a:rPr>
              <a:t>CONTENTS</a:t>
            </a:r>
            <a:br>
              <a:rPr lang="en-US" sz="2500" b="1" u="sng">
                <a:latin typeface="Open Sans" panose="020B0606030504020204" pitchFamily="34" charset="0"/>
                <a:ea typeface="Open Sans" panose="020B0606030504020204" pitchFamily="34" charset="0"/>
                <a:cs typeface="Open Sans" panose="020B0606030504020204" pitchFamily="34" charset="0"/>
              </a:rPr>
            </a:br>
            <a:r>
              <a:rPr lang="en-US" sz="2500" b="1" u="sng">
                <a:latin typeface="Open Sans" panose="020B0606030504020204" pitchFamily="34" charset="0"/>
                <a:ea typeface="Open Sans" panose="020B0606030504020204" pitchFamily="34" charset="0"/>
                <a:cs typeface="Open Sans" panose="020B0606030504020204" pitchFamily="34" charset="0"/>
              </a:rPr>
              <a:t>TITLE TEXT HERE</a:t>
            </a:r>
          </a:p>
        </p:txBody>
      </p:sp>
      <p:sp>
        <p:nvSpPr>
          <p:cNvPr id="9" name="TextBox 8">
            <a:extLst>
              <a:ext uri="{FF2B5EF4-FFF2-40B4-BE49-F238E27FC236}">
                <a16:creationId xmlns:a16="http://schemas.microsoft.com/office/drawing/2014/main" id="{D1FF62A6-ED05-488C-8C40-1AD16D58D15D}"/>
              </a:ext>
            </a:extLst>
          </p:cNvPr>
          <p:cNvSpPr txBox="1"/>
          <p:nvPr/>
        </p:nvSpPr>
        <p:spPr>
          <a:xfrm>
            <a:off x="629676" y="2802239"/>
            <a:ext cx="3755528" cy="746358"/>
          </a:xfrm>
          <a:prstGeom prst="rect">
            <a:avLst/>
          </a:prstGeom>
          <a:noFill/>
        </p:spPr>
        <p:txBody>
          <a:bodyPr wrap="square" rtlCol="0">
            <a:spAutoFit/>
          </a:bodyPr>
          <a:lstStyle/>
          <a:p>
            <a:pPr>
              <a:lnSpc>
                <a:spcPts val="1700"/>
              </a:lnSpc>
            </a:pPr>
            <a:r>
              <a:rPr lang="en-US" sz="10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Lorem ipsum dolor sit amet . The graphic and</a:t>
            </a:r>
          </a:p>
          <a:p>
            <a:pPr>
              <a:lnSpc>
                <a:spcPts val="1700"/>
              </a:lnSpc>
            </a:pPr>
            <a:r>
              <a:rPr lang="en-US" sz="10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typographic operators know this well, in reality all the</a:t>
            </a:r>
          </a:p>
          <a:p>
            <a:pPr>
              <a:lnSpc>
                <a:spcPts val="1700"/>
              </a:lnSpc>
            </a:pPr>
            <a:r>
              <a:rPr lang="en-US" sz="10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professions dealing with the</a:t>
            </a:r>
          </a:p>
        </p:txBody>
      </p:sp>
      <p:sp>
        <p:nvSpPr>
          <p:cNvPr id="10" name="Freeform 39"/>
          <p:cNvSpPr>
            <a:spLocks noEditPoints="1"/>
          </p:cNvSpPr>
          <p:nvPr/>
        </p:nvSpPr>
        <p:spPr bwMode="auto">
          <a:xfrm>
            <a:off x="1217287" y="4635260"/>
            <a:ext cx="855276" cy="714118"/>
          </a:xfrm>
          <a:custGeom>
            <a:avLst/>
            <a:gdLst>
              <a:gd name="T0" fmla="*/ 209 w 512"/>
              <a:gd name="T1" fmla="*/ 166 h 427"/>
              <a:gd name="T2" fmla="*/ 209 w 512"/>
              <a:gd name="T3" fmla="*/ 261 h 427"/>
              <a:gd name="T4" fmla="*/ 257 w 512"/>
              <a:gd name="T5" fmla="*/ 280 h 427"/>
              <a:gd name="T6" fmla="*/ 323 w 512"/>
              <a:gd name="T7" fmla="*/ 213 h 427"/>
              <a:gd name="T8" fmla="*/ 256 w 512"/>
              <a:gd name="T9" fmla="*/ 147 h 427"/>
              <a:gd name="T10" fmla="*/ 256 w 512"/>
              <a:gd name="T11" fmla="*/ 255 h 427"/>
              <a:gd name="T12" fmla="*/ 215 w 512"/>
              <a:gd name="T13" fmla="*/ 213 h 427"/>
              <a:gd name="T14" fmla="*/ 256 w 512"/>
              <a:gd name="T15" fmla="*/ 172 h 427"/>
              <a:gd name="T16" fmla="*/ 298 w 512"/>
              <a:gd name="T17" fmla="*/ 213 h 427"/>
              <a:gd name="T18" fmla="*/ 506 w 512"/>
              <a:gd name="T19" fmla="*/ 206 h 427"/>
              <a:gd name="T20" fmla="*/ 463 w 512"/>
              <a:gd name="T21" fmla="*/ 161 h 427"/>
              <a:gd name="T22" fmla="*/ 343 w 512"/>
              <a:gd name="T23" fmla="*/ 97 h 427"/>
              <a:gd name="T24" fmla="*/ 170 w 512"/>
              <a:gd name="T25" fmla="*/ 97 h 427"/>
              <a:gd name="T26" fmla="*/ 50 w 512"/>
              <a:gd name="T27" fmla="*/ 161 h 427"/>
              <a:gd name="T28" fmla="*/ 6 w 512"/>
              <a:gd name="T29" fmla="*/ 206 h 427"/>
              <a:gd name="T30" fmla="*/ 0 w 512"/>
              <a:gd name="T31" fmla="*/ 213 h 427"/>
              <a:gd name="T32" fmla="*/ 18 w 512"/>
              <a:gd name="T33" fmla="*/ 236 h 427"/>
              <a:gd name="T34" fmla="*/ 100 w 512"/>
              <a:gd name="T35" fmla="*/ 301 h 427"/>
              <a:gd name="T36" fmla="*/ 170 w 512"/>
              <a:gd name="T37" fmla="*/ 330 h 427"/>
              <a:gd name="T38" fmla="*/ 343 w 512"/>
              <a:gd name="T39" fmla="*/ 330 h 427"/>
              <a:gd name="T40" fmla="*/ 463 w 512"/>
              <a:gd name="T41" fmla="*/ 266 h 427"/>
              <a:gd name="T42" fmla="*/ 506 w 512"/>
              <a:gd name="T43" fmla="*/ 221 h 427"/>
              <a:gd name="T44" fmla="*/ 512 w 512"/>
              <a:gd name="T45" fmla="*/ 213 h 427"/>
              <a:gd name="T46" fmla="*/ 457 w 512"/>
              <a:gd name="T47" fmla="*/ 237 h 427"/>
              <a:gd name="T48" fmla="*/ 343 w 512"/>
              <a:gd name="T49" fmla="*/ 304 h 427"/>
              <a:gd name="T50" fmla="*/ 170 w 512"/>
              <a:gd name="T51" fmla="*/ 304 h 427"/>
              <a:gd name="T52" fmla="*/ 56 w 512"/>
              <a:gd name="T53" fmla="*/ 237 h 427"/>
              <a:gd name="T54" fmla="*/ 56 w 512"/>
              <a:gd name="T55" fmla="*/ 190 h 427"/>
              <a:gd name="T56" fmla="*/ 170 w 512"/>
              <a:gd name="T57" fmla="*/ 123 h 427"/>
              <a:gd name="T58" fmla="*/ 343 w 512"/>
              <a:gd name="T59" fmla="*/ 123 h 427"/>
              <a:gd name="T60" fmla="*/ 457 w 512"/>
              <a:gd name="T61" fmla="*/ 190 h 427"/>
              <a:gd name="T62" fmla="*/ 457 w 512"/>
              <a:gd name="T63" fmla="*/ 237 h 427"/>
              <a:gd name="T64" fmla="*/ 470 w 512"/>
              <a:gd name="T65" fmla="*/ 84 h 427"/>
              <a:gd name="T66" fmla="*/ 396 w 512"/>
              <a:gd name="T67" fmla="*/ 0 h 427"/>
              <a:gd name="T68" fmla="*/ 454 w 512"/>
              <a:gd name="T69" fmla="*/ 18 h 427"/>
              <a:gd name="T70" fmla="*/ 59 w 512"/>
              <a:gd name="T71" fmla="*/ 18 h 427"/>
              <a:gd name="T72" fmla="*/ 117 w 512"/>
              <a:gd name="T73" fmla="*/ 0 h 427"/>
              <a:gd name="T74" fmla="*/ 43 w 512"/>
              <a:gd name="T75" fmla="*/ 84 h 427"/>
              <a:gd name="T76" fmla="*/ 59 w 512"/>
              <a:gd name="T77" fmla="*/ 18 h 427"/>
              <a:gd name="T78" fmla="*/ 396 w 512"/>
              <a:gd name="T79" fmla="*/ 409 h 427"/>
              <a:gd name="T80" fmla="*/ 470 w 512"/>
              <a:gd name="T81" fmla="*/ 427 h 427"/>
              <a:gd name="T82" fmla="*/ 454 w 512"/>
              <a:gd name="T83" fmla="*/ 343 h 427"/>
              <a:gd name="T84" fmla="*/ 59 w 512"/>
              <a:gd name="T85" fmla="*/ 343 h 427"/>
              <a:gd name="T86" fmla="*/ 43 w 512"/>
              <a:gd name="T87" fmla="*/ 427 h 427"/>
              <a:gd name="T88" fmla="*/ 117 w 512"/>
              <a:gd name="T89" fmla="*/ 409 h 427"/>
              <a:gd name="T90" fmla="*/ 59 w 512"/>
              <a:gd name="T91" fmla="*/ 343 h 4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512" h="427">
                <a:moveTo>
                  <a:pt x="256" y="147"/>
                </a:moveTo>
                <a:cubicBezTo>
                  <a:pt x="238" y="147"/>
                  <a:pt x="222" y="153"/>
                  <a:pt x="209" y="166"/>
                </a:cubicBezTo>
                <a:cubicBezTo>
                  <a:pt x="196" y="179"/>
                  <a:pt x="189" y="196"/>
                  <a:pt x="190" y="213"/>
                </a:cubicBezTo>
                <a:cubicBezTo>
                  <a:pt x="189" y="231"/>
                  <a:pt x="196" y="248"/>
                  <a:pt x="209" y="261"/>
                </a:cubicBezTo>
                <a:cubicBezTo>
                  <a:pt x="222" y="274"/>
                  <a:pt x="238" y="280"/>
                  <a:pt x="256" y="280"/>
                </a:cubicBezTo>
                <a:cubicBezTo>
                  <a:pt x="257" y="280"/>
                  <a:pt x="257" y="280"/>
                  <a:pt x="257" y="280"/>
                </a:cubicBezTo>
                <a:cubicBezTo>
                  <a:pt x="275" y="280"/>
                  <a:pt x="290" y="274"/>
                  <a:pt x="303" y="261"/>
                </a:cubicBezTo>
                <a:cubicBezTo>
                  <a:pt x="316" y="248"/>
                  <a:pt x="323" y="232"/>
                  <a:pt x="323" y="213"/>
                </a:cubicBezTo>
                <a:cubicBezTo>
                  <a:pt x="323" y="196"/>
                  <a:pt x="316" y="179"/>
                  <a:pt x="303" y="166"/>
                </a:cubicBezTo>
                <a:cubicBezTo>
                  <a:pt x="290" y="153"/>
                  <a:pt x="274" y="147"/>
                  <a:pt x="256" y="147"/>
                </a:cubicBezTo>
                <a:close/>
                <a:moveTo>
                  <a:pt x="286" y="243"/>
                </a:moveTo>
                <a:cubicBezTo>
                  <a:pt x="278" y="251"/>
                  <a:pt x="268" y="255"/>
                  <a:pt x="256" y="255"/>
                </a:cubicBezTo>
                <a:cubicBezTo>
                  <a:pt x="245" y="255"/>
                  <a:pt x="235" y="251"/>
                  <a:pt x="227" y="243"/>
                </a:cubicBezTo>
                <a:cubicBezTo>
                  <a:pt x="219" y="235"/>
                  <a:pt x="215" y="225"/>
                  <a:pt x="215" y="213"/>
                </a:cubicBezTo>
                <a:cubicBezTo>
                  <a:pt x="215" y="202"/>
                  <a:pt x="219" y="192"/>
                  <a:pt x="227" y="184"/>
                </a:cubicBezTo>
                <a:cubicBezTo>
                  <a:pt x="235" y="176"/>
                  <a:pt x="245" y="172"/>
                  <a:pt x="256" y="172"/>
                </a:cubicBezTo>
                <a:cubicBezTo>
                  <a:pt x="268" y="172"/>
                  <a:pt x="278" y="176"/>
                  <a:pt x="286" y="184"/>
                </a:cubicBezTo>
                <a:cubicBezTo>
                  <a:pt x="294" y="192"/>
                  <a:pt x="298" y="202"/>
                  <a:pt x="298" y="213"/>
                </a:cubicBezTo>
                <a:cubicBezTo>
                  <a:pt x="298" y="225"/>
                  <a:pt x="294" y="235"/>
                  <a:pt x="286" y="243"/>
                </a:cubicBezTo>
                <a:close/>
                <a:moveTo>
                  <a:pt x="506" y="206"/>
                </a:moveTo>
                <a:cubicBezTo>
                  <a:pt x="505" y="203"/>
                  <a:pt x="501" y="198"/>
                  <a:pt x="495" y="191"/>
                </a:cubicBezTo>
                <a:cubicBezTo>
                  <a:pt x="488" y="183"/>
                  <a:pt x="478" y="174"/>
                  <a:pt x="463" y="161"/>
                </a:cubicBezTo>
                <a:cubicBezTo>
                  <a:pt x="448" y="148"/>
                  <a:pt x="431" y="136"/>
                  <a:pt x="413" y="126"/>
                </a:cubicBezTo>
                <a:cubicBezTo>
                  <a:pt x="394" y="115"/>
                  <a:pt x="371" y="105"/>
                  <a:pt x="343" y="97"/>
                </a:cubicBezTo>
                <a:cubicBezTo>
                  <a:pt x="315" y="89"/>
                  <a:pt x="286" y="85"/>
                  <a:pt x="256" y="85"/>
                </a:cubicBezTo>
                <a:cubicBezTo>
                  <a:pt x="227" y="85"/>
                  <a:pt x="198" y="89"/>
                  <a:pt x="170" y="97"/>
                </a:cubicBezTo>
                <a:cubicBezTo>
                  <a:pt x="142" y="105"/>
                  <a:pt x="118" y="115"/>
                  <a:pt x="100" y="126"/>
                </a:cubicBezTo>
                <a:cubicBezTo>
                  <a:pt x="82" y="136"/>
                  <a:pt x="65" y="148"/>
                  <a:pt x="50" y="161"/>
                </a:cubicBezTo>
                <a:cubicBezTo>
                  <a:pt x="35" y="174"/>
                  <a:pt x="24" y="183"/>
                  <a:pt x="18" y="191"/>
                </a:cubicBezTo>
                <a:cubicBezTo>
                  <a:pt x="12" y="198"/>
                  <a:pt x="8" y="202"/>
                  <a:pt x="6" y="206"/>
                </a:cubicBezTo>
                <a:cubicBezTo>
                  <a:pt x="3" y="210"/>
                  <a:pt x="3" y="210"/>
                  <a:pt x="3" y="210"/>
                </a:cubicBezTo>
                <a:cubicBezTo>
                  <a:pt x="0" y="213"/>
                  <a:pt x="0" y="213"/>
                  <a:pt x="0" y="213"/>
                </a:cubicBezTo>
                <a:cubicBezTo>
                  <a:pt x="6" y="221"/>
                  <a:pt x="6" y="221"/>
                  <a:pt x="6" y="221"/>
                </a:cubicBezTo>
                <a:cubicBezTo>
                  <a:pt x="8" y="225"/>
                  <a:pt x="12" y="229"/>
                  <a:pt x="18" y="236"/>
                </a:cubicBezTo>
                <a:cubicBezTo>
                  <a:pt x="24" y="244"/>
                  <a:pt x="35" y="253"/>
                  <a:pt x="50" y="266"/>
                </a:cubicBezTo>
                <a:cubicBezTo>
                  <a:pt x="65" y="279"/>
                  <a:pt x="82" y="291"/>
                  <a:pt x="100" y="301"/>
                </a:cubicBezTo>
                <a:cubicBezTo>
                  <a:pt x="100" y="301"/>
                  <a:pt x="100" y="301"/>
                  <a:pt x="100" y="301"/>
                </a:cubicBezTo>
                <a:cubicBezTo>
                  <a:pt x="118" y="312"/>
                  <a:pt x="142" y="322"/>
                  <a:pt x="170" y="330"/>
                </a:cubicBezTo>
                <a:cubicBezTo>
                  <a:pt x="198" y="338"/>
                  <a:pt x="227" y="342"/>
                  <a:pt x="256" y="342"/>
                </a:cubicBezTo>
                <a:cubicBezTo>
                  <a:pt x="286" y="342"/>
                  <a:pt x="315" y="338"/>
                  <a:pt x="343" y="330"/>
                </a:cubicBezTo>
                <a:cubicBezTo>
                  <a:pt x="371" y="322"/>
                  <a:pt x="394" y="312"/>
                  <a:pt x="413" y="301"/>
                </a:cubicBezTo>
                <a:cubicBezTo>
                  <a:pt x="431" y="291"/>
                  <a:pt x="448" y="279"/>
                  <a:pt x="463" y="266"/>
                </a:cubicBezTo>
                <a:cubicBezTo>
                  <a:pt x="478" y="253"/>
                  <a:pt x="488" y="244"/>
                  <a:pt x="495" y="236"/>
                </a:cubicBezTo>
                <a:cubicBezTo>
                  <a:pt x="501" y="229"/>
                  <a:pt x="505" y="225"/>
                  <a:pt x="506" y="221"/>
                </a:cubicBezTo>
                <a:cubicBezTo>
                  <a:pt x="510" y="217"/>
                  <a:pt x="510" y="217"/>
                  <a:pt x="510" y="217"/>
                </a:cubicBezTo>
                <a:cubicBezTo>
                  <a:pt x="512" y="213"/>
                  <a:pt x="512" y="213"/>
                  <a:pt x="512" y="213"/>
                </a:cubicBezTo>
                <a:lnTo>
                  <a:pt x="506" y="206"/>
                </a:lnTo>
                <a:close/>
                <a:moveTo>
                  <a:pt x="457" y="237"/>
                </a:moveTo>
                <a:cubicBezTo>
                  <a:pt x="447" y="246"/>
                  <a:pt x="432" y="257"/>
                  <a:pt x="413" y="271"/>
                </a:cubicBezTo>
                <a:cubicBezTo>
                  <a:pt x="394" y="285"/>
                  <a:pt x="370" y="296"/>
                  <a:pt x="343" y="304"/>
                </a:cubicBezTo>
                <a:cubicBezTo>
                  <a:pt x="315" y="313"/>
                  <a:pt x="286" y="317"/>
                  <a:pt x="256" y="317"/>
                </a:cubicBezTo>
                <a:cubicBezTo>
                  <a:pt x="226" y="317"/>
                  <a:pt x="198" y="313"/>
                  <a:pt x="170" y="304"/>
                </a:cubicBezTo>
                <a:cubicBezTo>
                  <a:pt x="143" y="296"/>
                  <a:pt x="119" y="285"/>
                  <a:pt x="100" y="271"/>
                </a:cubicBezTo>
                <a:cubicBezTo>
                  <a:pt x="80" y="257"/>
                  <a:pt x="66" y="246"/>
                  <a:pt x="56" y="237"/>
                </a:cubicBezTo>
                <a:cubicBezTo>
                  <a:pt x="47" y="229"/>
                  <a:pt x="39" y="221"/>
                  <a:pt x="32" y="213"/>
                </a:cubicBezTo>
                <a:cubicBezTo>
                  <a:pt x="39" y="206"/>
                  <a:pt x="47" y="198"/>
                  <a:pt x="56" y="190"/>
                </a:cubicBezTo>
                <a:cubicBezTo>
                  <a:pt x="66" y="181"/>
                  <a:pt x="80" y="170"/>
                  <a:pt x="100" y="156"/>
                </a:cubicBezTo>
                <a:cubicBezTo>
                  <a:pt x="119" y="142"/>
                  <a:pt x="143" y="131"/>
                  <a:pt x="170" y="123"/>
                </a:cubicBezTo>
                <a:cubicBezTo>
                  <a:pt x="198" y="114"/>
                  <a:pt x="226" y="110"/>
                  <a:pt x="256" y="110"/>
                </a:cubicBezTo>
                <a:cubicBezTo>
                  <a:pt x="286" y="110"/>
                  <a:pt x="315" y="114"/>
                  <a:pt x="343" y="123"/>
                </a:cubicBezTo>
                <a:cubicBezTo>
                  <a:pt x="370" y="131"/>
                  <a:pt x="394" y="142"/>
                  <a:pt x="413" y="156"/>
                </a:cubicBezTo>
                <a:cubicBezTo>
                  <a:pt x="432" y="170"/>
                  <a:pt x="447" y="181"/>
                  <a:pt x="457" y="190"/>
                </a:cubicBezTo>
                <a:cubicBezTo>
                  <a:pt x="466" y="198"/>
                  <a:pt x="473" y="206"/>
                  <a:pt x="480" y="213"/>
                </a:cubicBezTo>
                <a:cubicBezTo>
                  <a:pt x="473" y="221"/>
                  <a:pt x="466" y="229"/>
                  <a:pt x="457" y="237"/>
                </a:cubicBezTo>
                <a:close/>
                <a:moveTo>
                  <a:pt x="454" y="84"/>
                </a:moveTo>
                <a:cubicBezTo>
                  <a:pt x="470" y="84"/>
                  <a:pt x="470" y="84"/>
                  <a:pt x="470" y="84"/>
                </a:cubicBezTo>
                <a:cubicBezTo>
                  <a:pt x="470" y="0"/>
                  <a:pt x="470" y="0"/>
                  <a:pt x="470" y="0"/>
                </a:cubicBezTo>
                <a:cubicBezTo>
                  <a:pt x="396" y="0"/>
                  <a:pt x="396" y="0"/>
                  <a:pt x="396" y="0"/>
                </a:cubicBezTo>
                <a:cubicBezTo>
                  <a:pt x="396" y="18"/>
                  <a:pt x="396" y="18"/>
                  <a:pt x="396" y="18"/>
                </a:cubicBezTo>
                <a:cubicBezTo>
                  <a:pt x="454" y="18"/>
                  <a:pt x="454" y="18"/>
                  <a:pt x="454" y="18"/>
                </a:cubicBezTo>
                <a:lnTo>
                  <a:pt x="454" y="84"/>
                </a:lnTo>
                <a:close/>
                <a:moveTo>
                  <a:pt x="59" y="18"/>
                </a:moveTo>
                <a:cubicBezTo>
                  <a:pt x="117" y="18"/>
                  <a:pt x="117" y="18"/>
                  <a:pt x="117" y="18"/>
                </a:cubicBezTo>
                <a:cubicBezTo>
                  <a:pt x="117" y="0"/>
                  <a:pt x="117" y="0"/>
                  <a:pt x="117" y="0"/>
                </a:cubicBezTo>
                <a:cubicBezTo>
                  <a:pt x="43" y="0"/>
                  <a:pt x="43" y="0"/>
                  <a:pt x="43" y="0"/>
                </a:cubicBezTo>
                <a:cubicBezTo>
                  <a:pt x="43" y="84"/>
                  <a:pt x="43" y="84"/>
                  <a:pt x="43" y="84"/>
                </a:cubicBezTo>
                <a:cubicBezTo>
                  <a:pt x="59" y="84"/>
                  <a:pt x="59" y="84"/>
                  <a:pt x="59" y="84"/>
                </a:cubicBezTo>
                <a:lnTo>
                  <a:pt x="59" y="18"/>
                </a:lnTo>
                <a:close/>
                <a:moveTo>
                  <a:pt x="454" y="409"/>
                </a:moveTo>
                <a:cubicBezTo>
                  <a:pt x="396" y="409"/>
                  <a:pt x="396" y="409"/>
                  <a:pt x="396" y="409"/>
                </a:cubicBezTo>
                <a:cubicBezTo>
                  <a:pt x="396" y="427"/>
                  <a:pt x="396" y="427"/>
                  <a:pt x="396" y="427"/>
                </a:cubicBezTo>
                <a:cubicBezTo>
                  <a:pt x="470" y="427"/>
                  <a:pt x="470" y="427"/>
                  <a:pt x="470" y="427"/>
                </a:cubicBezTo>
                <a:cubicBezTo>
                  <a:pt x="470" y="343"/>
                  <a:pt x="470" y="343"/>
                  <a:pt x="470" y="343"/>
                </a:cubicBezTo>
                <a:cubicBezTo>
                  <a:pt x="454" y="343"/>
                  <a:pt x="454" y="343"/>
                  <a:pt x="454" y="343"/>
                </a:cubicBezTo>
                <a:lnTo>
                  <a:pt x="454" y="409"/>
                </a:lnTo>
                <a:close/>
                <a:moveTo>
                  <a:pt x="59" y="343"/>
                </a:moveTo>
                <a:cubicBezTo>
                  <a:pt x="43" y="343"/>
                  <a:pt x="43" y="343"/>
                  <a:pt x="43" y="343"/>
                </a:cubicBezTo>
                <a:cubicBezTo>
                  <a:pt x="43" y="427"/>
                  <a:pt x="43" y="427"/>
                  <a:pt x="43" y="427"/>
                </a:cubicBezTo>
                <a:cubicBezTo>
                  <a:pt x="117" y="427"/>
                  <a:pt x="117" y="427"/>
                  <a:pt x="117" y="427"/>
                </a:cubicBezTo>
                <a:cubicBezTo>
                  <a:pt x="117" y="409"/>
                  <a:pt x="117" y="409"/>
                  <a:pt x="117" y="409"/>
                </a:cubicBezTo>
                <a:cubicBezTo>
                  <a:pt x="59" y="409"/>
                  <a:pt x="59" y="409"/>
                  <a:pt x="59" y="409"/>
                </a:cubicBezTo>
                <a:lnTo>
                  <a:pt x="59" y="343"/>
                </a:ln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endParaRPr lang="en-US"/>
          </a:p>
        </p:txBody>
      </p:sp>
      <p:sp>
        <p:nvSpPr>
          <p:cNvPr id="11" name="TextBox 10">
            <a:extLst>
              <a:ext uri="{FF2B5EF4-FFF2-40B4-BE49-F238E27FC236}">
                <a16:creationId xmlns:a16="http://schemas.microsoft.com/office/drawing/2014/main" id="{B2ED1907-A98C-F503-B297-E4FB7BDFAABD}"/>
              </a:ext>
            </a:extLst>
          </p:cNvPr>
          <p:cNvSpPr txBox="1"/>
          <p:nvPr/>
        </p:nvSpPr>
        <p:spPr>
          <a:xfrm>
            <a:off x="2467333" y="4292128"/>
            <a:ext cx="3759617" cy="1400383"/>
          </a:xfrm>
          <a:prstGeom prst="rect">
            <a:avLst/>
          </a:prstGeom>
          <a:noFill/>
        </p:spPr>
        <p:txBody>
          <a:bodyPr wrap="square" rtlCol="0">
            <a:spAutoFit/>
          </a:bodyPr>
          <a:lstStyle/>
          <a:p>
            <a:pPr>
              <a:lnSpc>
                <a:spcPts val="1700"/>
              </a:lnSpc>
            </a:pPr>
            <a:r>
              <a:rPr lang="en-US" sz="1000" b="0" i="0">
                <a:solidFill>
                  <a:schemeClr val="tx1">
                    <a:lumMod val="50000"/>
                    <a:lumOff val="50000"/>
                  </a:schemeClr>
                </a:solidFill>
                <a:effectLst/>
                <a:latin typeface="Open Sans" panose="020B0606030504020204" pitchFamily="34" charset="0"/>
                <a:ea typeface="Open Sans" panose="020B0606030504020204" pitchFamily="34" charset="0"/>
                <a:cs typeface="Open Sans" panose="020B0606030504020204" pitchFamily="34" charset="0"/>
              </a:rPr>
              <a:t>In publishing and graphic design, </a:t>
            </a:r>
            <a:r>
              <a:rPr lang="en-US" sz="10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or </a:t>
            </a:r>
            <a:r>
              <a:rPr lang="en-US" sz="1000" b="0" i="0">
                <a:solidFill>
                  <a:schemeClr val="tx1">
                    <a:lumMod val="50000"/>
                    <a:lumOff val="50000"/>
                  </a:schemeClr>
                </a:solidFill>
                <a:effectLst/>
                <a:latin typeface="Open Sans" panose="020B0606030504020204" pitchFamily="34" charset="0"/>
                <a:ea typeface="Open Sans" panose="020B0606030504020204" pitchFamily="34" charset="0"/>
                <a:cs typeface="Open Sans" panose="020B0606030504020204" pitchFamily="34" charset="0"/>
              </a:rPr>
              <a:t>demonstrate</a:t>
            </a:r>
          </a:p>
          <a:p>
            <a:pPr>
              <a:lnSpc>
                <a:spcPts val="1700"/>
              </a:lnSpc>
            </a:pPr>
            <a:r>
              <a:rPr lang="en-US" sz="1000" b="0" i="0">
                <a:solidFill>
                  <a:schemeClr val="tx1">
                    <a:lumMod val="50000"/>
                    <a:lumOff val="50000"/>
                  </a:schemeClr>
                </a:solidFill>
                <a:effectLst/>
                <a:latin typeface="Open Sans" panose="020B0606030504020204" pitchFamily="34" charset="0"/>
                <a:ea typeface="Open Sans" panose="020B0606030504020204" pitchFamily="34" charset="0"/>
                <a:cs typeface="Open Sans" panose="020B0606030504020204" pitchFamily="34" charset="0"/>
              </a:rPr>
              <a:t>the visual form content. Lorem ipsum may placeholder </a:t>
            </a:r>
            <a:r>
              <a:rPr lang="en-US" sz="10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text ipsum is used as placeholder dolor of document or a</a:t>
            </a:r>
          </a:p>
          <a:p>
            <a:pPr>
              <a:lnSpc>
                <a:spcPts val="1700"/>
              </a:lnSpc>
            </a:pPr>
            <a:r>
              <a:rPr lang="en-US" sz="10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typeface on the visual form of a document used as placeholder dolor placeholder of document or a on the</a:t>
            </a:r>
          </a:p>
          <a:p>
            <a:pPr>
              <a:lnSpc>
                <a:spcPts val="1700"/>
              </a:lnSpc>
            </a:pPr>
            <a:r>
              <a:rPr lang="en-US" sz="10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visual of a document</a:t>
            </a:r>
          </a:p>
        </p:txBody>
      </p:sp>
      <p:sp>
        <p:nvSpPr>
          <p:cNvPr id="2" name="Picture Placeholder 1"/>
          <p:cNvSpPr>
            <a:spLocks noGrp="1"/>
          </p:cNvSpPr>
          <p:nvPr>
            <p:ph type="pic" sz="quarter" idx="10"/>
          </p:nvPr>
        </p:nvSpPr>
        <p:spPr/>
        <p:txBody>
          <a:bodyPr/>
          <a:lstStyle/>
          <a:p>
            <a:endParaRPr lang="es-CO"/>
          </a:p>
        </p:txBody>
      </p:sp>
      <p:sp>
        <p:nvSpPr>
          <p:cNvPr id="4" name="Picture Placeholder 3"/>
          <p:cNvSpPr>
            <a:spLocks noGrp="1"/>
          </p:cNvSpPr>
          <p:nvPr>
            <p:ph type="pic" sz="quarter" idx="11"/>
          </p:nvPr>
        </p:nvSpPr>
        <p:spPr/>
        <p:txBody>
          <a:bodyPr/>
          <a:lstStyle/>
          <a:p>
            <a:endParaRPr lang="es-CO"/>
          </a:p>
        </p:txBody>
      </p:sp>
      <p:pic>
        <p:nvPicPr>
          <p:cNvPr id="6" name="Imagen 5">
            <a:extLst>
              <a:ext uri="{FF2B5EF4-FFF2-40B4-BE49-F238E27FC236}">
                <a16:creationId xmlns:a16="http://schemas.microsoft.com/office/drawing/2014/main" id="{5902FC06-F111-15D9-DF96-E8EE561FFAE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9795" y="6368290"/>
            <a:ext cx="1498186" cy="239305"/>
          </a:xfrm>
          <a:prstGeom prst="rect">
            <a:avLst/>
          </a:prstGeom>
        </p:spPr>
      </p:pic>
      <p:pic>
        <p:nvPicPr>
          <p:cNvPr id="13" name="Imagen 12">
            <a:extLst>
              <a:ext uri="{FF2B5EF4-FFF2-40B4-BE49-F238E27FC236}">
                <a16:creationId xmlns:a16="http://schemas.microsoft.com/office/drawing/2014/main" id="{6D3CD50E-3588-7929-7442-2E6BCA25C527}"/>
              </a:ext>
            </a:extLst>
          </p:cNvPr>
          <p:cNvPicPr>
            <a:picLocks noChangeAspect="1"/>
          </p:cNvPicPr>
          <p:nvPr/>
        </p:nvPicPr>
        <p:blipFill>
          <a:blip r:embed="rId3"/>
          <a:stretch>
            <a:fillRect/>
          </a:stretch>
        </p:blipFill>
        <p:spPr>
          <a:xfrm>
            <a:off x="10547350" y="6165838"/>
            <a:ext cx="1360142" cy="644208"/>
          </a:xfrm>
          <a:prstGeom prst="rect">
            <a:avLst/>
          </a:prstGeom>
        </p:spPr>
      </p:pic>
    </p:spTree>
    <p:extLst>
      <p:ext uri="{BB962C8B-B14F-4D97-AF65-F5344CB8AC3E}">
        <p14:creationId xmlns:p14="http://schemas.microsoft.com/office/powerpoint/2010/main" val="35368637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621505" y="582614"/>
            <a:ext cx="2890022" cy="630942"/>
          </a:xfrm>
          <a:prstGeom prst="rect">
            <a:avLst/>
          </a:prstGeom>
          <a:noFill/>
        </p:spPr>
        <p:txBody>
          <a:bodyPr wrap="none" rtlCol="0">
            <a:spAutoFit/>
          </a:bodyPr>
          <a:lstStyle/>
          <a:p>
            <a:r>
              <a:rPr lang="en-US" sz="3500" b="1">
                <a:latin typeface="Open Sans" panose="020B0606030504020204" pitchFamily="34" charset="0"/>
                <a:ea typeface="Open Sans" panose="020B0606030504020204" pitchFamily="34" charset="0"/>
                <a:cs typeface="Open Sans" panose="020B0606030504020204" pitchFamily="34" charset="0"/>
              </a:rPr>
              <a:t>What’s Next</a:t>
            </a:r>
          </a:p>
        </p:txBody>
      </p:sp>
      <p:sp>
        <p:nvSpPr>
          <p:cNvPr id="5" name="TextBox 4"/>
          <p:cNvSpPr txBox="1"/>
          <p:nvPr/>
        </p:nvSpPr>
        <p:spPr>
          <a:xfrm>
            <a:off x="629676" y="1717223"/>
            <a:ext cx="2770310" cy="861774"/>
          </a:xfrm>
          <a:prstGeom prst="rect">
            <a:avLst/>
          </a:prstGeom>
          <a:noFill/>
        </p:spPr>
        <p:txBody>
          <a:bodyPr wrap="none" rtlCol="0">
            <a:spAutoFit/>
          </a:bodyPr>
          <a:lstStyle/>
          <a:p>
            <a:r>
              <a:rPr lang="en-US" sz="2500" b="1" u="sng">
                <a:latin typeface="Open Sans" panose="020B0606030504020204" pitchFamily="34" charset="0"/>
                <a:ea typeface="Open Sans" panose="020B0606030504020204" pitchFamily="34" charset="0"/>
                <a:cs typeface="Open Sans" panose="020B0606030504020204" pitchFamily="34" charset="0"/>
              </a:rPr>
              <a:t>CONTENTS</a:t>
            </a:r>
            <a:br>
              <a:rPr lang="en-US" sz="2500" b="1" u="sng">
                <a:latin typeface="Open Sans" panose="020B0606030504020204" pitchFamily="34" charset="0"/>
                <a:ea typeface="Open Sans" panose="020B0606030504020204" pitchFamily="34" charset="0"/>
                <a:cs typeface="Open Sans" panose="020B0606030504020204" pitchFamily="34" charset="0"/>
              </a:rPr>
            </a:br>
            <a:r>
              <a:rPr lang="en-US" sz="2500" b="1" u="sng">
                <a:latin typeface="Open Sans" panose="020B0606030504020204" pitchFamily="34" charset="0"/>
                <a:ea typeface="Open Sans" panose="020B0606030504020204" pitchFamily="34" charset="0"/>
                <a:cs typeface="Open Sans" panose="020B0606030504020204" pitchFamily="34" charset="0"/>
              </a:rPr>
              <a:t>TITLE TEXT HERE</a:t>
            </a:r>
          </a:p>
        </p:txBody>
      </p:sp>
      <p:sp>
        <p:nvSpPr>
          <p:cNvPr id="6" name="TextBox 5">
            <a:extLst>
              <a:ext uri="{FF2B5EF4-FFF2-40B4-BE49-F238E27FC236}">
                <a16:creationId xmlns:a16="http://schemas.microsoft.com/office/drawing/2014/main" id="{D1FF62A6-ED05-488C-8C40-1AD16D58D15D}"/>
              </a:ext>
            </a:extLst>
          </p:cNvPr>
          <p:cNvSpPr txBox="1"/>
          <p:nvPr/>
        </p:nvSpPr>
        <p:spPr>
          <a:xfrm>
            <a:off x="629676" y="2636705"/>
            <a:ext cx="3755528" cy="746358"/>
          </a:xfrm>
          <a:prstGeom prst="rect">
            <a:avLst/>
          </a:prstGeom>
          <a:noFill/>
        </p:spPr>
        <p:txBody>
          <a:bodyPr wrap="square" rtlCol="0">
            <a:spAutoFit/>
          </a:bodyPr>
          <a:lstStyle/>
          <a:p>
            <a:pPr>
              <a:lnSpc>
                <a:spcPts val="1700"/>
              </a:lnSpc>
            </a:pPr>
            <a:r>
              <a:rPr lang="en-US" sz="10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Lorem ipsum dolor sit amet . The graphic and</a:t>
            </a:r>
          </a:p>
          <a:p>
            <a:pPr>
              <a:lnSpc>
                <a:spcPts val="1700"/>
              </a:lnSpc>
            </a:pPr>
            <a:r>
              <a:rPr lang="en-US" sz="10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typographic operators know this well, in reality all the</a:t>
            </a:r>
          </a:p>
          <a:p>
            <a:pPr>
              <a:lnSpc>
                <a:spcPts val="1700"/>
              </a:lnSpc>
            </a:pPr>
            <a:r>
              <a:rPr lang="en-US" sz="10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professions dealing with the</a:t>
            </a:r>
          </a:p>
        </p:txBody>
      </p:sp>
      <p:sp>
        <p:nvSpPr>
          <p:cNvPr id="10" name="TextBox 9"/>
          <p:cNvSpPr txBox="1"/>
          <p:nvPr/>
        </p:nvSpPr>
        <p:spPr>
          <a:xfrm>
            <a:off x="1869066" y="4046343"/>
            <a:ext cx="1527726" cy="292388"/>
          </a:xfrm>
          <a:prstGeom prst="rect">
            <a:avLst/>
          </a:prstGeom>
          <a:noFill/>
        </p:spPr>
        <p:txBody>
          <a:bodyPr wrap="none" rtlCol="0">
            <a:spAutoFit/>
          </a:bodyPr>
          <a:lstStyle/>
          <a:p>
            <a:pPr lvl="0">
              <a:defRPr/>
            </a:pPr>
            <a:r>
              <a:rPr lang="en-US" sz="1300" b="1">
                <a:latin typeface="Open Sans" panose="020B0606030504020204" pitchFamily="34" charset="0"/>
                <a:ea typeface="Open Sans" panose="020B0606030504020204" pitchFamily="34" charset="0"/>
                <a:cs typeface="Open Sans" panose="020B0606030504020204" pitchFamily="34" charset="0"/>
              </a:rPr>
              <a:t>Market Problem</a:t>
            </a:r>
          </a:p>
        </p:txBody>
      </p:sp>
      <p:sp>
        <p:nvSpPr>
          <p:cNvPr id="11" name="TextBox 10">
            <a:extLst>
              <a:ext uri="{FF2B5EF4-FFF2-40B4-BE49-F238E27FC236}">
                <a16:creationId xmlns:a16="http://schemas.microsoft.com/office/drawing/2014/main" id="{B2ED1907-A98C-F503-B297-E4FB7BDFAABD}"/>
              </a:ext>
            </a:extLst>
          </p:cNvPr>
          <p:cNvSpPr txBox="1"/>
          <p:nvPr/>
        </p:nvSpPr>
        <p:spPr>
          <a:xfrm>
            <a:off x="1869066" y="4295736"/>
            <a:ext cx="2998323" cy="688458"/>
          </a:xfrm>
          <a:prstGeom prst="rect">
            <a:avLst/>
          </a:prstGeom>
          <a:noFill/>
        </p:spPr>
        <p:txBody>
          <a:bodyPr wrap="square" rtlCol="0">
            <a:spAutoFit/>
          </a:bodyPr>
          <a:lstStyle/>
          <a:p>
            <a:pPr>
              <a:lnSpc>
                <a:spcPts val="1600"/>
              </a:lnSpc>
            </a:pPr>
            <a:r>
              <a:rPr lang="en-US" sz="900">
                <a:solidFill>
                  <a:schemeClr val="bg1">
                    <a:lumMod val="50000"/>
                  </a:schemeClr>
                </a:solidFill>
                <a:latin typeface="Open Sans" panose="020B0606030504020204" pitchFamily="34" charset="0"/>
                <a:ea typeface="Open Sans" panose="020B0606030504020204" pitchFamily="34" charset="0"/>
                <a:cs typeface="Open Sans" panose="020B0606030504020204" pitchFamily="34" charset="0"/>
              </a:rPr>
              <a:t>dolor </a:t>
            </a:r>
            <a:r>
              <a:rPr lang="en-US" sz="9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adipisicing alit, sed do dolor aliquot.</a:t>
            </a:r>
          </a:p>
          <a:p>
            <a:pPr>
              <a:lnSpc>
                <a:spcPts val="1600"/>
              </a:lnSpc>
            </a:pPr>
            <a:r>
              <a:rPr lang="en-US" sz="9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Lorem ipsum dolor amet, consectetur </a:t>
            </a:r>
            <a:r>
              <a:rPr lang="en-US" sz="900">
                <a:solidFill>
                  <a:schemeClr val="bg1">
                    <a:lumMod val="50000"/>
                  </a:schemeClr>
                </a:solidFill>
                <a:latin typeface="Open Sans" panose="020B0606030504020204" pitchFamily="34" charset="0"/>
                <a:ea typeface="Open Sans" panose="020B0606030504020204" pitchFamily="34" charset="0"/>
                <a:cs typeface="Open Sans" panose="020B0606030504020204" pitchFamily="34" charset="0"/>
              </a:rPr>
              <a:t>incididunt </a:t>
            </a:r>
            <a:r>
              <a:rPr lang="en-US" sz="9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enamine dolor exercitation</a:t>
            </a:r>
          </a:p>
        </p:txBody>
      </p:sp>
      <p:sp>
        <p:nvSpPr>
          <p:cNvPr id="12" name="TextBox 11"/>
          <p:cNvSpPr txBox="1"/>
          <p:nvPr/>
        </p:nvSpPr>
        <p:spPr>
          <a:xfrm>
            <a:off x="545622" y="3971969"/>
            <a:ext cx="771365" cy="707886"/>
          </a:xfrm>
          <a:prstGeom prst="rect">
            <a:avLst/>
          </a:prstGeom>
          <a:noFill/>
        </p:spPr>
        <p:txBody>
          <a:bodyPr wrap="none" rtlCol="0">
            <a:spAutoFit/>
          </a:bodyPr>
          <a:lstStyle/>
          <a:p>
            <a:pPr lvl="0" algn="r">
              <a:defRPr/>
            </a:pPr>
            <a:r>
              <a:rPr lang="en-US" sz="4000">
                <a:solidFill>
                  <a:schemeClr val="bg1">
                    <a:lumMod val="85000"/>
                  </a:schemeClr>
                </a:solidFill>
                <a:latin typeface="Open Sans" panose="020B0606030504020204" pitchFamily="34" charset="0"/>
                <a:ea typeface="Open Sans" panose="020B0606030504020204" pitchFamily="34" charset="0"/>
                <a:cs typeface="Open Sans" panose="020B0606030504020204" pitchFamily="34" charset="0"/>
              </a:rPr>
              <a:t>01</a:t>
            </a:r>
          </a:p>
        </p:txBody>
      </p:sp>
      <p:cxnSp>
        <p:nvCxnSpPr>
          <p:cNvPr id="13" name="Straight Connector 12"/>
          <p:cNvCxnSpPr/>
          <p:nvPr/>
        </p:nvCxnSpPr>
        <p:spPr>
          <a:xfrm>
            <a:off x="1068543" y="4325912"/>
            <a:ext cx="697142" cy="0"/>
          </a:xfrm>
          <a:prstGeom prst="line">
            <a:avLst/>
          </a:prstGeom>
          <a:ln w="15875">
            <a:solidFill>
              <a:schemeClr val="tx2"/>
            </a:solidFill>
          </a:ln>
        </p:spPr>
        <p:style>
          <a:lnRef idx="1">
            <a:schemeClr val="accent1"/>
          </a:lnRef>
          <a:fillRef idx="0">
            <a:schemeClr val="accent1"/>
          </a:fillRef>
          <a:effectRef idx="0">
            <a:schemeClr val="accent1"/>
          </a:effectRef>
          <a:fontRef idx="minor">
            <a:schemeClr val="tx1"/>
          </a:fontRef>
        </p:style>
      </p:cxnSp>
      <p:sp>
        <p:nvSpPr>
          <p:cNvPr id="14" name="TextBox 13"/>
          <p:cNvSpPr txBox="1"/>
          <p:nvPr/>
        </p:nvSpPr>
        <p:spPr>
          <a:xfrm>
            <a:off x="1869066" y="5293805"/>
            <a:ext cx="1349921" cy="292388"/>
          </a:xfrm>
          <a:prstGeom prst="rect">
            <a:avLst/>
          </a:prstGeom>
          <a:noFill/>
        </p:spPr>
        <p:txBody>
          <a:bodyPr wrap="none" rtlCol="0">
            <a:spAutoFit/>
          </a:bodyPr>
          <a:lstStyle/>
          <a:p>
            <a:pPr lvl="0">
              <a:defRPr/>
            </a:pPr>
            <a:r>
              <a:rPr lang="en-US" sz="1300" b="1">
                <a:latin typeface="Open Sans" panose="020B0606030504020204" pitchFamily="34" charset="0"/>
                <a:ea typeface="Open Sans" panose="020B0606030504020204" pitchFamily="34" charset="0"/>
                <a:cs typeface="Open Sans" panose="020B0606030504020204" pitchFamily="34" charset="0"/>
              </a:rPr>
              <a:t>Sales Problem</a:t>
            </a:r>
          </a:p>
        </p:txBody>
      </p:sp>
      <p:sp>
        <p:nvSpPr>
          <p:cNvPr id="15" name="TextBox 14">
            <a:extLst>
              <a:ext uri="{FF2B5EF4-FFF2-40B4-BE49-F238E27FC236}">
                <a16:creationId xmlns:a16="http://schemas.microsoft.com/office/drawing/2014/main" id="{B2ED1907-A98C-F503-B297-E4FB7BDFAABD}"/>
              </a:ext>
            </a:extLst>
          </p:cNvPr>
          <p:cNvSpPr txBox="1"/>
          <p:nvPr/>
        </p:nvSpPr>
        <p:spPr>
          <a:xfrm>
            <a:off x="1869066" y="5543198"/>
            <a:ext cx="2998323" cy="688458"/>
          </a:xfrm>
          <a:prstGeom prst="rect">
            <a:avLst/>
          </a:prstGeom>
          <a:noFill/>
        </p:spPr>
        <p:txBody>
          <a:bodyPr wrap="square" rtlCol="0">
            <a:spAutoFit/>
          </a:bodyPr>
          <a:lstStyle/>
          <a:p>
            <a:pPr>
              <a:lnSpc>
                <a:spcPts val="1600"/>
              </a:lnSpc>
            </a:pPr>
            <a:r>
              <a:rPr lang="en-US" sz="900">
                <a:solidFill>
                  <a:schemeClr val="bg1">
                    <a:lumMod val="50000"/>
                  </a:schemeClr>
                </a:solidFill>
                <a:latin typeface="Open Sans" panose="020B0606030504020204" pitchFamily="34" charset="0"/>
                <a:ea typeface="Open Sans" panose="020B0606030504020204" pitchFamily="34" charset="0"/>
                <a:cs typeface="Open Sans" panose="020B0606030504020204" pitchFamily="34" charset="0"/>
              </a:rPr>
              <a:t>dolor </a:t>
            </a:r>
            <a:r>
              <a:rPr lang="en-US" sz="9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adipisicing alit, sed do dolor aliquot.</a:t>
            </a:r>
          </a:p>
          <a:p>
            <a:pPr>
              <a:lnSpc>
                <a:spcPts val="1600"/>
              </a:lnSpc>
            </a:pPr>
            <a:r>
              <a:rPr lang="en-US" sz="9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Lorem ipsum dolor amet, consectetur </a:t>
            </a:r>
            <a:r>
              <a:rPr lang="en-US" sz="900">
                <a:solidFill>
                  <a:schemeClr val="bg1">
                    <a:lumMod val="50000"/>
                  </a:schemeClr>
                </a:solidFill>
                <a:latin typeface="Open Sans" panose="020B0606030504020204" pitchFamily="34" charset="0"/>
                <a:ea typeface="Open Sans" panose="020B0606030504020204" pitchFamily="34" charset="0"/>
                <a:cs typeface="Open Sans" panose="020B0606030504020204" pitchFamily="34" charset="0"/>
              </a:rPr>
              <a:t>incididunt </a:t>
            </a:r>
            <a:r>
              <a:rPr lang="en-US" sz="9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enamine dolor exercitation</a:t>
            </a:r>
          </a:p>
        </p:txBody>
      </p:sp>
      <p:sp>
        <p:nvSpPr>
          <p:cNvPr id="16" name="TextBox 15"/>
          <p:cNvSpPr txBox="1"/>
          <p:nvPr/>
        </p:nvSpPr>
        <p:spPr>
          <a:xfrm>
            <a:off x="545622" y="5219431"/>
            <a:ext cx="771365" cy="707886"/>
          </a:xfrm>
          <a:prstGeom prst="rect">
            <a:avLst/>
          </a:prstGeom>
          <a:noFill/>
        </p:spPr>
        <p:txBody>
          <a:bodyPr wrap="none" rtlCol="0">
            <a:spAutoFit/>
          </a:bodyPr>
          <a:lstStyle/>
          <a:p>
            <a:pPr lvl="0" algn="r">
              <a:defRPr/>
            </a:pPr>
            <a:r>
              <a:rPr lang="en-US" sz="4000">
                <a:solidFill>
                  <a:schemeClr val="bg1">
                    <a:lumMod val="85000"/>
                  </a:schemeClr>
                </a:solidFill>
                <a:latin typeface="Open Sans" panose="020B0606030504020204" pitchFamily="34" charset="0"/>
                <a:ea typeface="Open Sans" panose="020B0606030504020204" pitchFamily="34" charset="0"/>
                <a:cs typeface="Open Sans" panose="020B0606030504020204" pitchFamily="34" charset="0"/>
              </a:rPr>
              <a:t>02</a:t>
            </a:r>
          </a:p>
        </p:txBody>
      </p:sp>
      <p:cxnSp>
        <p:nvCxnSpPr>
          <p:cNvPr id="17" name="Straight Connector 16"/>
          <p:cNvCxnSpPr/>
          <p:nvPr/>
        </p:nvCxnSpPr>
        <p:spPr>
          <a:xfrm>
            <a:off x="1068543" y="5573374"/>
            <a:ext cx="697142" cy="0"/>
          </a:xfrm>
          <a:prstGeom prst="line">
            <a:avLst/>
          </a:prstGeom>
          <a:ln w="15875">
            <a:solidFill>
              <a:schemeClr val="tx2"/>
            </a:solidFill>
          </a:ln>
        </p:spPr>
        <p:style>
          <a:lnRef idx="1">
            <a:schemeClr val="accent1"/>
          </a:lnRef>
          <a:fillRef idx="0">
            <a:schemeClr val="accent1"/>
          </a:fillRef>
          <a:effectRef idx="0">
            <a:schemeClr val="accent1"/>
          </a:effectRef>
          <a:fontRef idx="minor">
            <a:schemeClr val="tx1"/>
          </a:fontRef>
        </p:style>
      </p:cxnSp>
      <p:sp>
        <p:nvSpPr>
          <p:cNvPr id="2" name="Picture Placeholder 1"/>
          <p:cNvSpPr>
            <a:spLocks noGrp="1"/>
          </p:cNvSpPr>
          <p:nvPr>
            <p:ph type="pic" sz="quarter" idx="10"/>
          </p:nvPr>
        </p:nvSpPr>
        <p:spPr/>
        <p:txBody>
          <a:bodyPr/>
          <a:lstStyle/>
          <a:p>
            <a:endParaRPr lang="es-CO"/>
          </a:p>
        </p:txBody>
      </p:sp>
      <p:sp>
        <p:nvSpPr>
          <p:cNvPr id="9" name="Rounded Rectangle 8"/>
          <p:cNvSpPr/>
          <p:nvPr/>
        </p:nvSpPr>
        <p:spPr>
          <a:xfrm>
            <a:off x="5717512" y="3510816"/>
            <a:ext cx="3597310" cy="2416501"/>
          </a:xfrm>
          <a:prstGeom prst="roundRect">
            <a:avLst>
              <a:gd name="adj" fmla="val 12876"/>
            </a:avLst>
          </a:prstGeom>
          <a:solidFill>
            <a:schemeClr val="bg1"/>
          </a:solidFill>
          <a:ln>
            <a:noFill/>
          </a:ln>
          <a:effectLst>
            <a:outerShdw blurRad="88900" dist="50800" dir="8100000" algn="tr" rotWithShape="0">
              <a:prstClr val="black">
                <a:alpha val="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Subtitle 2"/>
          <p:cNvSpPr txBox="1">
            <a:spLocks/>
          </p:cNvSpPr>
          <p:nvPr/>
        </p:nvSpPr>
        <p:spPr>
          <a:xfrm>
            <a:off x="5861377" y="4749829"/>
            <a:ext cx="3309580" cy="97416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ts val="1600"/>
              </a:lnSpc>
              <a:spcBef>
                <a:spcPts val="0"/>
              </a:spcBef>
              <a:buNone/>
            </a:pPr>
            <a:r>
              <a:rPr lang="en-US" sz="9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Vestibular commode malasada. Varmus sad nuns</a:t>
            </a:r>
          </a:p>
          <a:p>
            <a:pPr marL="0" indent="0" algn="ctr">
              <a:lnSpc>
                <a:spcPts val="1600"/>
              </a:lnSpc>
              <a:spcBef>
                <a:spcPts val="0"/>
              </a:spcBef>
              <a:buNone/>
            </a:pPr>
            <a:r>
              <a:rPr lang="en-US" sz="9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ligula honk amen elit.  Pellet sequel masa dolor porta. Cur ipsum cangue. nuns ligula honk amen elit.  Pellet sequel masa dolor porta. Cur ipsum cangue. </a:t>
            </a:r>
          </a:p>
        </p:txBody>
      </p:sp>
      <p:sp>
        <p:nvSpPr>
          <p:cNvPr id="20" name="TextBox 19"/>
          <p:cNvSpPr txBox="1"/>
          <p:nvPr/>
        </p:nvSpPr>
        <p:spPr>
          <a:xfrm>
            <a:off x="6242421" y="4483528"/>
            <a:ext cx="2547492" cy="300082"/>
          </a:xfrm>
          <a:prstGeom prst="rect">
            <a:avLst/>
          </a:prstGeom>
          <a:noFill/>
        </p:spPr>
        <p:txBody>
          <a:bodyPr wrap="none" rtlCol="0">
            <a:spAutoFit/>
          </a:bodyPr>
          <a:lstStyle/>
          <a:p>
            <a:pPr algn="ctr"/>
            <a:r>
              <a:rPr lang="en-US" sz="1350" b="1">
                <a:latin typeface="Sora" pitchFamily="2" charset="0"/>
                <a:cs typeface="Sora" pitchFamily="2" charset="0"/>
              </a:rPr>
              <a:t>Maintaining &amp; Monitoring </a:t>
            </a:r>
          </a:p>
        </p:txBody>
      </p:sp>
      <p:sp>
        <p:nvSpPr>
          <p:cNvPr id="26" name="Freeform 5"/>
          <p:cNvSpPr>
            <a:spLocks noEditPoints="1"/>
          </p:cNvSpPr>
          <p:nvPr/>
        </p:nvSpPr>
        <p:spPr bwMode="auto">
          <a:xfrm>
            <a:off x="7185140" y="3714135"/>
            <a:ext cx="662054" cy="632334"/>
          </a:xfrm>
          <a:custGeom>
            <a:avLst/>
            <a:gdLst>
              <a:gd name="T0" fmla="*/ 1434 w 1506"/>
              <a:gd name="T1" fmla="*/ 496 h 1443"/>
              <a:gd name="T2" fmla="*/ 1427 w 1506"/>
              <a:gd name="T3" fmla="*/ 169 h 1443"/>
              <a:gd name="T4" fmla="*/ 1274 w 1506"/>
              <a:gd name="T5" fmla="*/ 24 h 1443"/>
              <a:gd name="T6" fmla="*/ 1324 w 1506"/>
              <a:gd name="T7" fmla="*/ 496 h 1443"/>
              <a:gd name="T8" fmla="*/ 1376 w 1506"/>
              <a:gd name="T9" fmla="*/ 859 h 1443"/>
              <a:gd name="T10" fmla="*/ 1379 w 1506"/>
              <a:gd name="T11" fmla="*/ 151 h 1443"/>
              <a:gd name="T12" fmla="*/ 1423 w 1506"/>
              <a:gd name="T13" fmla="*/ 553 h 1443"/>
              <a:gd name="T14" fmla="*/ 1272 w 1506"/>
              <a:gd name="T15" fmla="*/ 605 h 1443"/>
              <a:gd name="T16" fmla="*/ 686 w 1506"/>
              <a:gd name="T17" fmla="*/ 414 h 1443"/>
              <a:gd name="T18" fmla="*/ 720 w 1506"/>
              <a:gd name="T19" fmla="*/ 546 h 1443"/>
              <a:gd name="T20" fmla="*/ 891 w 1506"/>
              <a:gd name="T21" fmla="*/ 628 h 1443"/>
              <a:gd name="T22" fmla="*/ 1055 w 1506"/>
              <a:gd name="T23" fmla="*/ 621 h 1443"/>
              <a:gd name="T24" fmla="*/ 1173 w 1506"/>
              <a:gd name="T25" fmla="*/ 462 h 1443"/>
              <a:gd name="T26" fmla="*/ 1175 w 1506"/>
              <a:gd name="T27" fmla="*/ 336 h 1443"/>
              <a:gd name="T28" fmla="*/ 1054 w 1506"/>
              <a:gd name="T29" fmla="*/ 168 h 1443"/>
              <a:gd name="T30" fmla="*/ 883 w 1506"/>
              <a:gd name="T31" fmla="*/ 147 h 1443"/>
              <a:gd name="T32" fmla="*/ 766 w 1506"/>
              <a:gd name="T33" fmla="*/ 215 h 1443"/>
              <a:gd name="T34" fmla="*/ 661 w 1506"/>
              <a:gd name="T35" fmla="*/ 315 h 1443"/>
              <a:gd name="T36" fmla="*/ 736 w 1506"/>
              <a:gd name="T37" fmla="*/ 294 h 1443"/>
              <a:gd name="T38" fmla="*/ 971 w 1506"/>
              <a:gd name="T39" fmla="*/ 195 h 1443"/>
              <a:gd name="T40" fmla="*/ 1117 w 1506"/>
              <a:gd name="T41" fmla="*/ 306 h 1443"/>
              <a:gd name="T42" fmla="*/ 1094 w 1506"/>
              <a:gd name="T43" fmla="*/ 496 h 1443"/>
              <a:gd name="T44" fmla="*/ 972 w 1506"/>
              <a:gd name="T45" fmla="*/ 595 h 1443"/>
              <a:gd name="T46" fmla="*/ 734 w 1506"/>
              <a:gd name="T47" fmla="*/ 496 h 1443"/>
              <a:gd name="T48" fmla="*/ 1444 w 1506"/>
              <a:gd name="T49" fmla="*/ 1117 h 1443"/>
              <a:gd name="T50" fmla="*/ 913 w 1506"/>
              <a:gd name="T51" fmla="*/ 1050 h 1443"/>
              <a:gd name="T52" fmla="*/ 317 w 1506"/>
              <a:gd name="T53" fmla="*/ 820 h 1443"/>
              <a:gd name="T54" fmla="*/ 34 w 1506"/>
              <a:gd name="T55" fmla="*/ 750 h 1443"/>
              <a:gd name="T56" fmla="*/ 258 w 1506"/>
              <a:gd name="T57" fmla="*/ 1329 h 1443"/>
              <a:gd name="T58" fmla="*/ 897 w 1506"/>
              <a:gd name="T59" fmla="*/ 1430 h 1443"/>
              <a:gd name="T60" fmla="*/ 250 w 1506"/>
              <a:gd name="T61" fmla="*/ 1281 h 1443"/>
              <a:gd name="T62" fmla="*/ 250 w 1506"/>
              <a:gd name="T63" fmla="*/ 1281 h 1443"/>
              <a:gd name="T64" fmla="*/ 783 w 1506"/>
              <a:gd name="T65" fmla="*/ 1386 h 1443"/>
              <a:gd name="T66" fmla="*/ 298 w 1506"/>
              <a:gd name="T67" fmla="*/ 868 h 1443"/>
              <a:gd name="T68" fmla="*/ 842 w 1506"/>
              <a:gd name="T69" fmla="*/ 1010 h 1443"/>
              <a:gd name="T70" fmla="*/ 587 w 1506"/>
              <a:gd name="T71" fmla="*/ 978 h 1443"/>
              <a:gd name="T72" fmla="*/ 565 w 1506"/>
              <a:gd name="T73" fmla="*/ 1020 h 1443"/>
              <a:gd name="T74" fmla="*/ 1386 w 1506"/>
              <a:gd name="T75" fmla="*/ 1150 h 1443"/>
              <a:gd name="T76" fmla="*/ 1036 w 1506"/>
              <a:gd name="T77" fmla="*/ 394 h 1443"/>
              <a:gd name="T78" fmla="*/ 916 w 1506"/>
              <a:gd name="T79" fmla="*/ 320 h 1443"/>
              <a:gd name="T80" fmla="*/ 916 w 1506"/>
              <a:gd name="T81" fmla="*/ 320 h 1443"/>
              <a:gd name="T82" fmla="*/ 313 w 1506"/>
              <a:gd name="T83" fmla="*/ 684 h 1443"/>
              <a:gd name="T84" fmla="*/ 531 w 1506"/>
              <a:gd name="T85" fmla="*/ 335 h 1443"/>
              <a:gd name="T86" fmla="*/ 468 w 1506"/>
              <a:gd name="T87" fmla="*/ 143 h 1443"/>
              <a:gd name="T88" fmla="*/ 328 w 1506"/>
              <a:gd name="T89" fmla="*/ 14 h 1443"/>
              <a:gd name="T90" fmla="*/ 319 w 1506"/>
              <a:gd name="T91" fmla="*/ 180 h 1443"/>
              <a:gd name="T92" fmla="*/ 515 w 1506"/>
              <a:gd name="T93" fmla="*/ 81 h 1443"/>
              <a:gd name="T94" fmla="*/ 475 w 1506"/>
              <a:gd name="T95" fmla="*/ 668 h 1443"/>
              <a:gd name="T96" fmla="*/ 359 w 1506"/>
              <a:gd name="T97" fmla="*/ 331 h 14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506" h="1443">
                <a:moveTo>
                  <a:pt x="1376" y="859"/>
                </a:moveTo>
                <a:cubicBezTo>
                  <a:pt x="1434" y="848"/>
                  <a:pt x="1469" y="801"/>
                  <a:pt x="1469" y="740"/>
                </a:cubicBezTo>
                <a:cubicBezTo>
                  <a:pt x="1470" y="670"/>
                  <a:pt x="1469" y="601"/>
                  <a:pt x="1469" y="531"/>
                </a:cubicBezTo>
                <a:cubicBezTo>
                  <a:pt x="1469" y="502"/>
                  <a:pt x="1463" y="496"/>
                  <a:pt x="1434" y="496"/>
                </a:cubicBezTo>
                <a:cubicBezTo>
                  <a:pt x="1414" y="496"/>
                  <a:pt x="1393" y="496"/>
                  <a:pt x="1373" y="496"/>
                </a:cubicBezTo>
                <a:cubicBezTo>
                  <a:pt x="1373" y="396"/>
                  <a:pt x="1373" y="298"/>
                  <a:pt x="1373" y="198"/>
                </a:cubicBezTo>
                <a:cubicBezTo>
                  <a:pt x="1382" y="198"/>
                  <a:pt x="1390" y="199"/>
                  <a:pt x="1399" y="198"/>
                </a:cubicBezTo>
                <a:cubicBezTo>
                  <a:pt x="1420" y="198"/>
                  <a:pt x="1428" y="190"/>
                  <a:pt x="1427" y="169"/>
                </a:cubicBezTo>
                <a:cubicBezTo>
                  <a:pt x="1425" y="121"/>
                  <a:pt x="1423" y="73"/>
                  <a:pt x="1420" y="26"/>
                </a:cubicBezTo>
                <a:cubicBezTo>
                  <a:pt x="1420" y="10"/>
                  <a:pt x="1412" y="1"/>
                  <a:pt x="1396" y="0"/>
                </a:cubicBezTo>
                <a:cubicBezTo>
                  <a:pt x="1363" y="0"/>
                  <a:pt x="1330" y="0"/>
                  <a:pt x="1297" y="0"/>
                </a:cubicBezTo>
                <a:cubicBezTo>
                  <a:pt x="1283" y="1"/>
                  <a:pt x="1274" y="10"/>
                  <a:pt x="1274" y="24"/>
                </a:cubicBezTo>
                <a:cubicBezTo>
                  <a:pt x="1271" y="73"/>
                  <a:pt x="1269" y="122"/>
                  <a:pt x="1267" y="171"/>
                </a:cubicBezTo>
                <a:cubicBezTo>
                  <a:pt x="1266" y="190"/>
                  <a:pt x="1275" y="198"/>
                  <a:pt x="1294" y="198"/>
                </a:cubicBezTo>
                <a:cubicBezTo>
                  <a:pt x="1304" y="199"/>
                  <a:pt x="1314" y="198"/>
                  <a:pt x="1324" y="198"/>
                </a:cubicBezTo>
                <a:cubicBezTo>
                  <a:pt x="1324" y="298"/>
                  <a:pt x="1324" y="396"/>
                  <a:pt x="1324" y="496"/>
                </a:cubicBezTo>
                <a:cubicBezTo>
                  <a:pt x="1299" y="496"/>
                  <a:pt x="1276" y="496"/>
                  <a:pt x="1253" y="496"/>
                </a:cubicBezTo>
                <a:cubicBezTo>
                  <a:pt x="1233" y="496"/>
                  <a:pt x="1225" y="504"/>
                  <a:pt x="1225" y="524"/>
                </a:cubicBezTo>
                <a:cubicBezTo>
                  <a:pt x="1225" y="597"/>
                  <a:pt x="1225" y="670"/>
                  <a:pt x="1225" y="743"/>
                </a:cubicBezTo>
                <a:cubicBezTo>
                  <a:pt x="1224" y="811"/>
                  <a:pt x="1282" y="879"/>
                  <a:pt x="1376" y="859"/>
                </a:cubicBezTo>
                <a:close/>
                <a:moveTo>
                  <a:pt x="1318" y="151"/>
                </a:moveTo>
                <a:cubicBezTo>
                  <a:pt x="1318" y="117"/>
                  <a:pt x="1318" y="84"/>
                  <a:pt x="1318" y="49"/>
                </a:cubicBezTo>
                <a:cubicBezTo>
                  <a:pt x="1338" y="49"/>
                  <a:pt x="1355" y="49"/>
                  <a:pt x="1375" y="49"/>
                </a:cubicBezTo>
                <a:cubicBezTo>
                  <a:pt x="1376" y="83"/>
                  <a:pt x="1378" y="116"/>
                  <a:pt x="1379" y="151"/>
                </a:cubicBezTo>
                <a:cubicBezTo>
                  <a:pt x="1358" y="151"/>
                  <a:pt x="1338" y="151"/>
                  <a:pt x="1318" y="151"/>
                </a:cubicBezTo>
                <a:close/>
                <a:moveTo>
                  <a:pt x="1272" y="544"/>
                </a:moveTo>
                <a:cubicBezTo>
                  <a:pt x="1323" y="544"/>
                  <a:pt x="1372" y="544"/>
                  <a:pt x="1421" y="544"/>
                </a:cubicBezTo>
                <a:cubicBezTo>
                  <a:pt x="1422" y="547"/>
                  <a:pt x="1423" y="550"/>
                  <a:pt x="1423" y="553"/>
                </a:cubicBezTo>
                <a:cubicBezTo>
                  <a:pt x="1423" y="616"/>
                  <a:pt x="1423" y="678"/>
                  <a:pt x="1422" y="741"/>
                </a:cubicBezTo>
                <a:cubicBezTo>
                  <a:pt x="1422" y="796"/>
                  <a:pt x="1373" y="829"/>
                  <a:pt x="1320" y="811"/>
                </a:cubicBezTo>
                <a:cubicBezTo>
                  <a:pt x="1292" y="802"/>
                  <a:pt x="1274" y="782"/>
                  <a:pt x="1273" y="752"/>
                </a:cubicBezTo>
                <a:cubicBezTo>
                  <a:pt x="1271" y="703"/>
                  <a:pt x="1272" y="654"/>
                  <a:pt x="1272" y="605"/>
                </a:cubicBezTo>
                <a:cubicBezTo>
                  <a:pt x="1271" y="585"/>
                  <a:pt x="1272" y="565"/>
                  <a:pt x="1272" y="544"/>
                </a:cubicBezTo>
                <a:close/>
                <a:moveTo>
                  <a:pt x="679" y="368"/>
                </a:moveTo>
                <a:cubicBezTo>
                  <a:pt x="683" y="371"/>
                  <a:pt x="686" y="374"/>
                  <a:pt x="689" y="377"/>
                </a:cubicBezTo>
                <a:cubicBezTo>
                  <a:pt x="700" y="390"/>
                  <a:pt x="699" y="404"/>
                  <a:pt x="686" y="414"/>
                </a:cubicBezTo>
                <a:cubicBezTo>
                  <a:pt x="682" y="419"/>
                  <a:pt x="676" y="422"/>
                  <a:pt x="670" y="425"/>
                </a:cubicBezTo>
                <a:cubicBezTo>
                  <a:pt x="657" y="431"/>
                  <a:pt x="651" y="442"/>
                  <a:pt x="656" y="456"/>
                </a:cubicBezTo>
                <a:cubicBezTo>
                  <a:pt x="666" y="482"/>
                  <a:pt x="677" y="508"/>
                  <a:pt x="689" y="534"/>
                </a:cubicBezTo>
                <a:cubicBezTo>
                  <a:pt x="695" y="547"/>
                  <a:pt x="706" y="550"/>
                  <a:pt x="720" y="546"/>
                </a:cubicBezTo>
                <a:cubicBezTo>
                  <a:pt x="761" y="535"/>
                  <a:pt x="774" y="549"/>
                  <a:pt x="763" y="589"/>
                </a:cubicBezTo>
                <a:cubicBezTo>
                  <a:pt x="759" y="604"/>
                  <a:pt x="763" y="614"/>
                  <a:pt x="776" y="621"/>
                </a:cubicBezTo>
                <a:cubicBezTo>
                  <a:pt x="794" y="630"/>
                  <a:pt x="811" y="639"/>
                  <a:pt x="830" y="646"/>
                </a:cubicBezTo>
                <a:cubicBezTo>
                  <a:pt x="866" y="661"/>
                  <a:pt x="868" y="660"/>
                  <a:pt x="891" y="628"/>
                </a:cubicBezTo>
                <a:cubicBezTo>
                  <a:pt x="905" y="609"/>
                  <a:pt x="925" y="609"/>
                  <a:pt x="939" y="628"/>
                </a:cubicBezTo>
                <a:cubicBezTo>
                  <a:pt x="942" y="632"/>
                  <a:pt x="944" y="636"/>
                  <a:pt x="947" y="640"/>
                </a:cubicBezTo>
                <a:cubicBezTo>
                  <a:pt x="953" y="653"/>
                  <a:pt x="964" y="658"/>
                  <a:pt x="977" y="654"/>
                </a:cubicBezTo>
                <a:cubicBezTo>
                  <a:pt x="1003" y="644"/>
                  <a:pt x="1029" y="633"/>
                  <a:pt x="1055" y="621"/>
                </a:cubicBezTo>
                <a:cubicBezTo>
                  <a:pt x="1067" y="615"/>
                  <a:pt x="1071" y="604"/>
                  <a:pt x="1067" y="589"/>
                </a:cubicBezTo>
                <a:cubicBezTo>
                  <a:pt x="1056" y="549"/>
                  <a:pt x="1070" y="535"/>
                  <a:pt x="1110" y="546"/>
                </a:cubicBezTo>
                <a:cubicBezTo>
                  <a:pt x="1125" y="550"/>
                  <a:pt x="1136" y="546"/>
                  <a:pt x="1142" y="533"/>
                </a:cubicBezTo>
                <a:cubicBezTo>
                  <a:pt x="1153" y="510"/>
                  <a:pt x="1164" y="487"/>
                  <a:pt x="1173" y="462"/>
                </a:cubicBezTo>
                <a:cubicBezTo>
                  <a:pt x="1180" y="442"/>
                  <a:pt x="1176" y="435"/>
                  <a:pt x="1157" y="423"/>
                </a:cubicBezTo>
                <a:cubicBezTo>
                  <a:pt x="1127" y="406"/>
                  <a:pt x="1127" y="383"/>
                  <a:pt x="1156" y="365"/>
                </a:cubicBezTo>
                <a:cubicBezTo>
                  <a:pt x="1159" y="364"/>
                  <a:pt x="1164" y="363"/>
                  <a:pt x="1165" y="360"/>
                </a:cubicBezTo>
                <a:cubicBezTo>
                  <a:pt x="1169" y="352"/>
                  <a:pt x="1177" y="342"/>
                  <a:pt x="1175" y="336"/>
                </a:cubicBezTo>
                <a:cubicBezTo>
                  <a:pt x="1165" y="308"/>
                  <a:pt x="1154" y="281"/>
                  <a:pt x="1142" y="254"/>
                </a:cubicBezTo>
                <a:cubicBezTo>
                  <a:pt x="1136" y="242"/>
                  <a:pt x="1125" y="238"/>
                  <a:pt x="1110" y="242"/>
                </a:cubicBezTo>
                <a:cubicBezTo>
                  <a:pt x="1069" y="253"/>
                  <a:pt x="1056" y="239"/>
                  <a:pt x="1067" y="199"/>
                </a:cubicBezTo>
                <a:cubicBezTo>
                  <a:pt x="1071" y="184"/>
                  <a:pt x="1067" y="174"/>
                  <a:pt x="1054" y="168"/>
                </a:cubicBezTo>
                <a:cubicBezTo>
                  <a:pt x="1032" y="157"/>
                  <a:pt x="1010" y="146"/>
                  <a:pt x="988" y="138"/>
                </a:cubicBezTo>
                <a:cubicBezTo>
                  <a:pt x="962" y="129"/>
                  <a:pt x="957" y="131"/>
                  <a:pt x="943" y="155"/>
                </a:cubicBezTo>
                <a:cubicBezTo>
                  <a:pt x="927" y="182"/>
                  <a:pt x="903" y="182"/>
                  <a:pt x="887" y="155"/>
                </a:cubicBezTo>
                <a:cubicBezTo>
                  <a:pt x="886" y="152"/>
                  <a:pt x="884" y="149"/>
                  <a:pt x="883" y="147"/>
                </a:cubicBezTo>
                <a:cubicBezTo>
                  <a:pt x="876" y="136"/>
                  <a:pt x="867" y="130"/>
                  <a:pt x="854" y="135"/>
                </a:cubicBezTo>
                <a:cubicBezTo>
                  <a:pt x="829" y="144"/>
                  <a:pt x="803" y="153"/>
                  <a:pt x="780" y="165"/>
                </a:cubicBezTo>
                <a:cubicBezTo>
                  <a:pt x="760" y="175"/>
                  <a:pt x="759" y="182"/>
                  <a:pt x="764" y="203"/>
                </a:cubicBezTo>
                <a:cubicBezTo>
                  <a:pt x="765" y="208"/>
                  <a:pt x="766" y="213"/>
                  <a:pt x="766" y="215"/>
                </a:cubicBezTo>
                <a:cubicBezTo>
                  <a:pt x="767" y="240"/>
                  <a:pt x="757" y="249"/>
                  <a:pt x="735" y="246"/>
                </a:cubicBezTo>
                <a:cubicBezTo>
                  <a:pt x="730" y="246"/>
                  <a:pt x="726" y="245"/>
                  <a:pt x="722" y="243"/>
                </a:cubicBezTo>
                <a:cubicBezTo>
                  <a:pt x="707" y="237"/>
                  <a:pt x="696" y="241"/>
                  <a:pt x="689" y="254"/>
                </a:cubicBezTo>
                <a:cubicBezTo>
                  <a:pt x="678" y="274"/>
                  <a:pt x="668" y="294"/>
                  <a:pt x="661" y="315"/>
                </a:cubicBezTo>
                <a:cubicBezTo>
                  <a:pt x="649" y="348"/>
                  <a:pt x="650" y="349"/>
                  <a:pt x="679" y="368"/>
                </a:cubicBezTo>
                <a:close/>
                <a:moveTo>
                  <a:pt x="718" y="341"/>
                </a:moveTo>
                <a:cubicBezTo>
                  <a:pt x="706" y="329"/>
                  <a:pt x="708" y="321"/>
                  <a:pt x="712" y="308"/>
                </a:cubicBezTo>
                <a:cubicBezTo>
                  <a:pt x="717" y="294"/>
                  <a:pt x="726" y="291"/>
                  <a:pt x="736" y="294"/>
                </a:cubicBezTo>
                <a:cubicBezTo>
                  <a:pt x="786" y="295"/>
                  <a:pt x="817" y="263"/>
                  <a:pt x="813" y="214"/>
                </a:cubicBezTo>
                <a:cubicBezTo>
                  <a:pt x="812" y="198"/>
                  <a:pt x="820" y="195"/>
                  <a:pt x="831" y="191"/>
                </a:cubicBezTo>
                <a:cubicBezTo>
                  <a:pt x="841" y="187"/>
                  <a:pt x="849" y="183"/>
                  <a:pt x="859" y="195"/>
                </a:cubicBezTo>
                <a:cubicBezTo>
                  <a:pt x="890" y="232"/>
                  <a:pt x="939" y="232"/>
                  <a:pt x="971" y="195"/>
                </a:cubicBezTo>
                <a:cubicBezTo>
                  <a:pt x="982" y="182"/>
                  <a:pt x="990" y="188"/>
                  <a:pt x="1000" y="193"/>
                </a:cubicBezTo>
                <a:cubicBezTo>
                  <a:pt x="1009" y="196"/>
                  <a:pt x="1018" y="198"/>
                  <a:pt x="1016" y="214"/>
                </a:cubicBezTo>
                <a:cubicBezTo>
                  <a:pt x="1011" y="262"/>
                  <a:pt x="1047" y="298"/>
                  <a:pt x="1095" y="292"/>
                </a:cubicBezTo>
                <a:cubicBezTo>
                  <a:pt x="1108" y="291"/>
                  <a:pt x="1112" y="296"/>
                  <a:pt x="1117" y="306"/>
                </a:cubicBezTo>
                <a:cubicBezTo>
                  <a:pt x="1124" y="320"/>
                  <a:pt x="1124" y="330"/>
                  <a:pt x="1110" y="343"/>
                </a:cubicBezTo>
                <a:cubicBezTo>
                  <a:pt x="1078" y="374"/>
                  <a:pt x="1080" y="420"/>
                  <a:pt x="1113" y="450"/>
                </a:cubicBezTo>
                <a:cubicBezTo>
                  <a:pt x="1123" y="458"/>
                  <a:pt x="1125" y="464"/>
                  <a:pt x="1119" y="475"/>
                </a:cubicBezTo>
                <a:cubicBezTo>
                  <a:pt x="1113" y="485"/>
                  <a:pt x="1112" y="497"/>
                  <a:pt x="1094" y="496"/>
                </a:cubicBezTo>
                <a:cubicBezTo>
                  <a:pt x="1042" y="493"/>
                  <a:pt x="1012" y="527"/>
                  <a:pt x="1017" y="579"/>
                </a:cubicBezTo>
                <a:cubicBezTo>
                  <a:pt x="1018" y="587"/>
                  <a:pt x="1016" y="591"/>
                  <a:pt x="1009" y="593"/>
                </a:cubicBezTo>
                <a:cubicBezTo>
                  <a:pt x="1004" y="595"/>
                  <a:pt x="999" y="597"/>
                  <a:pt x="994" y="600"/>
                </a:cubicBezTo>
                <a:cubicBezTo>
                  <a:pt x="985" y="604"/>
                  <a:pt x="979" y="603"/>
                  <a:pt x="972" y="595"/>
                </a:cubicBezTo>
                <a:cubicBezTo>
                  <a:pt x="940" y="557"/>
                  <a:pt x="891" y="557"/>
                  <a:pt x="859" y="593"/>
                </a:cubicBezTo>
                <a:cubicBezTo>
                  <a:pt x="852" y="602"/>
                  <a:pt x="846" y="602"/>
                  <a:pt x="836" y="599"/>
                </a:cubicBezTo>
                <a:cubicBezTo>
                  <a:pt x="820" y="593"/>
                  <a:pt x="813" y="586"/>
                  <a:pt x="813" y="566"/>
                </a:cubicBezTo>
                <a:cubicBezTo>
                  <a:pt x="816" y="522"/>
                  <a:pt x="782" y="492"/>
                  <a:pt x="734" y="496"/>
                </a:cubicBezTo>
                <a:cubicBezTo>
                  <a:pt x="718" y="497"/>
                  <a:pt x="716" y="487"/>
                  <a:pt x="712" y="477"/>
                </a:cubicBezTo>
                <a:cubicBezTo>
                  <a:pt x="707" y="467"/>
                  <a:pt x="704" y="460"/>
                  <a:pt x="716" y="451"/>
                </a:cubicBezTo>
                <a:cubicBezTo>
                  <a:pt x="752" y="421"/>
                  <a:pt x="753" y="372"/>
                  <a:pt x="718" y="341"/>
                </a:cubicBezTo>
                <a:close/>
                <a:moveTo>
                  <a:pt x="1444" y="1117"/>
                </a:moveTo>
                <a:cubicBezTo>
                  <a:pt x="1428" y="1109"/>
                  <a:pt x="1409" y="1103"/>
                  <a:pt x="1391" y="1102"/>
                </a:cubicBezTo>
                <a:cubicBezTo>
                  <a:pt x="1262" y="1097"/>
                  <a:pt x="1133" y="1094"/>
                  <a:pt x="1003" y="1089"/>
                </a:cubicBezTo>
                <a:cubicBezTo>
                  <a:pt x="970" y="1088"/>
                  <a:pt x="937" y="1087"/>
                  <a:pt x="904" y="1086"/>
                </a:cubicBezTo>
                <a:cubicBezTo>
                  <a:pt x="907" y="1073"/>
                  <a:pt x="912" y="1061"/>
                  <a:pt x="913" y="1050"/>
                </a:cubicBezTo>
                <a:cubicBezTo>
                  <a:pt x="915" y="1013"/>
                  <a:pt x="896" y="988"/>
                  <a:pt x="867" y="970"/>
                </a:cubicBezTo>
                <a:cubicBezTo>
                  <a:pt x="803" y="929"/>
                  <a:pt x="739" y="889"/>
                  <a:pt x="676" y="849"/>
                </a:cubicBezTo>
                <a:cubicBezTo>
                  <a:pt x="645" y="829"/>
                  <a:pt x="612" y="819"/>
                  <a:pt x="575" y="820"/>
                </a:cubicBezTo>
                <a:cubicBezTo>
                  <a:pt x="489" y="820"/>
                  <a:pt x="403" y="820"/>
                  <a:pt x="317" y="820"/>
                </a:cubicBezTo>
                <a:cubicBezTo>
                  <a:pt x="311" y="820"/>
                  <a:pt x="305" y="820"/>
                  <a:pt x="298" y="820"/>
                </a:cubicBezTo>
                <a:cubicBezTo>
                  <a:pt x="298" y="806"/>
                  <a:pt x="298" y="793"/>
                  <a:pt x="298" y="781"/>
                </a:cubicBezTo>
                <a:cubicBezTo>
                  <a:pt x="298" y="758"/>
                  <a:pt x="291" y="750"/>
                  <a:pt x="268" y="750"/>
                </a:cubicBezTo>
                <a:cubicBezTo>
                  <a:pt x="190" y="750"/>
                  <a:pt x="112" y="750"/>
                  <a:pt x="34" y="750"/>
                </a:cubicBezTo>
                <a:cubicBezTo>
                  <a:pt x="7" y="750"/>
                  <a:pt x="0" y="757"/>
                  <a:pt x="0" y="784"/>
                </a:cubicBezTo>
                <a:cubicBezTo>
                  <a:pt x="0" y="954"/>
                  <a:pt x="0" y="1124"/>
                  <a:pt x="0" y="1294"/>
                </a:cubicBezTo>
                <a:cubicBezTo>
                  <a:pt x="0" y="1322"/>
                  <a:pt x="7" y="1329"/>
                  <a:pt x="35" y="1329"/>
                </a:cubicBezTo>
                <a:cubicBezTo>
                  <a:pt x="109" y="1329"/>
                  <a:pt x="184" y="1329"/>
                  <a:pt x="258" y="1329"/>
                </a:cubicBezTo>
                <a:cubicBezTo>
                  <a:pt x="291" y="1329"/>
                  <a:pt x="294" y="1326"/>
                  <a:pt x="300" y="1293"/>
                </a:cubicBezTo>
                <a:cubicBezTo>
                  <a:pt x="304" y="1294"/>
                  <a:pt x="308" y="1295"/>
                  <a:pt x="313" y="1296"/>
                </a:cubicBezTo>
                <a:cubicBezTo>
                  <a:pt x="463" y="1341"/>
                  <a:pt x="614" y="1384"/>
                  <a:pt x="765" y="1430"/>
                </a:cubicBezTo>
                <a:cubicBezTo>
                  <a:pt x="809" y="1443"/>
                  <a:pt x="853" y="1443"/>
                  <a:pt x="897" y="1430"/>
                </a:cubicBezTo>
                <a:cubicBezTo>
                  <a:pt x="1059" y="1382"/>
                  <a:pt x="1220" y="1335"/>
                  <a:pt x="1382" y="1287"/>
                </a:cubicBezTo>
                <a:cubicBezTo>
                  <a:pt x="1404" y="1280"/>
                  <a:pt x="1427" y="1274"/>
                  <a:pt x="1447" y="1262"/>
                </a:cubicBezTo>
                <a:cubicBezTo>
                  <a:pt x="1506" y="1227"/>
                  <a:pt x="1504" y="1150"/>
                  <a:pt x="1444" y="1117"/>
                </a:cubicBezTo>
                <a:close/>
                <a:moveTo>
                  <a:pt x="250" y="1281"/>
                </a:moveTo>
                <a:cubicBezTo>
                  <a:pt x="182" y="1281"/>
                  <a:pt x="116" y="1281"/>
                  <a:pt x="48" y="1281"/>
                </a:cubicBezTo>
                <a:cubicBezTo>
                  <a:pt x="48" y="1120"/>
                  <a:pt x="48" y="960"/>
                  <a:pt x="48" y="799"/>
                </a:cubicBezTo>
                <a:cubicBezTo>
                  <a:pt x="115" y="799"/>
                  <a:pt x="182" y="799"/>
                  <a:pt x="250" y="799"/>
                </a:cubicBezTo>
                <a:cubicBezTo>
                  <a:pt x="250" y="960"/>
                  <a:pt x="250" y="1120"/>
                  <a:pt x="250" y="1281"/>
                </a:cubicBezTo>
                <a:close/>
                <a:moveTo>
                  <a:pt x="1428" y="1218"/>
                </a:moveTo>
                <a:cubicBezTo>
                  <a:pt x="1421" y="1224"/>
                  <a:pt x="1412" y="1228"/>
                  <a:pt x="1404" y="1231"/>
                </a:cubicBezTo>
                <a:cubicBezTo>
                  <a:pt x="1228" y="1283"/>
                  <a:pt x="1053" y="1335"/>
                  <a:pt x="877" y="1387"/>
                </a:cubicBezTo>
                <a:cubicBezTo>
                  <a:pt x="846" y="1396"/>
                  <a:pt x="815" y="1395"/>
                  <a:pt x="783" y="1386"/>
                </a:cubicBezTo>
                <a:cubicBezTo>
                  <a:pt x="627" y="1340"/>
                  <a:pt x="471" y="1294"/>
                  <a:pt x="315" y="1248"/>
                </a:cubicBezTo>
                <a:cubicBezTo>
                  <a:pt x="302" y="1244"/>
                  <a:pt x="298" y="1239"/>
                  <a:pt x="298" y="1225"/>
                </a:cubicBezTo>
                <a:cubicBezTo>
                  <a:pt x="298" y="1112"/>
                  <a:pt x="298" y="999"/>
                  <a:pt x="298" y="886"/>
                </a:cubicBezTo>
                <a:cubicBezTo>
                  <a:pt x="298" y="880"/>
                  <a:pt x="298" y="875"/>
                  <a:pt x="298" y="868"/>
                </a:cubicBezTo>
                <a:cubicBezTo>
                  <a:pt x="304" y="867"/>
                  <a:pt x="308" y="867"/>
                  <a:pt x="312" y="867"/>
                </a:cubicBezTo>
                <a:cubicBezTo>
                  <a:pt x="403" y="867"/>
                  <a:pt x="494" y="867"/>
                  <a:pt x="585" y="867"/>
                </a:cubicBezTo>
                <a:cubicBezTo>
                  <a:pt x="606" y="867"/>
                  <a:pt x="626" y="873"/>
                  <a:pt x="644" y="885"/>
                </a:cubicBezTo>
                <a:cubicBezTo>
                  <a:pt x="710" y="926"/>
                  <a:pt x="776" y="968"/>
                  <a:pt x="842" y="1010"/>
                </a:cubicBezTo>
                <a:cubicBezTo>
                  <a:pt x="862" y="1023"/>
                  <a:pt x="869" y="1036"/>
                  <a:pt x="865" y="1052"/>
                </a:cubicBezTo>
                <a:cubicBezTo>
                  <a:pt x="862" y="1066"/>
                  <a:pt x="843" y="1081"/>
                  <a:pt x="824" y="1083"/>
                </a:cubicBezTo>
                <a:cubicBezTo>
                  <a:pt x="808" y="1085"/>
                  <a:pt x="792" y="1083"/>
                  <a:pt x="776" y="1075"/>
                </a:cubicBezTo>
                <a:cubicBezTo>
                  <a:pt x="714" y="1042"/>
                  <a:pt x="650" y="1010"/>
                  <a:pt x="587" y="978"/>
                </a:cubicBezTo>
                <a:cubicBezTo>
                  <a:pt x="581" y="975"/>
                  <a:pt x="574" y="971"/>
                  <a:pt x="569" y="973"/>
                </a:cubicBezTo>
                <a:cubicBezTo>
                  <a:pt x="561" y="975"/>
                  <a:pt x="550" y="980"/>
                  <a:pt x="548" y="987"/>
                </a:cubicBezTo>
                <a:cubicBezTo>
                  <a:pt x="545" y="994"/>
                  <a:pt x="550" y="1004"/>
                  <a:pt x="553" y="1012"/>
                </a:cubicBezTo>
                <a:cubicBezTo>
                  <a:pt x="555" y="1016"/>
                  <a:pt x="561" y="1018"/>
                  <a:pt x="565" y="1020"/>
                </a:cubicBezTo>
                <a:cubicBezTo>
                  <a:pt x="628" y="1052"/>
                  <a:pt x="691" y="1084"/>
                  <a:pt x="753" y="1116"/>
                </a:cubicBezTo>
                <a:cubicBezTo>
                  <a:pt x="774" y="1127"/>
                  <a:pt x="795" y="1131"/>
                  <a:pt x="818" y="1132"/>
                </a:cubicBezTo>
                <a:cubicBezTo>
                  <a:pt x="935" y="1134"/>
                  <a:pt x="1052" y="1138"/>
                  <a:pt x="1169" y="1142"/>
                </a:cubicBezTo>
                <a:cubicBezTo>
                  <a:pt x="1241" y="1144"/>
                  <a:pt x="1314" y="1146"/>
                  <a:pt x="1386" y="1150"/>
                </a:cubicBezTo>
                <a:cubicBezTo>
                  <a:pt x="1400" y="1150"/>
                  <a:pt x="1414" y="1155"/>
                  <a:pt x="1425" y="1161"/>
                </a:cubicBezTo>
                <a:cubicBezTo>
                  <a:pt x="1449" y="1175"/>
                  <a:pt x="1449" y="1202"/>
                  <a:pt x="1428" y="1218"/>
                </a:cubicBezTo>
                <a:close/>
                <a:moveTo>
                  <a:pt x="915" y="516"/>
                </a:moveTo>
                <a:cubicBezTo>
                  <a:pt x="982" y="516"/>
                  <a:pt x="1036" y="461"/>
                  <a:pt x="1036" y="394"/>
                </a:cubicBezTo>
                <a:cubicBezTo>
                  <a:pt x="1036" y="327"/>
                  <a:pt x="983" y="273"/>
                  <a:pt x="916" y="273"/>
                </a:cubicBezTo>
                <a:cubicBezTo>
                  <a:pt x="848" y="273"/>
                  <a:pt x="793" y="328"/>
                  <a:pt x="794" y="395"/>
                </a:cubicBezTo>
                <a:cubicBezTo>
                  <a:pt x="794" y="461"/>
                  <a:pt x="849" y="516"/>
                  <a:pt x="915" y="516"/>
                </a:cubicBezTo>
                <a:close/>
                <a:moveTo>
                  <a:pt x="916" y="320"/>
                </a:moveTo>
                <a:cubicBezTo>
                  <a:pt x="957" y="321"/>
                  <a:pt x="989" y="353"/>
                  <a:pt x="989" y="395"/>
                </a:cubicBezTo>
                <a:cubicBezTo>
                  <a:pt x="989" y="436"/>
                  <a:pt x="956" y="468"/>
                  <a:pt x="915" y="468"/>
                </a:cubicBezTo>
                <a:cubicBezTo>
                  <a:pt x="874" y="468"/>
                  <a:pt x="841" y="435"/>
                  <a:pt x="841" y="394"/>
                </a:cubicBezTo>
                <a:cubicBezTo>
                  <a:pt x="841" y="353"/>
                  <a:pt x="874" y="320"/>
                  <a:pt x="916" y="320"/>
                </a:cubicBezTo>
                <a:close/>
                <a:moveTo>
                  <a:pt x="301" y="331"/>
                </a:moveTo>
                <a:cubicBezTo>
                  <a:pt x="310" y="338"/>
                  <a:pt x="312" y="345"/>
                  <a:pt x="312" y="355"/>
                </a:cubicBezTo>
                <a:cubicBezTo>
                  <a:pt x="312" y="429"/>
                  <a:pt x="312" y="502"/>
                  <a:pt x="312" y="575"/>
                </a:cubicBezTo>
                <a:cubicBezTo>
                  <a:pt x="312" y="611"/>
                  <a:pt x="311" y="648"/>
                  <a:pt x="313" y="684"/>
                </a:cubicBezTo>
                <a:cubicBezTo>
                  <a:pt x="317" y="746"/>
                  <a:pt x="382" y="791"/>
                  <a:pt x="442" y="775"/>
                </a:cubicBezTo>
                <a:cubicBezTo>
                  <a:pt x="491" y="762"/>
                  <a:pt x="522" y="721"/>
                  <a:pt x="522" y="667"/>
                </a:cubicBezTo>
                <a:cubicBezTo>
                  <a:pt x="522" y="563"/>
                  <a:pt x="522" y="459"/>
                  <a:pt x="522" y="355"/>
                </a:cubicBezTo>
                <a:cubicBezTo>
                  <a:pt x="522" y="347"/>
                  <a:pt x="523" y="341"/>
                  <a:pt x="531" y="335"/>
                </a:cubicBezTo>
                <a:cubicBezTo>
                  <a:pt x="643" y="248"/>
                  <a:pt x="631" y="84"/>
                  <a:pt x="506" y="15"/>
                </a:cubicBezTo>
                <a:cubicBezTo>
                  <a:pt x="499" y="11"/>
                  <a:pt x="486" y="10"/>
                  <a:pt x="480" y="14"/>
                </a:cubicBezTo>
                <a:cubicBezTo>
                  <a:pt x="473" y="18"/>
                  <a:pt x="468" y="29"/>
                  <a:pt x="468" y="37"/>
                </a:cubicBezTo>
                <a:cubicBezTo>
                  <a:pt x="467" y="72"/>
                  <a:pt x="468" y="108"/>
                  <a:pt x="468" y="143"/>
                </a:cubicBezTo>
                <a:cubicBezTo>
                  <a:pt x="468" y="148"/>
                  <a:pt x="468" y="153"/>
                  <a:pt x="468" y="158"/>
                </a:cubicBezTo>
                <a:cubicBezTo>
                  <a:pt x="433" y="158"/>
                  <a:pt x="401" y="158"/>
                  <a:pt x="367" y="158"/>
                </a:cubicBezTo>
                <a:cubicBezTo>
                  <a:pt x="367" y="117"/>
                  <a:pt x="367" y="77"/>
                  <a:pt x="367" y="37"/>
                </a:cubicBezTo>
                <a:cubicBezTo>
                  <a:pt x="367" y="14"/>
                  <a:pt x="348" y="3"/>
                  <a:pt x="328" y="14"/>
                </a:cubicBezTo>
                <a:cubicBezTo>
                  <a:pt x="207" y="81"/>
                  <a:pt x="193" y="245"/>
                  <a:pt x="301" y="331"/>
                </a:cubicBezTo>
                <a:close/>
                <a:moveTo>
                  <a:pt x="318" y="81"/>
                </a:moveTo>
                <a:cubicBezTo>
                  <a:pt x="318" y="86"/>
                  <a:pt x="319" y="90"/>
                  <a:pt x="319" y="95"/>
                </a:cubicBezTo>
                <a:cubicBezTo>
                  <a:pt x="319" y="123"/>
                  <a:pt x="319" y="152"/>
                  <a:pt x="319" y="180"/>
                </a:cubicBezTo>
                <a:cubicBezTo>
                  <a:pt x="319" y="196"/>
                  <a:pt x="328" y="206"/>
                  <a:pt x="344" y="206"/>
                </a:cubicBezTo>
                <a:cubicBezTo>
                  <a:pt x="392" y="206"/>
                  <a:pt x="441" y="206"/>
                  <a:pt x="489" y="206"/>
                </a:cubicBezTo>
                <a:cubicBezTo>
                  <a:pt x="506" y="206"/>
                  <a:pt x="514" y="197"/>
                  <a:pt x="515" y="179"/>
                </a:cubicBezTo>
                <a:cubicBezTo>
                  <a:pt x="515" y="147"/>
                  <a:pt x="515" y="115"/>
                  <a:pt x="515" y="81"/>
                </a:cubicBezTo>
                <a:cubicBezTo>
                  <a:pt x="559" y="116"/>
                  <a:pt x="573" y="186"/>
                  <a:pt x="549" y="240"/>
                </a:cubicBezTo>
                <a:cubicBezTo>
                  <a:pt x="536" y="268"/>
                  <a:pt x="517" y="291"/>
                  <a:pt x="489" y="305"/>
                </a:cubicBezTo>
                <a:cubicBezTo>
                  <a:pt x="478" y="311"/>
                  <a:pt x="475" y="320"/>
                  <a:pt x="475" y="332"/>
                </a:cubicBezTo>
                <a:cubicBezTo>
                  <a:pt x="475" y="444"/>
                  <a:pt x="475" y="556"/>
                  <a:pt x="475" y="668"/>
                </a:cubicBezTo>
                <a:cubicBezTo>
                  <a:pt x="475" y="700"/>
                  <a:pt x="457" y="723"/>
                  <a:pt x="429" y="730"/>
                </a:cubicBezTo>
                <a:cubicBezTo>
                  <a:pt x="399" y="737"/>
                  <a:pt x="367" y="717"/>
                  <a:pt x="361" y="686"/>
                </a:cubicBezTo>
                <a:cubicBezTo>
                  <a:pt x="359" y="679"/>
                  <a:pt x="359" y="672"/>
                  <a:pt x="359" y="665"/>
                </a:cubicBezTo>
                <a:cubicBezTo>
                  <a:pt x="359" y="554"/>
                  <a:pt x="359" y="442"/>
                  <a:pt x="359" y="331"/>
                </a:cubicBezTo>
                <a:cubicBezTo>
                  <a:pt x="359" y="317"/>
                  <a:pt x="353" y="309"/>
                  <a:pt x="342" y="302"/>
                </a:cubicBezTo>
                <a:cubicBezTo>
                  <a:pt x="265" y="256"/>
                  <a:pt x="252" y="143"/>
                  <a:pt x="318" y="81"/>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pic>
        <p:nvPicPr>
          <p:cNvPr id="3" name="Imagen 2">
            <a:extLst>
              <a:ext uri="{FF2B5EF4-FFF2-40B4-BE49-F238E27FC236}">
                <a16:creationId xmlns:a16="http://schemas.microsoft.com/office/drawing/2014/main" id="{79643D09-FC67-6362-ABBE-9C4C2F6CD8E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9795" y="6368290"/>
            <a:ext cx="1498186" cy="239305"/>
          </a:xfrm>
          <a:prstGeom prst="rect">
            <a:avLst/>
          </a:prstGeom>
        </p:spPr>
      </p:pic>
      <p:pic>
        <p:nvPicPr>
          <p:cNvPr id="4" name="Imagen 3">
            <a:extLst>
              <a:ext uri="{FF2B5EF4-FFF2-40B4-BE49-F238E27FC236}">
                <a16:creationId xmlns:a16="http://schemas.microsoft.com/office/drawing/2014/main" id="{FCD63588-47F5-FC8C-FEDE-79E41258EB59}"/>
              </a:ext>
            </a:extLst>
          </p:cNvPr>
          <p:cNvPicPr>
            <a:picLocks noChangeAspect="1"/>
          </p:cNvPicPr>
          <p:nvPr/>
        </p:nvPicPr>
        <p:blipFill>
          <a:blip r:embed="rId3"/>
          <a:stretch>
            <a:fillRect/>
          </a:stretch>
        </p:blipFill>
        <p:spPr>
          <a:xfrm>
            <a:off x="10547350" y="6165838"/>
            <a:ext cx="1360142" cy="644208"/>
          </a:xfrm>
          <a:prstGeom prst="rect">
            <a:avLst/>
          </a:prstGeom>
        </p:spPr>
      </p:pic>
    </p:spTree>
    <p:extLst>
      <p:ext uri="{BB962C8B-B14F-4D97-AF65-F5344CB8AC3E}">
        <p14:creationId xmlns:p14="http://schemas.microsoft.com/office/powerpoint/2010/main" val="12567672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621505" y="582614"/>
            <a:ext cx="2989921" cy="630942"/>
          </a:xfrm>
          <a:prstGeom prst="rect">
            <a:avLst/>
          </a:prstGeom>
          <a:noFill/>
        </p:spPr>
        <p:txBody>
          <a:bodyPr wrap="none" rtlCol="0">
            <a:spAutoFit/>
          </a:bodyPr>
          <a:lstStyle/>
          <a:p>
            <a:r>
              <a:rPr lang="en-US" sz="3500" b="1">
                <a:latin typeface="Open Sans" panose="020B0606030504020204" pitchFamily="34" charset="0"/>
                <a:ea typeface="Open Sans" panose="020B0606030504020204" pitchFamily="34" charset="0"/>
                <a:cs typeface="Open Sans" panose="020B0606030504020204" pitchFamily="34" charset="0"/>
              </a:rPr>
              <a:t>Our Concept</a:t>
            </a:r>
          </a:p>
        </p:txBody>
      </p:sp>
      <p:sp>
        <p:nvSpPr>
          <p:cNvPr id="5" name="Rectangle 4">
            <a:extLst>
              <a:ext uri="{FF2B5EF4-FFF2-40B4-BE49-F238E27FC236}">
                <a16:creationId xmlns:a16="http://schemas.microsoft.com/office/drawing/2014/main" id="{9CE2C505-4788-B69C-D48D-B54A90C45B05}"/>
              </a:ext>
            </a:extLst>
          </p:cNvPr>
          <p:cNvSpPr/>
          <p:nvPr/>
        </p:nvSpPr>
        <p:spPr>
          <a:xfrm>
            <a:off x="6096000" y="723900"/>
            <a:ext cx="2496938" cy="5410200"/>
          </a:xfrm>
          <a:prstGeom prst="rect">
            <a:avLst/>
          </a:prstGeom>
          <a:solidFill>
            <a:srgbClr val="605F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Straight Connector 7">
            <a:extLst>
              <a:ext uri="{FF2B5EF4-FFF2-40B4-BE49-F238E27FC236}">
                <a16:creationId xmlns:a16="http://schemas.microsoft.com/office/drawing/2014/main" id="{4F37409B-563E-603D-1AB7-FFB8ACAB9D73}"/>
              </a:ext>
            </a:extLst>
          </p:cNvPr>
          <p:cNvCxnSpPr>
            <a:cxnSpLocks/>
          </p:cNvCxnSpPr>
          <p:nvPr/>
        </p:nvCxnSpPr>
        <p:spPr>
          <a:xfrm>
            <a:off x="6279536" y="3393393"/>
            <a:ext cx="2129866" cy="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C0903599-3BB9-B5F2-463E-2C28831540BC}"/>
              </a:ext>
            </a:extLst>
          </p:cNvPr>
          <p:cNvSpPr txBox="1"/>
          <p:nvPr/>
        </p:nvSpPr>
        <p:spPr>
          <a:xfrm>
            <a:off x="6831349" y="1670220"/>
            <a:ext cx="1026243" cy="646331"/>
          </a:xfrm>
          <a:prstGeom prst="rect">
            <a:avLst/>
          </a:prstGeom>
          <a:noFill/>
        </p:spPr>
        <p:txBody>
          <a:bodyPr wrap="none" rtlCol="0">
            <a:spAutoFit/>
          </a:bodyPr>
          <a:lstStyle/>
          <a:p>
            <a:pPr algn="ctr"/>
            <a:r>
              <a:rPr lang="en-US">
                <a:solidFill>
                  <a:schemeClr val="bg1"/>
                </a:solidFill>
                <a:latin typeface="Open Sans" panose="020B0606030504020204" pitchFamily="34" charset="0"/>
                <a:ea typeface="Open Sans" panose="020B0606030504020204" pitchFamily="34" charset="0"/>
                <a:cs typeface="Open Sans" panose="020B0606030504020204" pitchFamily="34" charset="0"/>
              </a:rPr>
              <a:t>Los</a:t>
            </a:r>
          </a:p>
          <a:p>
            <a:pPr algn="ctr"/>
            <a:r>
              <a:rPr lang="en-US">
                <a:solidFill>
                  <a:schemeClr val="bg1"/>
                </a:solidFill>
                <a:latin typeface="Open Sans" panose="020B0606030504020204" pitchFamily="34" charset="0"/>
                <a:ea typeface="Open Sans" panose="020B0606030504020204" pitchFamily="34" charset="0"/>
                <a:cs typeface="Open Sans" panose="020B0606030504020204" pitchFamily="34" charset="0"/>
              </a:rPr>
              <a:t>Angeles</a:t>
            </a:r>
          </a:p>
        </p:txBody>
      </p:sp>
      <p:sp>
        <p:nvSpPr>
          <p:cNvPr id="11" name="TextBox 10">
            <a:extLst>
              <a:ext uri="{FF2B5EF4-FFF2-40B4-BE49-F238E27FC236}">
                <a16:creationId xmlns:a16="http://schemas.microsoft.com/office/drawing/2014/main" id="{4641BA68-D8C6-2D5C-33FF-6600CCD83C7D}"/>
              </a:ext>
            </a:extLst>
          </p:cNvPr>
          <p:cNvSpPr txBox="1"/>
          <p:nvPr/>
        </p:nvSpPr>
        <p:spPr>
          <a:xfrm>
            <a:off x="6254433" y="2306123"/>
            <a:ext cx="2180072" cy="891526"/>
          </a:xfrm>
          <a:prstGeom prst="rect">
            <a:avLst/>
          </a:prstGeom>
          <a:noFill/>
        </p:spPr>
        <p:txBody>
          <a:bodyPr wrap="square" rtlCol="0">
            <a:spAutoFit/>
          </a:bodyPr>
          <a:lstStyle/>
          <a:p>
            <a:pPr algn="ctr">
              <a:lnSpc>
                <a:spcPts val="1600"/>
              </a:lnSpc>
            </a:pPr>
            <a:r>
              <a:rPr lang="en-US" sz="900" b="0" i="0">
                <a:solidFill>
                  <a:schemeClr val="bg1"/>
                </a:solidFill>
                <a:effectLst/>
                <a:latin typeface="Open Sans" panose="020B0606030504020204" pitchFamily="34" charset="0"/>
                <a:ea typeface="Open Sans" panose="020B0606030504020204" pitchFamily="34" charset="0"/>
                <a:cs typeface="Open Sans" panose="020B0606030504020204" pitchFamily="34" charset="0"/>
              </a:rPr>
              <a:t>Lorem Ipsum is simply text the</a:t>
            </a:r>
          </a:p>
          <a:p>
            <a:pPr algn="ctr">
              <a:lnSpc>
                <a:spcPts val="1600"/>
              </a:lnSpc>
            </a:pPr>
            <a:r>
              <a:rPr lang="en-US" sz="900" b="0" i="0">
                <a:solidFill>
                  <a:schemeClr val="bg1"/>
                </a:solidFill>
                <a:effectLst/>
                <a:latin typeface="Open Sans" panose="020B0606030504020204" pitchFamily="34" charset="0"/>
                <a:ea typeface="Open Sans" panose="020B0606030504020204" pitchFamily="34" charset="0"/>
                <a:cs typeface="Open Sans" panose="020B0606030504020204" pitchFamily="34" charset="0"/>
              </a:rPr>
              <a:t>printing typesetting industry. </a:t>
            </a:r>
          </a:p>
          <a:p>
            <a:pPr algn="ctr">
              <a:lnSpc>
                <a:spcPts val="1600"/>
              </a:lnSpc>
            </a:pPr>
            <a:r>
              <a:rPr lang="en-US" sz="900" b="0" i="0">
                <a:solidFill>
                  <a:schemeClr val="bg1"/>
                </a:solidFill>
                <a:effectLst/>
                <a:latin typeface="Open Sans" panose="020B0606030504020204" pitchFamily="34" charset="0"/>
                <a:ea typeface="Open Sans" panose="020B0606030504020204" pitchFamily="34" charset="0"/>
                <a:cs typeface="Open Sans" panose="020B0606030504020204" pitchFamily="34" charset="0"/>
              </a:rPr>
              <a:t>has been the industry's standard</a:t>
            </a:r>
          </a:p>
          <a:p>
            <a:pPr algn="ctr">
              <a:lnSpc>
                <a:spcPts val="1600"/>
              </a:lnSpc>
            </a:pPr>
            <a:r>
              <a:rPr lang="en-US" sz="900" b="0" i="0">
                <a:solidFill>
                  <a:schemeClr val="bg1"/>
                </a:solidFill>
                <a:effectLst/>
                <a:latin typeface="Open Sans" panose="020B0606030504020204" pitchFamily="34" charset="0"/>
                <a:ea typeface="Open Sans" panose="020B0606030504020204" pitchFamily="34" charset="0"/>
                <a:cs typeface="Open Sans" panose="020B0606030504020204" pitchFamily="34" charset="0"/>
              </a:rPr>
              <a:t>dummy text ever</a:t>
            </a:r>
          </a:p>
        </p:txBody>
      </p:sp>
      <p:sp>
        <p:nvSpPr>
          <p:cNvPr id="13" name="TextBox 12">
            <a:extLst>
              <a:ext uri="{FF2B5EF4-FFF2-40B4-BE49-F238E27FC236}">
                <a16:creationId xmlns:a16="http://schemas.microsoft.com/office/drawing/2014/main" id="{01A9358A-89CE-EC06-86BA-A4319ABA8085}"/>
              </a:ext>
            </a:extLst>
          </p:cNvPr>
          <p:cNvSpPr txBox="1"/>
          <p:nvPr/>
        </p:nvSpPr>
        <p:spPr>
          <a:xfrm>
            <a:off x="6846580" y="4325798"/>
            <a:ext cx="995785" cy="646331"/>
          </a:xfrm>
          <a:prstGeom prst="rect">
            <a:avLst/>
          </a:prstGeom>
          <a:noFill/>
        </p:spPr>
        <p:txBody>
          <a:bodyPr wrap="none" rtlCol="0">
            <a:spAutoFit/>
          </a:bodyPr>
          <a:lstStyle/>
          <a:p>
            <a:pPr algn="ctr"/>
            <a:r>
              <a:rPr lang="en-US">
                <a:solidFill>
                  <a:schemeClr val="bg1"/>
                </a:solidFill>
                <a:latin typeface="Open Sans" panose="020B0606030504020204" pitchFamily="34" charset="0"/>
                <a:ea typeface="Open Sans" panose="020B0606030504020204" pitchFamily="34" charset="0"/>
                <a:cs typeface="Open Sans" panose="020B0606030504020204" pitchFamily="34" charset="0"/>
              </a:rPr>
              <a:t>Buenos</a:t>
            </a:r>
          </a:p>
          <a:p>
            <a:pPr algn="ctr"/>
            <a:r>
              <a:rPr lang="en-US">
                <a:solidFill>
                  <a:schemeClr val="bg1"/>
                </a:solidFill>
                <a:latin typeface="Open Sans" panose="020B0606030504020204" pitchFamily="34" charset="0"/>
                <a:ea typeface="Open Sans" panose="020B0606030504020204" pitchFamily="34" charset="0"/>
                <a:cs typeface="Open Sans" panose="020B0606030504020204" pitchFamily="34" charset="0"/>
              </a:rPr>
              <a:t>Aires</a:t>
            </a:r>
          </a:p>
        </p:txBody>
      </p:sp>
      <p:sp>
        <p:nvSpPr>
          <p:cNvPr id="14" name="TextBox 13">
            <a:extLst>
              <a:ext uri="{FF2B5EF4-FFF2-40B4-BE49-F238E27FC236}">
                <a16:creationId xmlns:a16="http://schemas.microsoft.com/office/drawing/2014/main" id="{C6E33A20-DE2D-9C8B-D272-9A61B91BD043}"/>
              </a:ext>
            </a:extLst>
          </p:cNvPr>
          <p:cNvSpPr txBox="1"/>
          <p:nvPr/>
        </p:nvSpPr>
        <p:spPr>
          <a:xfrm>
            <a:off x="6254433" y="4961701"/>
            <a:ext cx="2180072" cy="891526"/>
          </a:xfrm>
          <a:prstGeom prst="rect">
            <a:avLst/>
          </a:prstGeom>
          <a:noFill/>
        </p:spPr>
        <p:txBody>
          <a:bodyPr wrap="square" rtlCol="0">
            <a:spAutoFit/>
          </a:bodyPr>
          <a:lstStyle/>
          <a:p>
            <a:pPr algn="ctr">
              <a:lnSpc>
                <a:spcPts val="1600"/>
              </a:lnSpc>
            </a:pPr>
            <a:r>
              <a:rPr lang="en-US" sz="900" b="0" i="0">
                <a:solidFill>
                  <a:schemeClr val="bg1"/>
                </a:solidFill>
                <a:effectLst/>
                <a:latin typeface="Open Sans" panose="020B0606030504020204" pitchFamily="34" charset="0"/>
                <a:ea typeface="Open Sans" panose="020B0606030504020204" pitchFamily="34" charset="0"/>
                <a:cs typeface="Open Sans" panose="020B0606030504020204" pitchFamily="34" charset="0"/>
              </a:rPr>
              <a:t>Lorem Ipsum is simply text the</a:t>
            </a:r>
          </a:p>
          <a:p>
            <a:pPr algn="ctr">
              <a:lnSpc>
                <a:spcPts val="1600"/>
              </a:lnSpc>
            </a:pPr>
            <a:r>
              <a:rPr lang="en-US" sz="900" b="0" i="0">
                <a:solidFill>
                  <a:schemeClr val="bg1"/>
                </a:solidFill>
                <a:effectLst/>
                <a:latin typeface="Open Sans" panose="020B0606030504020204" pitchFamily="34" charset="0"/>
                <a:ea typeface="Open Sans" panose="020B0606030504020204" pitchFamily="34" charset="0"/>
                <a:cs typeface="Open Sans" panose="020B0606030504020204" pitchFamily="34" charset="0"/>
              </a:rPr>
              <a:t>printing typesetting industry. </a:t>
            </a:r>
          </a:p>
          <a:p>
            <a:pPr algn="ctr">
              <a:lnSpc>
                <a:spcPts val="1600"/>
              </a:lnSpc>
            </a:pPr>
            <a:r>
              <a:rPr lang="en-US" sz="900" b="0" i="0">
                <a:solidFill>
                  <a:schemeClr val="bg1"/>
                </a:solidFill>
                <a:effectLst/>
                <a:latin typeface="Open Sans" panose="020B0606030504020204" pitchFamily="34" charset="0"/>
                <a:ea typeface="Open Sans" panose="020B0606030504020204" pitchFamily="34" charset="0"/>
                <a:cs typeface="Open Sans" panose="020B0606030504020204" pitchFamily="34" charset="0"/>
              </a:rPr>
              <a:t>has been the industry's standard</a:t>
            </a:r>
          </a:p>
          <a:p>
            <a:pPr algn="ctr">
              <a:lnSpc>
                <a:spcPts val="1600"/>
              </a:lnSpc>
            </a:pPr>
            <a:r>
              <a:rPr lang="en-US" sz="900" b="0" i="0">
                <a:solidFill>
                  <a:schemeClr val="bg1"/>
                </a:solidFill>
                <a:effectLst/>
                <a:latin typeface="Open Sans" panose="020B0606030504020204" pitchFamily="34" charset="0"/>
                <a:ea typeface="Open Sans" panose="020B0606030504020204" pitchFamily="34" charset="0"/>
                <a:cs typeface="Open Sans" panose="020B0606030504020204" pitchFamily="34" charset="0"/>
              </a:rPr>
              <a:t>dummy text ever</a:t>
            </a:r>
          </a:p>
        </p:txBody>
      </p:sp>
      <p:sp>
        <p:nvSpPr>
          <p:cNvPr id="15" name="Freeform 24">
            <a:extLst>
              <a:ext uri="{FF2B5EF4-FFF2-40B4-BE49-F238E27FC236}">
                <a16:creationId xmlns:a16="http://schemas.microsoft.com/office/drawing/2014/main" id="{8B0F1DA3-E584-3D98-6081-8D1785393BA5}"/>
              </a:ext>
            </a:extLst>
          </p:cNvPr>
          <p:cNvSpPr>
            <a:spLocks noEditPoints="1"/>
          </p:cNvSpPr>
          <p:nvPr/>
        </p:nvSpPr>
        <p:spPr bwMode="auto">
          <a:xfrm>
            <a:off x="7096982" y="1069827"/>
            <a:ext cx="494974" cy="436196"/>
          </a:xfrm>
          <a:custGeom>
            <a:avLst/>
            <a:gdLst>
              <a:gd name="T0" fmla="*/ 128 w 160"/>
              <a:gd name="T1" fmla="*/ 141 h 141"/>
              <a:gd name="T2" fmla="*/ 115 w 160"/>
              <a:gd name="T3" fmla="*/ 128 h 141"/>
              <a:gd name="T4" fmla="*/ 128 w 160"/>
              <a:gd name="T5" fmla="*/ 115 h 141"/>
              <a:gd name="T6" fmla="*/ 140 w 160"/>
              <a:gd name="T7" fmla="*/ 128 h 141"/>
              <a:gd name="T8" fmla="*/ 128 w 160"/>
              <a:gd name="T9" fmla="*/ 141 h 141"/>
              <a:gd name="T10" fmla="*/ 128 w 160"/>
              <a:gd name="T11" fmla="*/ 122 h 141"/>
              <a:gd name="T12" fmla="*/ 121 w 160"/>
              <a:gd name="T13" fmla="*/ 128 h 141"/>
              <a:gd name="T14" fmla="*/ 128 w 160"/>
              <a:gd name="T15" fmla="*/ 135 h 141"/>
              <a:gd name="T16" fmla="*/ 134 w 160"/>
              <a:gd name="T17" fmla="*/ 128 h 141"/>
              <a:gd name="T18" fmla="*/ 128 w 160"/>
              <a:gd name="T19" fmla="*/ 122 h 141"/>
              <a:gd name="T20" fmla="*/ 70 w 160"/>
              <a:gd name="T21" fmla="*/ 141 h 141"/>
              <a:gd name="T22" fmla="*/ 57 w 160"/>
              <a:gd name="T23" fmla="*/ 128 h 141"/>
              <a:gd name="T24" fmla="*/ 70 w 160"/>
              <a:gd name="T25" fmla="*/ 115 h 141"/>
              <a:gd name="T26" fmla="*/ 83 w 160"/>
              <a:gd name="T27" fmla="*/ 128 h 141"/>
              <a:gd name="T28" fmla="*/ 70 w 160"/>
              <a:gd name="T29" fmla="*/ 141 h 141"/>
              <a:gd name="T30" fmla="*/ 70 w 160"/>
              <a:gd name="T31" fmla="*/ 122 h 141"/>
              <a:gd name="T32" fmla="*/ 64 w 160"/>
              <a:gd name="T33" fmla="*/ 128 h 141"/>
              <a:gd name="T34" fmla="*/ 70 w 160"/>
              <a:gd name="T35" fmla="*/ 135 h 141"/>
              <a:gd name="T36" fmla="*/ 76 w 160"/>
              <a:gd name="T37" fmla="*/ 128 h 141"/>
              <a:gd name="T38" fmla="*/ 70 w 160"/>
              <a:gd name="T39" fmla="*/ 122 h 141"/>
              <a:gd name="T40" fmla="*/ 137 w 160"/>
              <a:gd name="T41" fmla="*/ 109 h 141"/>
              <a:gd name="T42" fmla="*/ 60 w 160"/>
              <a:gd name="T43" fmla="*/ 109 h 141"/>
              <a:gd name="T44" fmla="*/ 52 w 160"/>
              <a:gd name="T45" fmla="*/ 102 h 141"/>
              <a:gd name="T46" fmla="*/ 30 w 160"/>
              <a:gd name="T47" fmla="*/ 8 h 141"/>
              <a:gd name="T48" fmla="*/ 28 w 160"/>
              <a:gd name="T49" fmla="*/ 6 h 141"/>
              <a:gd name="T50" fmla="*/ 0 w 160"/>
              <a:gd name="T51" fmla="*/ 6 h 141"/>
              <a:gd name="T52" fmla="*/ 0 w 160"/>
              <a:gd name="T53" fmla="*/ 0 h 141"/>
              <a:gd name="T54" fmla="*/ 28 w 160"/>
              <a:gd name="T55" fmla="*/ 0 h 141"/>
              <a:gd name="T56" fmla="*/ 36 w 160"/>
              <a:gd name="T57" fmla="*/ 6 h 141"/>
              <a:gd name="T58" fmla="*/ 41 w 160"/>
              <a:gd name="T59" fmla="*/ 25 h 141"/>
              <a:gd name="T60" fmla="*/ 152 w 160"/>
              <a:gd name="T61" fmla="*/ 25 h 141"/>
              <a:gd name="T62" fmla="*/ 158 w 160"/>
              <a:gd name="T63" fmla="*/ 29 h 141"/>
              <a:gd name="T64" fmla="*/ 160 w 160"/>
              <a:gd name="T65" fmla="*/ 35 h 141"/>
              <a:gd name="T66" fmla="*/ 145 w 160"/>
              <a:gd name="T67" fmla="*/ 102 h 141"/>
              <a:gd name="T68" fmla="*/ 137 w 160"/>
              <a:gd name="T69" fmla="*/ 109 h 141"/>
              <a:gd name="T70" fmla="*/ 43 w 160"/>
              <a:gd name="T71" fmla="*/ 32 h 141"/>
              <a:gd name="T72" fmla="*/ 59 w 160"/>
              <a:gd name="T73" fmla="*/ 101 h 141"/>
              <a:gd name="T74" fmla="*/ 60 w 160"/>
              <a:gd name="T75" fmla="*/ 102 h 141"/>
              <a:gd name="T76" fmla="*/ 137 w 160"/>
              <a:gd name="T77" fmla="*/ 102 h 141"/>
              <a:gd name="T78" fmla="*/ 139 w 160"/>
              <a:gd name="T79" fmla="*/ 101 h 141"/>
              <a:gd name="T80" fmla="*/ 153 w 160"/>
              <a:gd name="T81" fmla="*/ 33 h 141"/>
              <a:gd name="T82" fmla="*/ 153 w 160"/>
              <a:gd name="T83" fmla="*/ 32 h 141"/>
              <a:gd name="T84" fmla="*/ 152 w 160"/>
              <a:gd name="T85" fmla="*/ 32 h 141"/>
              <a:gd name="T86" fmla="*/ 43 w 160"/>
              <a:gd name="T87" fmla="*/ 32 h 141"/>
              <a:gd name="T88" fmla="*/ 43 w 160"/>
              <a:gd name="T89" fmla="*/ 32 h 1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60" h="141">
                <a:moveTo>
                  <a:pt x="128" y="141"/>
                </a:moveTo>
                <a:cubicBezTo>
                  <a:pt x="121" y="141"/>
                  <a:pt x="115" y="135"/>
                  <a:pt x="115" y="128"/>
                </a:cubicBezTo>
                <a:cubicBezTo>
                  <a:pt x="115" y="122"/>
                  <a:pt x="121" y="115"/>
                  <a:pt x="128" y="115"/>
                </a:cubicBezTo>
                <a:cubicBezTo>
                  <a:pt x="134" y="115"/>
                  <a:pt x="140" y="122"/>
                  <a:pt x="140" y="128"/>
                </a:cubicBezTo>
                <a:cubicBezTo>
                  <a:pt x="140" y="135"/>
                  <a:pt x="134" y="141"/>
                  <a:pt x="128" y="141"/>
                </a:cubicBezTo>
                <a:moveTo>
                  <a:pt x="128" y="122"/>
                </a:moveTo>
                <a:cubicBezTo>
                  <a:pt x="124" y="122"/>
                  <a:pt x="121" y="125"/>
                  <a:pt x="121" y="128"/>
                </a:cubicBezTo>
                <a:cubicBezTo>
                  <a:pt x="121" y="131"/>
                  <a:pt x="124" y="135"/>
                  <a:pt x="128" y="135"/>
                </a:cubicBezTo>
                <a:cubicBezTo>
                  <a:pt x="131" y="135"/>
                  <a:pt x="134" y="131"/>
                  <a:pt x="134" y="128"/>
                </a:cubicBezTo>
                <a:cubicBezTo>
                  <a:pt x="134" y="125"/>
                  <a:pt x="131" y="122"/>
                  <a:pt x="128" y="122"/>
                </a:cubicBezTo>
                <a:moveTo>
                  <a:pt x="70" y="141"/>
                </a:moveTo>
                <a:cubicBezTo>
                  <a:pt x="64" y="141"/>
                  <a:pt x="57" y="135"/>
                  <a:pt x="57" y="128"/>
                </a:cubicBezTo>
                <a:cubicBezTo>
                  <a:pt x="57" y="122"/>
                  <a:pt x="64" y="115"/>
                  <a:pt x="70" y="115"/>
                </a:cubicBezTo>
                <a:cubicBezTo>
                  <a:pt x="76" y="115"/>
                  <a:pt x="83" y="122"/>
                  <a:pt x="83" y="128"/>
                </a:cubicBezTo>
                <a:cubicBezTo>
                  <a:pt x="83" y="135"/>
                  <a:pt x="76" y="141"/>
                  <a:pt x="70" y="141"/>
                </a:cubicBezTo>
                <a:moveTo>
                  <a:pt x="70" y="122"/>
                </a:moveTo>
                <a:cubicBezTo>
                  <a:pt x="67" y="122"/>
                  <a:pt x="64" y="125"/>
                  <a:pt x="64" y="128"/>
                </a:cubicBezTo>
                <a:cubicBezTo>
                  <a:pt x="64" y="131"/>
                  <a:pt x="67" y="135"/>
                  <a:pt x="70" y="135"/>
                </a:cubicBezTo>
                <a:cubicBezTo>
                  <a:pt x="73" y="135"/>
                  <a:pt x="76" y="131"/>
                  <a:pt x="76" y="128"/>
                </a:cubicBezTo>
                <a:cubicBezTo>
                  <a:pt x="76" y="125"/>
                  <a:pt x="73" y="122"/>
                  <a:pt x="70" y="122"/>
                </a:cubicBezTo>
                <a:moveTo>
                  <a:pt x="137" y="109"/>
                </a:moveTo>
                <a:cubicBezTo>
                  <a:pt x="60" y="109"/>
                  <a:pt x="60" y="109"/>
                  <a:pt x="60" y="109"/>
                </a:cubicBezTo>
                <a:cubicBezTo>
                  <a:pt x="57" y="109"/>
                  <a:pt x="54" y="106"/>
                  <a:pt x="52" y="102"/>
                </a:cubicBezTo>
                <a:cubicBezTo>
                  <a:pt x="30" y="8"/>
                  <a:pt x="30" y="8"/>
                  <a:pt x="30" y="8"/>
                </a:cubicBezTo>
                <a:cubicBezTo>
                  <a:pt x="30" y="6"/>
                  <a:pt x="28" y="6"/>
                  <a:pt x="28" y="6"/>
                </a:cubicBezTo>
                <a:cubicBezTo>
                  <a:pt x="0" y="6"/>
                  <a:pt x="0" y="6"/>
                  <a:pt x="0" y="6"/>
                </a:cubicBezTo>
                <a:cubicBezTo>
                  <a:pt x="0" y="0"/>
                  <a:pt x="0" y="0"/>
                  <a:pt x="0" y="0"/>
                </a:cubicBezTo>
                <a:cubicBezTo>
                  <a:pt x="28" y="0"/>
                  <a:pt x="28" y="0"/>
                  <a:pt x="28" y="0"/>
                </a:cubicBezTo>
                <a:cubicBezTo>
                  <a:pt x="32" y="0"/>
                  <a:pt x="35" y="3"/>
                  <a:pt x="36" y="6"/>
                </a:cubicBezTo>
                <a:cubicBezTo>
                  <a:pt x="41" y="25"/>
                  <a:pt x="41" y="25"/>
                  <a:pt x="41" y="25"/>
                </a:cubicBezTo>
                <a:cubicBezTo>
                  <a:pt x="152" y="25"/>
                  <a:pt x="152" y="25"/>
                  <a:pt x="152" y="25"/>
                </a:cubicBezTo>
                <a:cubicBezTo>
                  <a:pt x="153" y="25"/>
                  <a:pt x="156" y="27"/>
                  <a:pt x="158" y="29"/>
                </a:cubicBezTo>
                <a:cubicBezTo>
                  <a:pt x="160" y="30"/>
                  <a:pt x="160" y="33"/>
                  <a:pt x="160" y="35"/>
                </a:cubicBezTo>
                <a:cubicBezTo>
                  <a:pt x="145" y="102"/>
                  <a:pt x="145" y="102"/>
                  <a:pt x="145" y="102"/>
                </a:cubicBezTo>
                <a:cubicBezTo>
                  <a:pt x="145" y="106"/>
                  <a:pt x="142" y="109"/>
                  <a:pt x="137" y="109"/>
                </a:cubicBezTo>
                <a:moveTo>
                  <a:pt x="43" y="32"/>
                </a:moveTo>
                <a:cubicBezTo>
                  <a:pt x="59" y="101"/>
                  <a:pt x="59" y="101"/>
                  <a:pt x="59" y="101"/>
                </a:cubicBezTo>
                <a:cubicBezTo>
                  <a:pt x="59" y="102"/>
                  <a:pt x="60" y="102"/>
                  <a:pt x="60" y="102"/>
                </a:cubicBezTo>
                <a:cubicBezTo>
                  <a:pt x="137" y="102"/>
                  <a:pt x="137" y="102"/>
                  <a:pt x="137" y="102"/>
                </a:cubicBezTo>
                <a:cubicBezTo>
                  <a:pt x="139" y="102"/>
                  <a:pt x="139" y="102"/>
                  <a:pt x="139" y="101"/>
                </a:cubicBezTo>
                <a:cubicBezTo>
                  <a:pt x="153" y="33"/>
                  <a:pt x="153" y="33"/>
                  <a:pt x="153" y="33"/>
                </a:cubicBezTo>
                <a:cubicBezTo>
                  <a:pt x="153" y="33"/>
                  <a:pt x="153" y="33"/>
                  <a:pt x="153" y="32"/>
                </a:cubicBezTo>
                <a:cubicBezTo>
                  <a:pt x="152" y="32"/>
                  <a:pt x="152" y="32"/>
                  <a:pt x="152" y="32"/>
                </a:cubicBezTo>
                <a:cubicBezTo>
                  <a:pt x="43" y="32"/>
                  <a:pt x="43" y="32"/>
                  <a:pt x="43" y="32"/>
                </a:cubicBezTo>
                <a:cubicBezTo>
                  <a:pt x="43" y="32"/>
                  <a:pt x="43" y="32"/>
                  <a:pt x="43" y="32"/>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16" name="Freeform 184">
            <a:extLst>
              <a:ext uri="{FF2B5EF4-FFF2-40B4-BE49-F238E27FC236}">
                <a16:creationId xmlns:a16="http://schemas.microsoft.com/office/drawing/2014/main" id="{DB40C7E1-D825-F536-9856-49F7AA24E32A}"/>
              </a:ext>
            </a:extLst>
          </p:cNvPr>
          <p:cNvSpPr>
            <a:spLocks noEditPoints="1"/>
          </p:cNvSpPr>
          <p:nvPr/>
        </p:nvSpPr>
        <p:spPr bwMode="auto">
          <a:xfrm>
            <a:off x="7124806" y="3679385"/>
            <a:ext cx="467150" cy="482216"/>
          </a:xfrm>
          <a:custGeom>
            <a:avLst/>
            <a:gdLst>
              <a:gd name="T0" fmla="*/ 124 w 155"/>
              <a:gd name="T1" fmla="*/ 30 h 160"/>
              <a:gd name="T2" fmla="*/ 77 w 155"/>
              <a:gd name="T3" fmla="*/ 0 h 160"/>
              <a:gd name="T4" fmla="*/ 31 w 155"/>
              <a:gd name="T5" fmla="*/ 30 h 160"/>
              <a:gd name="T6" fmla="*/ 20 w 155"/>
              <a:gd name="T7" fmla="*/ 80 h 160"/>
              <a:gd name="T8" fmla="*/ 31 w 155"/>
              <a:gd name="T9" fmla="*/ 130 h 160"/>
              <a:gd name="T10" fmla="*/ 77 w 155"/>
              <a:gd name="T11" fmla="*/ 160 h 160"/>
              <a:gd name="T12" fmla="*/ 124 w 155"/>
              <a:gd name="T13" fmla="*/ 130 h 160"/>
              <a:gd name="T14" fmla="*/ 135 w 155"/>
              <a:gd name="T15" fmla="*/ 80 h 160"/>
              <a:gd name="T16" fmla="*/ 124 w 155"/>
              <a:gd name="T17" fmla="*/ 35 h 160"/>
              <a:gd name="T18" fmla="*/ 131 w 155"/>
              <a:gd name="T19" fmla="*/ 76 h 160"/>
              <a:gd name="T20" fmla="*/ 107 w 155"/>
              <a:gd name="T21" fmla="*/ 36 h 160"/>
              <a:gd name="T22" fmla="*/ 128 w 155"/>
              <a:gd name="T23" fmla="*/ 80 h 160"/>
              <a:gd name="T24" fmla="*/ 113 w 155"/>
              <a:gd name="T25" fmla="*/ 68 h 160"/>
              <a:gd name="T26" fmla="*/ 106 w 155"/>
              <a:gd name="T27" fmla="*/ 56 h 160"/>
              <a:gd name="T28" fmla="*/ 84 w 155"/>
              <a:gd name="T29" fmla="*/ 44 h 160"/>
              <a:gd name="T30" fmla="*/ 106 w 155"/>
              <a:gd name="T31" fmla="*/ 56 h 160"/>
              <a:gd name="T32" fmla="*/ 101 w 155"/>
              <a:gd name="T33" fmla="*/ 33 h 160"/>
              <a:gd name="T34" fmla="*/ 54 w 155"/>
              <a:gd name="T35" fmla="*/ 33 h 160"/>
              <a:gd name="T36" fmla="*/ 52 w 155"/>
              <a:gd name="T37" fmla="*/ 38 h 160"/>
              <a:gd name="T38" fmla="*/ 60 w 155"/>
              <a:gd name="T39" fmla="*/ 50 h 160"/>
              <a:gd name="T40" fmla="*/ 52 w 155"/>
              <a:gd name="T41" fmla="*/ 38 h 160"/>
              <a:gd name="T42" fmla="*/ 31 w 155"/>
              <a:gd name="T43" fmla="*/ 35 h 160"/>
              <a:gd name="T44" fmla="*/ 44 w 155"/>
              <a:gd name="T45" fmla="*/ 60 h 160"/>
              <a:gd name="T46" fmla="*/ 10 w 155"/>
              <a:gd name="T47" fmla="*/ 43 h 160"/>
              <a:gd name="T48" fmla="*/ 42 w 155"/>
              <a:gd name="T49" fmla="*/ 93 h 160"/>
              <a:gd name="T50" fmla="*/ 42 w 155"/>
              <a:gd name="T51" fmla="*/ 68 h 160"/>
              <a:gd name="T52" fmla="*/ 10 w 155"/>
              <a:gd name="T53" fmla="*/ 118 h 160"/>
              <a:gd name="T54" fmla="*/ 44 w 155"/>
              <a:gd name="T55" fmla="*/ 100 h 160"/>
              <a:gd name="T56" fmla="*/ 31 w 155"/>
              <a:gd name="T57" fmla="*/ 125 h 160"/>
              <a:gd name="T58" fmla="*/ 60 w 155"/>
              <a:gd name="T59" fmla="*/ 110 h 160"/>
              <a:gd name="T60" fmla="*/ 52 w 155"/>
              <a:gd name="T61" fmla="*/ 123 h 160"/>
              <a:gd name="T62" fmla="*/ 77 w 155"/>
              <a:gd name="T63" fmla="*/ 155 h 160"/>
              <a:gd name="T64" fmla="*/ 77 w 155"/>
              <a:gd name="T65" fmla="*/ 119 h 160"/>
              <a:gd name="T66" fmla="*/ 77 w 155"/>
              <a:gd name="T67" fmla="*/ 155 h 160"/>
              <a:gd name="T68" fmla="*/ 84 w 155"/>
              <a:gd name="T69" fmla="*/ 116 h 160"/>
              <a:gd name="T70" fmla="*/ 106 w 155"/>
              <a:gd name="T71" fmla="*/ 104 h 160"/>
              <a:gd name="T72" fmla="*/ 92 w 155"/>
              <a:gd name="T73" fmla="*/ 106 h 160"/>
              <a:gd name="T74" fmla="*/ 62 w 155"/>
              <a:gd name="T75" fmla="*/ 106 h 160"/>
              <a:gd name="T76" fmla="*/ 47 w 155"/>
              <a:gd name="T77" fmla="*/ 80 h 160"/>
              <a:gd name="T78" fmla="*/ 62 w 155"/>
              <a:gd name="T79" fmla="*/ 54 h 160"/>
              <a:gd name="T80" fmla="*/ 92 w 155"/>
              <a:gd name="T81" fmla="*/ 54 h 160"/>
              <a:gd name="T82" fmla="*/ 107 w 155"/>
              <a:gd name="T83" fmla="*/ 80 h 160"/>
              <a:gd name="T84" fmla="*/ 92 w 155"/>
              <a:gd name="T85" fmla="*/ 106 h 160"/>
              <a:gd name="T86" fmla="*/ 124 w 155"/>
              <a:gd name="T87" fmla="*/ 125 h 160"/>
              <a:gd name="T88" fmla="*/ 111 w 155"/>
              <a:gd name="T89" fmla="*/ 100 h 160"/>
              <a:gd name="T90" fmla="*/ 145 w 155"/>
              <a:gd name="T91" fmla="*/ 118 h 160"/>
              <a:gd name="T92" fmla="*/ 65 w 155"/>
              <a:gd name="T93" fmla="*/ 80 h 160"/>
              <a:gd name="T94" fmla="*/ 90 w 155"/>
              <a:gd name="T95" fmla="*/ 80 h 160"/>
              <a:gd name="T96" fmla="*/ 77 w 155"/>
              <a:gd name="T97" fmla="*/ 87 h 160"/>
              <a:gd name="T98" fmla="*/ 77 w 155"/>
              <a:gd name="T99" fmla="*/ 72 h 160"/>
              <a:gd name="T100" fmla="*/ 77 w 155"/>
              <a:gd name="T101" fmla="*/ 87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155" h="160">
                <a:moveTo>
                  <a:pt x="150" y="40"/>
                </a:moveTo>
                <a:cubicBezTo>
                  <a:pt x="146" y="34"/>
                  <a:pt x="138" y="30"/>
                  <a:pt x="124" y="30"/>
                </a:cubicBezTo>
                <a:cubicBezTo>
                  <a:pt x="119" y="30"/>
                  <a:pt x="113" y="30"/>
                  <a:pt x="105" y="31"/>
                </a:cubicBezTo>
                <a:cubicBezTo>
                  <a:pt x="99" y="13"/>
                  <a:pt x="89" y="0"/>
                  <a:pt x="77" y="0"/>
                </a:cubicBezTo>
                <a:cubicBezTo>
                  <a:pt x="66" y="0"/>
                  <a:pt x="56" y="13"/>
                  <a:pt x="50" y="31"/>
                </a:cubicBezTo>
                <a:cubicBezTo>
                  <a:pt x="42" y="30"/>
                  <a:pt x="36" y="30"/>
                  <a:pt x="31" y="30"/>
                </a:cubicBezTo>
                <a:cubicBezTo>
                  <a:pt x="17" y="30"/>
                  <a:pt x="9" y="34"/>
                  <a:pt x="5" y="40"/>
                </a:cubicBezTo>
                <a:cubicBezTo>
                  <a:pt x="0" y="49"/>
                  <a:pt x="5" y="64"/>
                  <a:pt x="20" y="80"/>
                </a:cubicBezTo>
                <a:cubicBezTo>
                  <a:pt x="5" y="96"/>
                  <a:pt x="0" y="111"/>
                  <a:pt x="5" y="120"/>
                </a:cubicBezTo>
                <a:cubicBezTo>
                  <a:pt x="9" y="126"/>
                  <a:pt x="17" y="130"/>
                  <a:pt x="31" y="130"/>
                </a:cubicBezTo>
                <a:cubicBezTo>
                  <a:pt x="36" y="130"/>
                  <a:pt x="42" y="130"/>
                  <a:pt x="50" y="129"/>
                </a:cubicBezTo>
                <a:cubicBezTo>
                  <a:pt x="56" y="148"/>
                  <a:pt x="66" y="160"/>
                  <a:pt x="77" y="160"/>
                </a:cubicBezTo>
                <a:cubicBezTo>
                  <a:pt x="89" y="160"/>
                  <a:pt x="99" y="148"/>
                  <a:pt x="105" y="129"/>
                </a:cubicBezTo>
                <a:cubicBezTo>
                  <a:pt x="113" y="130"/>
                  <a:pt x="119" y="130"/>
                  <a:pt x="124" y="130"/>
                </a:cubicBezTo>
                <a:cubicBezTo>
                  <a:pt x="138" y="130"/>
                  <a:pt x="146" y="126"/>
                  <a:pt x="150" y="120"/>
                </a:cubicBezTo>
                <a:cubicBezTo>
                  <a:pt x="155" y="111"/>
                  <a:pt x="150" y="96"/>
                  <a:pt x="135" y="80"/>
                </a:cubicBezTo>
                <a:cubicBezTo>
                  <a:pt x="150" y="64"/>
                  <a:pt x="155" y="49"/>
                  <a:pt x="150" y="40"/>
                </a:cubicBezTo>
                <a:close/>
                <a:moveTo>
                  <a:pt x="124" y="35"/>
                </a:moveTo>
                <a:cubicBezTo>
                  <a:pt x="135" y="35"/>
                  <a:pt x="143" y="38"/>
                  <a:pt x="145" y="43"/>
                </a:cubicBezTo>
                <a:cubicBezTo>
                  <a:pt x="150" y="50"/>
                  <a:pt x="144" y="63"/>
                  <a:pt x="131" y="76"/>
                </a:cubicBezTo>
                <a:cubicBezTo>
                  <a:pt x="126" y="71"/>
                  <a:pt x="119" y="65"/>
                  <a:pt x="111" y="60"/>
                </a:cubicBezTo>
                <a:cubicBezTo>
                  <a:pt x="110" y="51"/>
                  <a:pt x="109" y="44"/>
                  <a:pt x="107" y="36"/>
                </a:cubicBezTo>
                <a:cubicBezTo>
                  <a:pt x="113" y="35"/>
                  <a:pt x="119" y="35"/>
                  <a:pt x="124" y="35"/>
                </a:cubicBezTo>
                <a:close/>
                <a:moveTo>
                  <a:pt x="128" y="80"/>
                </a:moveTo>
                <a:cubicBezTo>
                  <a:pt x="123" y="85"/>
                  <a:pt x="118" y="89"/>
                  <a:pt x="113" y="93"/>
                </a:cubicBezTo>
                <a:cubicBezTo>
                  <a:pt x="113" y="68"/>
                  <a:pt x="113" y="68"/>
                  <a:pt x="113" y="68"/>
                </a:cubicBezTo>
                <a:cubicBezTo>
                  <a:pt x="118" y="71"/>
                  <a:pt x="123" y="75"/>
                  <a:pt x="128" y="80"/>
                </a:cubicBezTo>
                <a:close/>
                <a:moveTo>
                  <a:pt x="106" y="56"/>
                </a:moveTo>
                <a:cubicBezTo>
                  <a:pt x="102" y="54"/>
                  <a:pt x="99" y="53"/>
                  <a:pt x="95" y="50"/>
                </a:cubicBezTo>
                <a:cubicBezTo>
                  <a:pt x="91" y="48"/>
                  <a:pt x="87" y="45"/>
                  <a:pt x="84" y="44"/>
                </a:cubicBezTo>
                <a:cubicBezTo>
                  <a:pt x="90" y="41"/>
                  <a:pt x="96" y="39"/>
                  <a:pt x="102" y="38"/>
                </a:cubicBezTo>
                <a:cubicBezTo>
                  <a:pt x="104" y="44"/>
                  <a:pt x="105" y="50"/>
                  <a:pt x="106" y="56"/>
                </a:cubicBezTo>
                <a:close/>
                <a:moveTo>
                  <a:pt x="77" y="5"/>
                </a:moveTo>
                <a:cubicBezTo>
                  <a:pt x="86" y="5"/>
                  <a:pt x="95" y="16"/>
                  <a:pt x="101" y="33"/>
                </a:cubicBezTo>
                <a:cubicBezTo>
                  <a:pt x="92" y="35"/>
                  <a:pt x="85" y="38"/>
                  <a:pt x="77" y="41"/>
                </a:cubicBezTo>
                <a:cubicBezTo>
                  <a:pt x="70" y="38"/>
                  <a:pt x="62" y="35"/>
                  <a:pt x="54" y="33"/>
                </a:cubicBezTo>
                <a:cubicBezTo>
                  <a:pt x="60" y="16"/>
                  <a:pt x="69" y="5"/>
                  <a:pt x="77" y="5"/>
                </a:cubicBezTo>
                <a:close/>
                <a:moveTo>
                  <a:pt x="52" y="38"/>
                </a:moveTo>
                <a:cubicBezTo>
                  <a:pt x="59" y="39"/>
                  <a:pt x="65" y="41"/>
                  <a:pt x="71" y="44"/>
                </a:cubicBezTo>
                <a:cubicBezTo>
                  <a:pt x="67" y="45"/>
                  <a:pt x="64" y="48"/>
                  <a:pt x="60" y="50"/>
                </a:cubicBezTo>
                <a:cubicBezTo>
                  <a:pt x="56" y="53"/>
                  <a:pt x="52" y="54"/>
                  <a:pt x="49" y="56"/>
                </a:cubicBezTo>
                <a:cubicBezTo>
                  <a:pt x="50" y="50"/>
                  <a:pt x="51" y="44"/>
                  <a:pt x="52" y="38"/>
                </a:cubicBezTo>
                <a:close/>
                <a:moveTo>
                  <a:pt x="10" y="43"/>
                </a:moveTo>
                <a:cubicBezTo>
                  <a:pt x="12" y="38"/>
                  <a:pt x="20" y="35"/>
                  <a:pt x="31" y="35"/>
                </a:cubicBezTo>
                <a:cubicBezTo>
                  <a:pt x="36" y="35"/>
                  <a:pt x="42" y="35"/>
                  <a:pt x="47" y="36"/>
                </a:cubicBezTo>
                <a:cubicBezTo>
                  <a:pt x="46" y="44"/>
                  <a:pt x="45" y="51"/>
                  <a:pt x="44" y="60"/>
                </a:cubicBezTo>
                <a:cubicBezTo>
                  <a:pt x="36" y="65"/>
                  <a:pt x="29" y="71"/>
                  <a:pt x="24" y="76"/>
                </a:cubicBezTo>
                <a:cubicBezTo>
                  <a:pt x="11" y="63"/>
                  <a:pt x="5" y="50"/>
                  <a:pt x="10" y="43"/>
                </a:cubicBezTo>
                <a:close/>
                <a:moveTo>
                  <a:pt x="42" y="68"/>
                </a:moveTo>
                <a:cubicBezTo>
                  <a:pt x="42" y="93"/>
                  <a:pt x="42" y="93"/>
                  <a:pt x="42" y="93"/>
                </a:cubicBezTo>
                <a:cubicBezTo>
                  <a:pt x="37" y="89"/>
                  <a:pt x="32" y="85"/>
                  <a:pt x="27" y="80"/>
                </a:cubicBezTo>
                <a:cubicBezTo>
                  <a:pt x="32" y="75"/>
                  <a:pt x="37" y="71"/>
                  <a:pt x="42" y="68"/>
                </a:cubicBezTo>
                <a:close/>
                <a:moveTo>
                  <a:pt x="31" y="125"/>
                </a:moveTo>
                <a:cubicBezTo>
                  <a:pt x="20" y="125"/>
                  <a:pt x="12" y="123"/>
                  <a:pt x="10" y="118"/>
                </a:cubicBezTo>
                <a:cubicBezTo>
                  <a:pt x="5" y="110"/>
                  <a:pt x="11" y="98"/>
                  <a:pt x="24" y="84"/>
                </a:cubicBezTo>
                <a:cubicBezTo>
                  <a:pt x="29" y="89"/>
                  <a:pt x="36" y="95"/>
                  <a:pt x="44" y="100"/>
                </a:cubicBezTo>
                <a:cubicBezTo>
                  <a:pt x="45" y="109"/>
                  <a:pt x="46" y="116"/>
                  <a:pt x="47" y="124"/>
                </a:cubicBezTo>
                <a:cubicBezTo>
                  <a:pt x="42" y="125"/>
                  <a:pt x="36" y="125"/>
                  <a:pt x="31" y="125"/>
                </a:cubicBezTo>
                <a:close/>
                <a:moveTo>
                  <a:pt x="49" y="104"/>
                </a:moveTo>
                <a:cubicBezTo>
                  <a:pt x="52" y="106"/>
                  <a:pt x="56" y="108"/>
                  <a:pt x="60" y="110"/>
                </a:cubicBezTo>
                <a:cubicBezTo>
                  <a:pt x="64" y="113"/>
                  <a:pt x="67" y="115"/>
                  <a:pt x="71" y="116"/>
                </a:cubicBezTo>
                <a:cubicBezTo>
                  <a:pt x="65" y="119"/>
                  <a:pt x="59" y="121"/>
                  <a:pt x="52" y="123"/>
                </a:cubicBezTo>
                <a:cubicBezTo>
                  <a:pt x="51" y="116"/>
                  <a:pt x="50" y="110"/>
                  <a:pt x="49" y="104"/>
                </a:cubicBezTo>
                <a:close/>
                <a:moveTo>
                  <a:pt x="77" y="155"/>
                </a:moveTo>
                <a:cubicBezTo>
                  <a:pt x="69" y="155"/>
                  <a:pt x="60" y="144"/>
                  <a:pt x="54" y="128"/>
                </a:cubicBezTo>
                <a:cubicBezTo>
                  <a:pt x="62" y="125"/>
                  <a:pt x="70" y="123"/>
                  <a:pt x="77" y="119"/>
                </a:cubicBezTo>
                <a:cubicBezTo>
                  <a:pt x="85" y="123"/>
                  <a:pt x="92" y="125"/>
                  <a:pt x="101" y="128"/>
                </a:cubicBezTo>
                <a:cubicBezTo>
                  <a:pt x="95" y="144"/>
                  <a:pt x="86" y="155"/>
                  <a:pt x="77" y="155"/>
                </a:cubicBezTo>
                <a:close/>
                <a:moveTo>
                  <a:pt x="102" y="123"/>
                </a:moveTo>
                <a:cubicBezTo>
                  <a:pt x="96" y="121"/>
                  <a:pt x="90" y="119"/>
                  <a:pt x="84" y="116"/>
                </a:cubicBezTo>
                <a:cubicBezTo>
                  <a:pt x="87" y="115"/>
                  <a:pt x="91" y="113"/>
                  <a:pt x="95" y="110"/>
                </a:cubicBezTo>
                <a:cubicBezTo>
                  <a:pt x="99" y="108"/>
                  <a:pt x="102" y="106"/>
                  <a:pt x="106" y="104"/>
                </a:cubicBezTo>
                <a:cubicBezTo>
                  <a:pt x="105" y="110"/>
                  <a:pt x="104" y="116"/>
                  <a:pt x="102" y="123"/>
                </a:cubicBezTo>
                <a:close/>
                <a:moveTo>
                  <a:pt x="92" y="106"/>
                </a:moveTo>
                <a:cubicBezTo>
                  <a:pt x="87" y="109"/>
                  <a:pt x="82" y="111"/>
                  <a:pt x="77" y="114"/>
                </a:cubicBezTo>
                <a:cubicBezTo>
                  <a:pt x="72" y="111"/>
                  <a:pt x="67" y="109"/>
                  <a:pt x="62" y="106"/>
                </a:cubicBezTo>
                <a:cubicBezTo>
                  <a:pt x="57" y="103"/>
                  <a:pt x="52" y="100"/>
                  <a:pt x="49" y="98"/>
                </a:cubicBezTo>
                <a:cubicBezTo>
                  <a:pt x="47" y="91"/>
                  <a:pt x="47" y="86"/>
                  <a:pt x="47" y="80"/>
                </a:cubicBezTo>
                <a:cubicBezTo>
                  <a:pt x="47" y="74"/>
                  <a:pt x="47" y="69"/>
                  <a:pt x="49" y="63"/>
                </a:cubicBezTo>
                <a:cubicBezTo>
                  <a:pt x="52" y="60"/>
                  <a:pt x="57" y="58"/>
                  <a:pt x="62" y="54"/>
                </a:cubicBezTo>
                <a:cubicBezTo>
                  <a:pt x="67" y="51"/>
                  <a:pt x="72" y="49"/>
                  <a:pt x="77" y="46"/>
                </a:cubicBezTo>
                <a:cubicBezTo>
                  <a:pt x="82" y="49"/>
                  <a:pt x="87" y="51"/>
                  <a:pt x="92" y="54"/>
                </a:cubicBezTo>
                <a:cubicBezTo>
                  <a:pt x="97" y="58"/>
                  <a:pt x="102" y="60"/>
                  <a:pt x="106" y="63"/>
                </a:cubicBezTo>
                <a:cubicBezTo>
                  <a:pt x="107" y="69"/>
                  <a:pt x="107" y="74"/>
                  <a:pt x="107" y="80"/>
                </a:cubicBezTo>
                <a:cubicBezTo>
                  <a:pt x="107" y="86"/>
                  <a:pt x="107" y="91"/>
                  <a:pt x="106" y="98"/>
                </a:cubicBezTo>
                <a:cubicBezTo>
                  <a:pt x="102" y="100"/>
                  <a:pt x="97" y="103"/>
                  <a:pt x="92" y="106"/>
                </a:cubicBezTo>
                <a:close/>
                <a:moveTo>
                  <a:pt x="145" y="118"/>
                </a:moveTo>
                <a:cubicBezTo>
                  <a:pt x="143" y="123"/>
                  <a:pt x="135" y="125"/>
                  <a:pt x="124" y="125"/>
                </a:cubicBezTo>
                <a:cubicBezTo>
                  <a:pt x="119" y="125"/>
                  <a:pt x="113" y="125"/>
                  <a:pt x="107" y="124"/>
                </a:cubicBezTo>
                <a:cubicBezTo>
                  <a:pt x="109" y="116"/>
                  <a:pt x="110" y="109"/>
                  <a:pt x="111" y="100"/>
                </a:cubicBezTo>
                <a:cubicBezTo>
                  <a:pt x="119" y="95"/>
                  <a:pt x="126" y="89"/>
                  <a:pt x="131" y="84"/>
                </a:cubicBezTo>
                <a:cubicBezTo>
                  <a:pt x="144" y="98"/>
                  <a:pt x="150" y="110"/>
                  <a:pt x="145" y="118"/>
                </a:cubicBezTo>
                <a:close/>
                <a:moveTo>
                  <a:pt x="77" y="67"/>
                </a:moveTo>
                <a:cubicBezTo>
                  <a:pt x="70" y="67"/>
                  <a:pt x="65" y="72"/>
                  <a:pt x="65" y="80"/>
                </a:cubicBezTo>
                <a:cubicBezTo>
                  <a:pt x="65" y="87"/>
                  <a:pt x="70" y="92"/>
                  <a:pt x="77" y="92"/>
                </a:cubicBezTo>
                <a:cubicBezTo>
                  <a:pt x="85" y="92"/>
                  <a:pt x="90" y="87"/>
                  <a:pt x="90" y="80"/>
                </a:cubicBezTo>
                <a:cubicBezTo>
                  <a:pt x="90" y="72"/>
                  <a:pt x="85" y="67"/>
                  <a:pt x="77" y="67"/>
                </a:cubicBezTo>
                <a:close/>
                <a:moveTo>
                  <a:pt x="77" y="87"/>
                </a:moveTo>
                <a:cubicBezTo>
                  <a:pt x="74" y="87"/>
                  <a:pt x="70" y="83"/>
                  <a:pt x="70" y="80"/>
                </a:cubicBezTo>
                <a:cubicBezTo>
                  <a:pt x="70" y="76"/>
                  <a:pt x="74" y="72"/>
                  <a:pt x="77" y="72"/>
                </a:cubicBezTo>
                <a:cubicBezTo>
                  <a:pt x="81" y="72"/>
                  <a:pt x="85" y="76"/>
                  <a:pt x="85" y="80"/>
                </a:cubicBezTo>
                <a:cubicBezTo>
                  <a:pt x="85" y="83"/>
                  <a:pt x="81" y="87"/>
                  <a:pt x="77" y="87"/>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17" name="Rectangle 16">
            <a:extLst>
              <a:ext uri="{FF2B5EF4-FFF2-40B4-BE49-F238E27FC236}">
                <a16:creationId xmlns:a16="http://schemas.microsoft.com/office/drawing/2014/main" id="{D7BA4732-F4FE-2133-6227-6828C5697746}"/>
              </a:ext>
            </a:extLst>
          </p:cNvPr>
          <p:cNvSpPr/>
          <p:nvPr/>
        </p:nvSpPr>
        <p:spPr>
          <a:xfrm>
            <a:off x="715181" y="5453177"/>
            <a:ext cx="1600200" cy="400050"/>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F849FEB6-3803-550D-97ED-05F9EA95E832}"/>
              </a:ext>
            </a:extLst>
          </p:cNvPr>
          <p:cNvSpPr txBox="1"/>
          <p:nvPr/>
        </p:nvSpPr>
        <p:spPr>
          <a:xfrm>
            <a:off x="1090158" y="5499314"/>
            <a:ext cx="1035476" cy="307777"/>
          </a:xfrm>
          <a:prstGeom prst="rect">
            <a:avLst/>
          </a:prstGeom>
          <a:noFill/>
        </p:spPr>
        <p:txBody>
          <a:bodyPr wrap="none" rtlCol="0">
            <a:spAutoFit/>
          </a:bodyPr>
          <a:lstStyle/>
          <a:p>
            <a:r>
              <a:rPr lang="en-US" sz="1400" b="1">
                <a:solidFill>
                  <a:schemeClr val="bg1"/>
                </a:solidFill>
                <a:latin typeface="Open Sans" panose="020B0606030504020204" pitchFamily="34" charset="0"/>
                <a:ea typeface="Open Sans" panose="020B0606030504020204" pitchFamily="34" charset="0"/>
                <a:cs typeface="Open Sans" panose="020B0606030504020204" pitchFamily="34" charset="0"/>
              </a:rPr>
              <a:t>Follow Us</a:t>
            </a:r>
          </a:p>
        </p:txBody>
      </p:sp>
      <p:sp>
        <p:nvSpPr>
          <p:cNvPr id="19" name="Freeform 10">
            <a:extLst>
              <a:ext uri="{FF2B5EF4-FFF2-40B4-BE49-F238E27FC236}">
                <a16:creationId xmlns:a16="http://schemas.microsoft.com/office/drawing/2014/main" id="{A5BFDFDC-58FD-0E12-755B-809CE99E36D3}"/>
              </a:ext>
            </a:extLst>
          </p:cNvPr>
          <p:cNvSpPr>
            <a:spLocks/>
          </p:cNvSpPr>
          <p:nvPr/>
        </p:nvSpPr>
        <p:spPr bwMode="auto">
          <a:xfrm>
            <a:off x="870554" y="5598467"/>
            <a:ext cx="127712" cy="109467"/>
          </a:xfrm>
          <a:custGeom>
            <a:avLst/>
            <a:gdLst>
              <a:gd name="T0" fmla="*/ 42 w 42"/>
              <a:gd name="T1" fmla="*/ 4 h 36"/>
              <a:gd name="T2" fmla="*/ 38 w 42"/>
              <a:gd name="T3" fmla="*/ 6 h 36"/>
              <a:gd name="T4" fmla="*/ 40 w 42"/>
              <a:gd name="T5" fmla="*/ 4 h 36"/>
              <a:gd name="T6" fmla="*/ 41 w 42"/>
              <a:gd name="T7" fmla="*/ 1 h 36"/>
              <a:gd name="T8" fmla="*/ 41 w 42"/>
              <a:gd name="T9" fmla="*/ 1 h 36"/>
              <a:gd name="T10" fmla="*/ 41 w 42"/>
              <a:gd name="T11" fmla="*/ 1 h 36"/>
              <a:gd name="T12" fmla="*/ 36 w 42"/>
              <a:gd name="T13" fmla="*/ 3 h 36"/>
              <a:gd name="T14" fmla="*/ 35 w 42"/>
              <a:gd name="T15" fmla="*/ 3 h 36"/>
              <a:gd name="T16" fmla="*/ 35 w 42"/>
              <a:gd name="T17" fmla="*/ 2 h 36"/>
              <a:gd name="T18" fmla="*/ 33 w 42"/>
              <a:gd name="T19" fmla="*/ 1 h 36"/>
              <a:gd name="T20" fmla="*/ 29 w 42"/>
              <a:gd name="T21" fmla="*/ 0 h 36"/>
              <a:gd name="T22" fmla="*/ 25 w 42"/>
              <a:gd name="T23" fmla="*/ 1 h 36"/>
              <a:gd name="T24" fmla="*/ 22 w 42"/>
              <a:gd name="T25" fmla="*/ 4 h 36"/>
              <a:gd name="T26" fmla="*/ 21 w 42"/>
              <a:gd name="T27" fmla="*/ 7 h 36"/>
              <a:gd name="T28" fmla="*/ 21 w 42"/>
              <a:gd name="T29" fmla="*/ 11 h 36"/>
              <a:gd name="T30" fmla="*/ 20 w 42"/>
              <a:gd name="T31" fmla="*/ 11 h 36"/>
              <a:gd name="T32" fmla="*/ 3 w 42"/>
              <a:gd name="T33" fmla="*/ 2 h 36"/>
              <a:gd name="T34" fmla="*/ 3 w 42"/>
              <a:gd name="T35" fmla="*/ 2 h 36"/>
              <a:gd name="T36" fmla="*/ 4 w 42"/>
              <a:gd name="T37" fmla="*/ 12 h 36"/>
              <a:gd name="T38" fmla="*/ 5 w 42"/>
              <a:gd name="T39" fmla="*/ 13 h 36"/>
              <a:gd name="T40" fmla="*/ 2 w 42"/>
              <a:gd name="T41" fmla="*/ 12 h 36"/>
              <a:gd name="T42" fmla="*/ 2 w 42"/>
              <a:gd name="T43" fmla="*/ 13 h 36"/>
              <a:gd name="T44" fmla="*/ 2 w 42"/>
              <a:gd name="T45" fmla="*/ 14 h 36"/>
              <a:gd name="T46" fmla="*/ 7 w 42"/>
              <a:gd name="T47" fmla="*/ 21 h 36"/>
              <a:gd name="T48" fmla="*/ 8 w 42"/>
              <a:gd name="T49" fmla="*/ 21 h 36"/>
              <a:gd name="T50" fmla="*/ 5 w 42"/>
              <a:gd name="T51" fmla="*/ 21 h 36"/>
              <a:gd name="T52" fmla="*/ 5 w 42"/>
              <a:gd name="T53" fmla="*/ 21 h 36"/>
              <a:gd name="T54" fmla="*/ 12 w 42"/>
              <a:gd name="T55" fmla="*/ 27 h 36"/>
              <a:gd name="T56" fmla="*/ 12 w 42"/>
              <a:gd name="T57" fmla="*/ 27 h 36"/>
              <a:gd name="T58" fmla="*/ 12 w 42"/>
              <a:gd name="T59" fmla="*/ 27 h 36"/>
              <a:gd name="T60" fmla="*/ 8 w 42"/>
              <a:gd name="T61" fmla="*/ 30 h 36"/>
              <a:gd name="T62" fmla="*/ 1 w 42"/>
              <a:gd name="T63" fmla="*/ 31 h 36"/>
              <a:gd name="T64" fmla="*/ 0 w 42"/>
              <a:gd name="T65" fmla="*/ 31 h 36"/>
              <a:gd name="T66" fmla="*/ 0 w 42"/>
              <a:gd name="T67" fmla="*/ 31 h 36"/>
              <a:gd name="T68" fmla="*/ 2 w 42"/>
              <a:gd name="T69" fmla="*/ 32 h 36"/>
              <a:gd name="T70" fmla="*/ 6 w 42"/>
              <a:gd name="T71" fmla="*/ 34 h 36"/>
              <a:gd name="T72" fmla="*/ 31 w 42"/>
              <a:gd name="T73" fmla="*/ 28 h 36"/>
              <a:gd name="T74" fmla="*/ 38 w 42"/>
              <a:gd name="T75" fmla="*/ 9 h 36"/>
              <a:gd name="T76" fmla="*/ 38 w 42"/>
              <a:gd name="T77" fmla="*/ 9 h 36"/>
              <a:gd name="T78" fmla="*/ 42 w 42"/>
              <a:gd name="T79" fmla="*/ 5 h 36"/>
              <a:gd name="T80" fmla="*/ 42 w 42"/>
              <a:gd name="T81" fmla="*/ 4 h 36"/>
              <a:gd name="T82" fmla="*/ 42 w 42"/>
              <a:gd name="T83" fmla="*/ 4 h 36"/>
              <a:gd name="T84" fmla="*/ 42 w 42"/>
              <a:gd name="T85" fmla="*/ 4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42" h="36">
                <a:moveTo>
                  <a:pt x="42" y="4"/>
                </a:moveTo>
                <a:cubicBezTo>
                  <a:pt x="41" y="5"/>
                  <a:pt x="39" y="5"/>
                  <a:pt x="38" y="6"/>
                </a:cubicBezTo>
                <a:cubicBezTo>
                  <a:pt x="38" y="5"/>
                  <a:pt x="39" y="4"/>
                  <a:pt x="40" y="4"/>
                </a:cubicBezTo>
                <a:cubicBezTo>
                  <a:pt x="40" y="3"/>
                  <a:pt x="41" y="2"/>
                  <a:pt x="41" y="1"/>
                </a:cubicBezTo>
                <a:cubicBezTo>
                  <a:pt x="41" y="1"/>
                  <a:pt x="41" y="1"/>
                  <a:pt x="41" y="1"/>
                </a:cubicBezTo>
                <a:cubicBezTo>
                  <a:pt x="41" y="1"/>
                  <a:pt x="41" y="1"/>
                  <a:pt x="41" y="1"/>
                </a:cubicBezTo>
                <a:cubicBezTo>
                  <a:pt x="39" y="2"/>
                  <a:pt x="38" y="2"/>
                  <a:pt x="36" y="3"/>
                </a:cubicBezTo>
                <a:cubicBezTo>
                  <a:pt x="36" y="3"/>
                  <a:pt x="35" y="3"/>
                  <a:pt x="35" y="3"/>
                </a:cubicBezTo>
                <a:cubicBezTo>
                  <a:pt x="35" y="3"/>
                  <a:pt x="35" y="2"/>
                  <a:pt x="35" y="2"/>
                </a:cubicBezTo>
                <a:cubicBezTo>
                  <a:pt x="34" y="2"/>
                  <a:pt x="33" y="1"/>
                  <a:pt x="33" y="1"/>
                </a:cubicBezTo>
                <a:cubicBezTo>
                  <a:pt x="31" y="0"/>
                  <a:pt x="30" y="0"/>
                  <a:pt x="29" y="0"/>
                </a:cubicBezTo>
                <a:cubicBezTo>
                  <a:pt x="28" y="0"/>
                  <a:pt x="26" y="1"/>
                  <a:pt x="25" y="1"/>
                </a:cubicBezTo>
                <a:cubicBezTo>
                  <a:pt x="24" y="2"/>
                  <a:pt x="23" y="3"/>
                  <a:pt x="22" y="4"/>
                </a:cubicBezTo>
                <a:cubicBezTo>
                  <a:pt x="22" y="5"/>
                  <a:pt x="21" y="6"/>
                  <a:pt x="21" y="7"/>
                </a:cubicBezTo>
                <a:cubicBezTo>
                  <a:pt x="20" y="8"/>
                  <a:pt x="20" y="9"/>
                  <a:pt x="21" y="11"/>
                </a:cubicBezTo>
                <a:cubicBezTo>
                  <a:pt x="21" y="11"/>
                  <a:pt x="21" y="11"/>
                  <a:pt x="20" y="11"/>
                </a:cubicBezTo>
                <a:cubicBezTo>
                  <a:pt x="14" y="10"/>
                  <a:pt x="8" y="7"/>
                  <a:pt x="3" y="2"/>
                </a:cubicBezTo>
                <a:cubicBezTo>
                  <a:pt x="3" y="2"/>
                  <a:pt x="3" y="2"/>
                  <a:pt x="3" y="2"/>
                </a:cubicBezTo>
                <a:cubicBezTo>
                  <a:pt x="1" y="5"/>
                  <a:pt x="2" y="10"/>
                  <a:pt x="4" y="12"/>
                </a:cubicBezTo>
                <a:cubicBezTo>
                  <a:pt x="5" y="13"/>
                  <a:pt x="5" y="13"/>
                  <a:pt x="5" y="13"/>
                </a:cubicBezTo>
                <a:cubicBezTo>
                  <a:pt x="5" y="13"/>
                  <a:pt x="3" y="13"/>
                  <a:pt x="2" y="12"/>
                </a:cubicBezTo>
                <a:cubicBezTo>
                  <a:pt x="2" y="12"/>
                  <a:pt x="2" y="12"/>
                  <a:pt x="2" y="13"/>
                </a:cubicBezTo>
                <a:cubicBezTo>
                  <a:pt x="2" y="13"/>
                  <a:pt x="2" y="13"/>
                  <a:pt x="2" y="14"/>
                </a:cubicBezTo>
                <a:cubicBezTo>
                  <a:pt x="2" y="17"/>
                  <a:pt x="4" y="19"/>
                  <a:pt x="7" y="21"/>
                </a:cubicBezTo>
                <a:cubicBezTo>
                  <a:pt x="7" y="21"/>
                  <a:pt x="8" y="21"/>
                  <a:pt x="8" y="21"/>
                </a:cubicBezTo>
                <a:cubicBezTo>
                  <a:pt x="8" y="21"/>
                  <a:pt x="7" y="21"/>
                  <a:pt x="5" y="21"/>
                </a:cubicBezTo>
                <a:cubicBezTo>
                  <a:pt x="5" y="21"/>
                  <a:pt x="5" y="21"/>
                  <a:pt x="5" y="21"/>
                </a:cubicBezTo>
                <a:cubicBezTo>
                  <a:pt x="6" y="25"/>
                  <a:pt x="9" y="26"/>
                  <a:pt x="12" y="27"/>
                </a:cubicBezTo>
                <a:cubicBezTo>
                  <a:pt x="12" y="27"/>
                  <a:pt x="12" y="27"/>
                  <a:pt x="12" y="27"/>
                </a:cubicBezTo>
                <a:cubicBezTo>
                  <a:pt x="12" y="27"/>
                  <a:pt x="12" y="27"/>
                  <a:pt x="12" y="27"/>
                </a:cubicBezTo>
                <a:cubicBezTo>
                  <a:pt x="12" y="28"/>
                  <a:pt x="9" y="29"/>
                  <a:pt x="8" y="30"/>
                </a:cubicBezTo>
                <a:cubicBezTo>
                  <a:pt x="5" y="31"/>
                  <a:pt x="3" y="31"/>
                  <a:pt x="1" y="31"/>
                </a:cubicBezTo>
                <a:cubicBezTo>
                  <a:pt x="0" y="31"/>
                  <a:pt x="0" y="31"/>
                  <a:pt x="0" y="31"/>
                </a:cubicBezTo>
                <a:cubicBezTo>
                  <a:pt x="0" y="31"/>
                  <a:pt x="0" y="31"/>
                  <a:pt x="0" y="31"/>
                </a:cubicBezTo>
                <a:cubicBezTo>
                  <a:pt x="1" y="31"/>
                  <a:pt x="1" y="32"/>
                  <a:pt x="2" y="32"/>
                </a:cubicBezTo>
                <a:cubicBezTo>
                  <a:pt x="3" y="33"/>
                  <a:pt x="5" y="33"/>
                  <a:pt x="6" y="34"/>
                </a:cubicBezTo>
                <a:cubicBezTo>
                  <a:pt x="15" y="36"/>
                  <a:pt x="25" y="34"/>
                  <a:pt x="31" y="28"/>
                </a:cubicBezTo>
                <a:cubicBezTo>
                  <a:pt x="36" y="23"/>
                  <a:pt x="38" y="16"/>
                  <a:pt x="38" y="9"/>
                </a:cubicBezTo>
                <a:cubicBezTo>
                  <a:pt x="38" y="9"/>
                  <a:pt x="38" y="9"/>
                  <a:pt x="38" y="9"/>
                </a:cubicBezTo>
                <a:cubicBezTo>
                  <a:pt x="40" y="8"/>
                  <a:pt x="41" y="6"/>
                  <a:pt x="42" y="5"/>
                </a:cubicBezTo>
                <a:cubicBezTo>
                  <a:pt x="42" y="5"/>
                  <a:pt x="42" y="4"/>
                  <a:pt x="42" y="4"/>
                </a:cubicBezTo>
                <a:cubicBezTo>
                  <a:pt x="42" y="4"/>
                  <a:pt x="42" y="4"/>
                  <a:pt x="42" y="4"/>
                </a:cubicBezTo>
                <a:cubicBezTo>
                  <a:pt x="42" y="4"/>
                  <a:pt x="42" y="4"/>
                  <a:pt x="42" y="4"/>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20" name="Oval 19">
            <a:extLst>
              <a:ext uri="{FF2B5EF4-FFF2-40B4-BE49-F238E27FC236}">
                <a16:creationId xmlns:a16="http://schemas.microsoft.com/office/drawing/2014/main" id="{E0539D6C-6D55-AE74-B188-D10DE5ACE043}"/>
              </a:ext>
            </a:extLst>
          </p:cNvPr>
          <p:cNvSpPr/>
          <p:nvPr/>
        </p:nvSpPr>
        <p:spPr>
          <a:xfrm>
            <a:off x="812703" y="5531494"/>
            <a:ext cx="243414" cy="243414"/>
          </a:xfrm>
          <a:prstGeom prst="ellipse">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936F864E-5462-16DB-CA0F-8D0334C312C9}"/>
              </a:ext>
            </a:extLst>
          </p:cNvPr>
          <p:cNvSpPr txBox="1"/>
          <p:nvPr/>
        </p:nvSpPr>
        <p:spPr>
          <a:xfrm>
            <a:off x="621505" y="4132642"/>
            <a:ext cx="2358338" cy="523220"/>
          </a:xfrm>
          <a:prstGeom prst="rect">
            <a:avLst/>
          </a:prstGeom>
          <a:noFill/>
        </p:spPr>
        <p:txBody>
          <a:bodyPr wrap="none" rtlCol="0">
            <a:spAutoFit/>
          </a:bodyPr>
          <a:lstStyle/>
          <a:p>
            <a:r>
              <a:rPr lang="en-US" sz="1400" b="1">
                <a:latin typeface="Open Sans" panose="020B0606030504020204" pitchFamily="34" charset="0"/>
                <a:ea typeface="Open Sans" panose="020B0606030504020204" pitchFamily="34" charset="0"/>
                <a:cs typeface="Open Sans" panose="020B0606030504020204" pitchFamily="34" charset="0"/>
              </a:rPr>
              <a:t>We always plan a lot for </a:t>
            </a:r>
          </a:p>
          <a:p>
            <a:r>
              <a:rPr lang="en-US" sz="1400" b="1">
                <a:latin typeface="Open Sans" panose="020B0606030504020204" pitchFamily="34" charset="0"/>
                <a:ea typeface="Open Sans" panose="020B0606030504020204" pitchFamily="34" charset="0"/>
                <a:cs typeface="Open Sans" panose="020B0606030504020204" pitchFamily="34" charset="0"/>
              </a:rPr>
              <a:t>your success</a:t>
            </a:r>
          </a:p>
        </p:txBody>
      </p:sp>
      <p:sp>
        <p:nvSpPr>
          <p:cNvPr id="22" name="TextBox 21">
            <a:extLst>
              <a:ext uri="{FF2B5EF4-FFF2-40B4-BE49-F238E27FC236}">
                <a16:creationId xmlns:a16="http://schemas.microsoft.com/office/drawing/2014/main" id="{8B0CA516-0AEF-14DE-600C-D6DAF724DD14}"/>
              </a:ext>
            </a:extLst>
          </p:cNvPr>
          <p:cNvSpPr txBox="1"/>
          <p:nvPr/>
        </p:nvSpPr>
        <p:spPr>
          <a:xfrm>
            <a:off x="631031" y="4662213"/>
            <a:ext cx="4656150" cy="500971"/>
          </a:xfrm>
          <a:prstGeom prst="rect">
            <a:avLst/>
          </a:prstGeom>
          <a:noFill/>
        </p:spPr>
        <p:txBody>
          <a:bodyPr wrap="square">
            <a:spAutoFit/>
          </a:bodyPr>
          <a:lstStyle/>
          <a:p>
            <a:pPr>
              <a:lnSpc>
                <a:spcPts val="1700"/>
              </a:lnSpc>
            </a:pPr>
            <a:r>
              <a:rPr lang="en-US" sz="900" i="0">
                <a:solidFill>
                  <a:schemeClr val="tx1">
                    <a:lumMod val="50000"/>
                    <a:lumOff val="50000"/>
                  </a:schemeClr>
                </a:solidFill>
                <a:effectLst/>
                <a:latin typeface="Open Sans" panose="020B0606030504020204" pitchFamily="34" charset="0"/>
                <a:ea typeface="Open Sans" panose="020B0606030504020204" pitchFamily="34" charset="0"/>
                <a:cs typeface="Open Sans" panose="020B0606030504020204" pitchFamily="34" charset="0"/>
              </a:rPr>
              <a:t>Lorem Ipsum </a:t>
            </a:r>
            <a:r>
              <a:rPr lang="en-US" sz="900" b="0" i="0">
                <a:solidFill>
                  <a:schemeClr val="tx1">
                    <a:lumMod val="50000"/>
                    <a:lumOff val="50000"/>
                  </a:schemeClr>
                </a:solidFill>
                <a:effectLst/>
                <a:latin typeface="Open Sans" panose="020B0606030504020204" pitchFamily="34" charset="0"/>
                <a:ea typeface="Open Sans" panose="020B0606030504020204" pitchFamily="34" charset="0"/>
                <a:cs typeface="Open Sans" panose="020B0606030504020204" pitchFamily="34" charset="0"/>
              </a:rPr>
              <a:t>is simply dummy text of the printing and typesetting industry</a:t>
            </a:r>
          </a:p>
          <a:p>
            <a:pPr>
              <a:lnSpc>
                <a:spcPts val="1700"/>
              </a:lnSpc>
            </a:pPr>
            <a:r>
              <a:rPr lang="en-US" sz="900" b="0" i="0">
                <a:solidFill>
                  <a:schemeClr val="tx1">
                    <a:lumMod val="50000"/>
                    <a:lumOff val="50000"/>
                  </a:schemeClr>
                </a:solidFill>
                <a:effectLst/>
                <a:latin typeface="Open Sans" panose="020B0606030504020204" pitchFamily="34" charset="0"/>
                <a:ea typeface="Open Sans" panose="020B0606030504020204" pitchFamily="34" charset="0"/>
                <a:cs typeface="Open Sans" panose="020B0606030504020204" pitchFamily="34" charset="0"/>
              </a:rPr>
              <a:t>been the industry's standard dummy text ever since.</a:t>
            </a:r>
            <a:endParaRPr lang="en-US" sz="9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3" name="TextBox 22">
            <a:extLst>
              <a:ext uri="{FF2B5EF4-FFF2-40B4-BE49-F238E27FC236}">
                <a16:creationId xmlns:a16="http://schemas.microsoft.com/office/drawing/2014/main" id="{CBE4BBCF-7989-8489-AF9A-6EEB8BA26139}"/>
              </a:ext>
            </a:extLst>
          </p:cNvPr>
          <p:cNvSpPr txBox="1"/>
          <p:nvPr/>
        </p:nvSpPr>
        <p:spPr>
          <a:xfrm>
            <a:off x="621505" y="1857587"/>
            <a:ext cx="1967911" cy="830997"/>
          </a:xfrm>
          <a:prstGeom prst="rect">
            <a:avLst/>
          </a:prstGeom>
          <a:noFill/>
        </p:spPr>
        <p:txBody>
          <a:bodyPr wrap="none" rtlCol="0">
            <a:spAutoFit/>
          </a:bodyPr>
          <a:lstStyle/>
          <a:p>
            <a:r>
              <a:rPr lang="af-ZA" sz="1600" b="1">
                <a:latin typeface="Open Sans" panose="020B0606030504020204" pitchFamily="34" charset="0"/>
                <a:ea typeface="Open Sans" panose="020B0606030504020204" pitchFamily="34" charset="0"/>
                <a:cs typeface="Open Sans" panose="020B0606030504020204" pitchFamily="34" charset="0"/>
              </a:rPr>
              <a:t>Your Business</a:t>
            </a:r>
          </a:p>
          <a:p>
            <a:r>
              <a:rPr lang="af-ZA" sz="1600" b="1">
                <a:latin typeface="Open Sans" panose="020B0606030504020204" pitchFamily="34" charset="0"/>
                <a:ea typeface="Open Sans" panose="020B0606030504020204" pitchFamily="34" charset="0"/>
                <a:cs typeface="Open Sans" panose="020B0606030504020204" pitchFamily="34" charset="0"/>
              </a:rPr>
              <a:t>Creative Example</a:t>
            </a:r>
          </a:p>
          <a:p>
            <a:r>
              <a:rPr lang="af-ZA" sz="1600" b="1">
                <a:latin typeface="Open Sans" panose="020B0606030504020204" pitchFamily="34" charset="0"/>
                <a:ea typeface="Open Sans" panose="020B0606030504020204" pitchFamily="34" charset="0"/>
                <a:cs typeface="Open Sans" panose="020B0606030504020204" pitchFamily="34" charset="0"/>
              </a:rPr>
              <a:t>Text Here</a:t>
            </a:r>
            <a:endParaRPr lang="en-US" sz="1600" b="1">
              <a:latin typeface="Open Sans" panose="020B0606030504020204" pitchFamily="34" charset="0"/>
              <a:ea typeface="Open Sans" panose="020B0606030504020204" pitchFamily="34" charset="0"/>
              <a:cs typeface="Open Sans" panose="020B0606030504020204" pitchFamily="34" charset="0"/>
            </a:endParaRPr>
          </a:p>
        </p:txBody>
      </p:sp>
      <p:sp>
        <p:nvSpPr>
          <p:cNvPr id="24" name="Oval 23">
            <a:extLst>
              <a:ext uri="{FF2B5EF4-FFF2-40B4-BE49-F238E27FC236}">
                <a16:creationId xmlns:a16="http://schemas.microsoft.com/office/drawing/2014/main" id="{9803E12C-8E24-FD53-F6C1-FB2A4FF15597}"/>
              </a:ext>
            </a:extLst>
          </p:cNvPr>
          <p:cNvSpPr/>
          <p:nvPr/>
        </p:nvSpPr>
        <p:spPr>
          <a:xfrm>
            <a:off x="730246" y="3057119"/>
            <a:ext cx="659895" cy="659895"/>
          </a:xfrm>
          <a:prstGeom prst="ellipse">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24">
            <a:extLst>
              <a:ext uri="{FF2B5EF4-FFF2-40B4-BE49-F238E27FC236}">
                <a16:creationId xmlns:a16="http://schemas.microsoft.com/office/drawing/2014/main" id="{214C35FC-6B8D-D557-1736-2461FCD51E76}"/>
              </a:ext>
            </a:extLst>
          </p:cNvPr>
          <p:cNvSpPr>
            <a:spLocks noEditPoints="1"/>
          </p:cNvSpPr>
          <p:nvPr/>
        </p:nvSpPr>
        <p:spPr bwMode="auto">
          <a:xfrm>
            <a:off x="859523" y="3217781"/>
            <a:ext cx="401341" cy="338571"/>
          </a:xfrm>
          <a:custGeom>
            <a:avLst/>
            <a:gdLst>
              <a:gd name="T0" fmla="*/ 2075 w 4134"/>
              <a:gd name="T1" fmla="*/ 1479 h 3485"/>
              <a:gd name="T2" fmla="*/ 2785 w 4134"/>
              <a:gd name="T3" fmla="*/ 704 h 3485"/>
              <a:gd name="T4" fmla="*/ 1978 w 4134"/>
              <a:gd name="T5" fmla="*/ 50 h 3485"/>
              <a:gd name="T6" fmla="*/ 1397 w 4134"/>
              <a:gd name="T7" fmla="*/ 486 h 3485"/>
              <a:gd name="T8" fmla="*/ 2075 w 4134"/>
              <a:gd name="T9" fmla="*/ 1479 h 3485"/>
              <a:gd name="T10" fmla="*/ 1590 w 4134"/>
              <a:gd name="T11" fmla="*/ 720 h 3485"/>
              <a:gd name="T12" fmla="*/ 1994 w 4134"/>
              <a:gd name="T13" fmla="*/ 292 h 3485"/>
              <a:gd name="T14" fmla="*/ 2543 w 4134"/>
              <a:gd name="T15" fmla="*/ 712 h 3485"/>
              <a:gd name="T16" fmla="*/ 2075 w 4134"/>
              <a:gd name="T17" fmla="*/ 1237 h 3485"/>
              <a:gd name="T18" fmla="*/ 1590 w 4134"/>
              <a:gd name="T19" fmla="*/ 720 h 3485"/>
              <a:gd name="T20" fmla="*/ 1348 w 4134"/>
              <a:gd name="T21" fmla="*/ 1237 h 3485"/>
              <a:gd name="T22" fmla="*/ 718 w 4134"/>
              <a:gd name="T23" fmla="*/ 720 h 3485"/>
              <a:gd name="T24" fmla="*/ 323 w 4134"/>
              <a:gd name="T25" fmla="*/ 1003 h 3485"/>
              <a:gd name="T26" fmla="*/ 420 w 4134"/>
              <a:gd name="T27" fmla="*/ 1624 h 3485"/>
              <a:gd name="T28" fmla="*/ 1348 w 4134"/>
              <a:gd name="T29" fmla="*/ 1237 h 3485"/>
              <a:gd name="T30" fmla="*/ 743 w 4134"/>
              <a:gd name="T31" fmla="*/ 962 h 3485"/>
              <a:gd name="T32" fmla="*/ 807 w 4134"/>
              <a:gd name="T33" fmla="*/ 1544 h 3485"/>
              <a:gd name="T34" fmla="*/ 743 w 4134"/>
              <a:gd name="T35" fmla="*/ 962 h 3485"/>
              <a:gd name="T36" fmla="*/ 3326 w 4134"/>
              <a:gd name="T37" fmla="*/ 1786 h 3485"/>
              <a:gd name="T38" fmla="*/ 3811 w 4134"/>
              <a:gd name="T39" fmla="*/ 1003 h 3485"/>
              <a:gd name="T40" fmla="*/ 3238 w 4134"/>
              <a:gd name="T41" fmla="*/ 720 h 3485"/>
              <a:gd name="T42" fmla="*/ 2785 w 4134"/>
              <a:gd name="T43" fmla="*/ 1245 h 3485"/>
              <a:gd name="T44" fmla="*/ 3326 w 4134"/>
              <a:gd name="T45" fmla="*/ 1786 h 3485"/>
              <a:gd name="T46" fmla="*/ 3262 w 4134"/>
              <a:gd name="T47" fmla="*/ 962 h 3485"/>
              <a:gd name="T48" fmla="*/ 3334 w 4134"/>
              <a:gd name="T49" fmla="*/ 1544 h 3485"/>
              <a:gd name="T50" fmla="*/ 3262 w 4134"/>
              <a:gd name="T51" fmla="*/ 962 h 3485"/>
              <a:gd name="T52" fmla="*/ 2979 w 4134"/>
              <a:gd name="T53" fmla="*/ 1875 h 3485"/>
              <a:gd name="T54" fmla="*/ 2511 w 4134"/>
              <a:gd name="T55" fmla="*/ 1544 h 3485"/>
              <a:gd name="T56" fmla="*/ 2075 w 4134"/>
              <a:gd name="T57" fmla="*/ 1544 h 3485"/>
              <a:gd name="T58" fmla="*/ 1389 w 4134"/>
              <a:gd name="T59" fmla="*/ 1632 h 3485"/>
              <a:gd name="T60" fmla="*/ 1154 w 4134"/>
              <a:gd name="T61" fmla="*/ 1875 h 3485"/>
              <a:gd name="T62" fmla="*/ 0 w 4134"/>
              <a:gd name="T63" fmla="*/ 2391 h 3485"/>
              <a:gd name="T64" fmla="*/ 0 w 4134"/>
              <a:gd name="T65" fmla="*/ 3142 h 3485"/>
              <a:gd name="T66" fmla="*/ 24 w 4134"/>
              <a:gd name="T67" fmla="*/ 3247 h 3485"/>
              <a:gd name="T68" fmla="*/ 686 w 4134"/>
              <a:gd name="T69" fmla="*/ 3465 h 3485"/>
              <a:gd name="T70" fmla="*/ 3448 w 4134"/>
              <a:gd name="T71" fmla="*/ 3465 h 3485"/>
              <a:gd name="T72" fmla="*/ 3892 w 4134"/>
              <a:gd name="T73" fmla="*/ 3449 h 3485"/>
              <a:gd name="T74" fmla="*/ 4134 w 4134"/>
              <a:gd name="T75" fmla="*/ 3142 h 3485"/>
              <a:gd name="T76" fmla="*/ 4134 w 4134"/>
              <a:gd name="T77" fmla="*/ 2391 h 3485"/>
              <a:gd name="T78" fmla="*/ 2979 w 4134"/>
              <a:gd name="T79" fmla="*/ 1875 h 3485"/>
              <a:gd name="T80" fmla="*/ 1106 w 4134"/>
              <a:gd name="T81" fmla="*/ 3223 h 3485"/>
              <a:gd name="T82" fmla="*/ 678 w 4134"/>
              <a:gd name="T83" fmla="*/ 3223 h 3485"/>
              <a:gd name="T84" fmla="*/ 282 w 4134"/>
              <a:gd name="T85" fmla="*/ 3199 h 3485"/>
              <a:gd name="T86" fmla="*/ 242 w 4134"/>
              <a:gd name="T87" fmla="*/ 2827 h 3485"/>
              <a:gd name="T88" fmla="*/ 589 w 4134"/>
              <a:gd name="T89" fmla="*/ 2093 h 3485"/>
              <a:gd name="T90" fmla="*/ 1106 w 4134"/>
              <a:gd name="T91" fmla="*/ 2109 h 3485"/>
              <a:gd name="T92" fmla="*/ 1106 w 4134"/>
              <a:gd name="T93" fmla="*/ 3223 h 3485"/>
              <a:gd name="T94" fmla="*/ 2785 w 4134"/>
              <a:gd name="T95" fmla="*/ 3223 h 3485"/>
              <a:gd name="T96" fmla="*/ 1348 w 4134"/>
              <a:gd name="T97" fmla="*/ 3223 h 3485"/>
              <a:gd name="T98" fmla="*/ 1655 w 4134"/>
              <a:gd name="T99" fmla="*/ 1786 h 3485"/>
              <a:gd name="T100" fmla="*/ 2091 w 4134"/>
              <a:gd name="T101" fmla="*/ 1786 h 3485"/>
              <a:gd name="T102" fmla="*/ 2519 w 4134"/>
              <a:gd name="T103" fmla="*/ 1794 h 3485"/>
              <a:gd name="T104" fmla="*/ 2785 w 4134"/>
              <a:gd name="T105" fmla="*/ 3223 h 3485"/>
              <a:gd name="T106" fmla="*/ 3851 w 4134"/>
              <a:gd name="T107" fmla="*/ 3199 h 3485"/>
              <a:gd name="T108" fmla="*/ 3448 w 4134"/>
              <a:gd name="T109" fmla="*/ 3223 h 3485"/>
              <a:gd name="T110" fmla="*/ 3028 w 4134"/>
              <a:gd name="T111" fmla="*/ 3223 h 3485"/>
              <a:gd name="T112" fmla="*/ 3044 w 4134"/>
              <a:gd name="T113" fmla="*/ 2101 h 3485"/>
              <a:gd name="T114" fmla="*/ 3714 w 4134"/>
              <a:gd name="T115" fmla="*/ 2141 h 3485"/>
              <a:gd name="T116" fmla="*/ 3892 w 4134"/>
              <a:gd name="T117" fmla="*/ 2416 h 3485"/>
              <a:gd name="T118" fmla="*/ 3892 w 4134"/>
              <a:gd name="T119" fmla="*/ 2827 h 3485"/>
              <a:gd name="T120" fmla="*/ 3851 w 4134"/>
              <a:gd name="T121" fmla="*/ 3199 h 34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4134" h="3485">
                <a:moveTo>
                  <a:pt x="2075" y="1479"/>
                </a:moveTo>
                <a:cubicBezTo>
                  <a:pt x="2451" y="1475"/>
                  <a:pt x="2821" y="1173"/>
                  <a:pt x="2785" y="704"/>
                </a:cubicBezTo>
                <a:cubicBezTo>
                  <a:pt x="2755" y="304"/>
                  <a:pt x="2422" y="0"/>
                  <a:pt x="1978" y="50"/>
                </a:cubicBezTo>
                <a:cubicBezTo>
                  <a:pt x="1700" y="81"/>
                  <a:pt x="1479" y="280"/>
                  <a:pt x="1397" y="486"/>
                </a:cubicBezTo>
                <a:cubicBezTo>
                  <a:pt x="1194" y="993"/>
                  <a:pt x="1588" y="1484"/>
                  <a:pt x="2075" y="1479"/>
                </a:cubicBezTo>
                <a:close/>
                <a:moveTo>
                  <a:pt x="1590" y="720"/>
                </a:moveTo>
                <a:cubicBezTo>
                  <a:pt x="1607" y="488"/>
                  <a:pt x="1779" y="322"/>
                  <a:pt x="1994" y="292"/>
                </a:cubicBezTo>
                <a:cubicBezTo>
                  <a:pt x="2286" y="251"/>
                  <a:pt x="2520" y="446"/>
                  <a:pt x="2543" y="712"/>
                </a:cubicBezTo>
                <a:cubicBezTo>
                  <a:pt x="2572" y="1046"/>
                  <a:pt x="2301" y="1233"/>
                  <a:pt x="2075" y="1237"/>
                </a:cubicBezTo>
                <a:cubicBezTo>
                  <a:pt x="1793" y="1241"/>
                  <a:pt x="1569" y="1018"/>
                  <a:pt x="1590" y="720"/>
                </a:cubicBezTo>
                <a:close/>
                <a:moveTo>
                  <a:pt x="1348" y="1237"/>
                </a:moveTo>
                <a:cubicBezTo>
                  <a:pt x="1342" y="903"/>
                  <a:pt x="1061" y="670"/>
                  <a:pt x="718" y="720"/>
                </a:cubicBezTo>
                <a:cubicBezTo>
                  <a:pt x="506" y="751"/>
                  <a:pt x="368" y="914"/>
                  <a:pt x="323" y="1003"/>
                </a:cubicBezTo>
                <a:cubicBezTo>
                  <a:pt x="208" y="1231"/>
                  <a:pt x="293" y="1494"/>
                  <a:pt x="420" y="1624"/>
                </a:cubicBezTo>
                <a:cubicBezTo>
                  <a:pt x="750" y="1964"/>
                  <a:pt x="1357" y="1715"/>
                  <a:pt x="1348" y="1237"/>
                </a:cubicBezTo>
                <a:close/>
                <a:moveTo>
                  <a:pt x="743" y="962"/>
                </a:moveTo>
                <a:cubicBezTo>
                  <a:pt x="1179" y="875"/>
                  <a:pt x="1215" y="1544"/>
                  <a:pt x="807" y="1544"/>
                </a:cubicBezTo>
                <a:cubicBezTo>
                  <a:pt x="476" y="1544"/>
                  <a:pt x="401" y="1031"/>
                  <a:pt x="743" y="962"/>
                </a:cubicBezTo>
                <a:close/>
                <a:moveTo>
                  <a:pt x="3326" y="1786"/>
                </a:moveTo>
                <a:cubicBezTo>
                  <a:pt x="3661" y="1786"/>
                  <a:pt x="4010" y="1399"/>
                  <a:pt x="3811" y="1003"/>
                </a:cubicBezTo>
                <a:cubicBezTo>
                  <a:pt x="3721" y="824"/>
                  <a:pt x="3509" y="682"/>
                  <a:pt x="3238" y="720"/>
                </a:cubicBezTo>
                <a:cubicBezTo>
                  <a:pt x="2988" y="755"/>
                  <a:pt x="2787" y="959"/>
                  <a:pt x="2785" y="1245"/>
                </a:cubicBezTo>
                <a:cubicBezTo>
                  <a:pt x="2784" y="1544"/>
                  <a:pt x="3029" y="1786"/>
                  <a:pt x="3326" y="1786"/>
                </a:cubicBezTo>
                <a:close/>
                <a:moveTo>
                  <a:pt x="3262" y="962"/>
                </a:moveTo>
                <a:cubicBezTo>
                  <a:pt x="3685" y="879"/>
                  <a:pt x="3751" y="1534"/>
                  <a:pt x="3334" y="1544"/>
                </a:cubicBezTo>
                <a:cubicBezTo>
                  <a:pt x="2992" y="1551"/>
                  <a:pt x="2910" y="1032"/>
                  <a:pt x="3262" y="962"/>
                </a:cubicBezTo>
                <a:close/>
                <a:moveTo>
                  <a:pt x="2979" y="1875"/>
                </a:moveTo>
                <a:cubicBezTo>
                  <a:pt x="2868" y="1739"/>
                  <a:pt x="2757" y="1573"/>
                  <a:pt x="2511" y="1544"/>
                </a:cubicBezTo>
                <a:cubicBezTo>
                  <a:pt x="2393" y="1530"/>
                  <a:pt x="2226" y="1544"/>
                  <a:pt x="2075" y="1544"/>
                </a:cubicBezTo>
                <a:cubicBezTo>
                  <a:pt x="1775" y="1544"/>
                  <a:pt x="1553" y="1532"/>
                  <a:pt x="1389" y="1632"/>
                </a:cubicBezTo>
                <a:cubicBezTo>
                  <a:pt x="1289" y="1694"/>
                  <a:pt x="1222" y="1793"/>
                  <a:pt x="1154" y="1875"/>
                </a:cubicBezTo>
                <a:cubicBezTo>
                  <a:pt x="570" y="1768"/>
                  <a:pt x="57" y="1893"/>
                  <a:pt x="0" y="2391"/>
                </a:cubicBezTo>
                <a:cubicBezTo>
                  <a:pt x="0" y="3142"/>
                  <a:pt x="0" y="3142"/>
                  <a:pt x="0" y="3142"/>
                </a:cubicBezTo>
                <a:cubicBezTo>
                  <a:pt x="16" y="3159"/>
                  <a:pt x="8" y="3206"/>
                  <a:pt x="24" y="3247"/>
                </a:cubicBezTo>
                <a:cubicBezTo>
                  <a:pt x="116" y="3481"/>
                  <a:pt x="345" y="3465"/>
                  <a:pt x="686" y="3465"/>
                </a:cubicBezTo>
                <a:cubicBezTo>
                  <a:pt x="3448" y="3465"/>
                  <a:pt x="3448" y="3465"/>
                  <a:pt x="3448" y="3465"/>
                </a:cubicBezTo>
                <a:cubicBezTo>
                  <a:pt x="3615" y="3465"/>
                  <a:pt x="3785" y="3485"/>
                  <a:pt x="3892" y="3449"/>
                </a:cubicBezTo>
                <a:cubicBezTo>
                  <a:pt x="4025" y="3404"/>
                  <a:pt x="4117" y="3266"/>
                  <a:pt x="4134" y="3142"/>
                </a:cubicBezTo>
                <a:cubicBezTo>
                  <a:pt x="4134" y="2391"/>
                  <a:pt x="4134" y="2391"/>
                  <a:pt x="4134" y="2391"/>
                </a:cubicBezTo>
                <a:cubicBezTo>
                  <a:pt x="4086" y="1905"/>
                  <a:pt x="3560" y="1762"/>
                  <a:pt x="2979" y="1875"/>
                </a:cubicBezTo>
                <a:close/>
                <a:moveTo>
                  <a:pt x="1106" y="3223"/>
                </a:moveTo>
                <a:cubicBezTo>
                  <a:pt x="678" y="3223"/>
                  <a:pt x="678" y="3223"/>
                  <a:pt x="678" y="3223"/>
                </a:cubicBezTo>
                <a:cubicBezTo>
                  <a:pt x="565" y="3223"/>
                  <a:pt x="355" y="3257"/>
                  <a:pt x="282" y="3199"/>
                </a:cubicBezTo>
                <a:cubicBezTo>
                  <a:pt x="224" y="3153"/>
                  <a:pt x="242" y="2973"/>
                  <a:pt x="242" y="2827"/>
                </a:cubicBezTo>
                <a:cubicBezTo>
                  <a:pt x="242" y="2441"/>
                  <a:pt x="217" y="2128"/>
                  <a:pt x="589" y="2093"/>
                </a:cubicBezTo>
                <a:cubicBezTo>
                  <a:pt x="750" y="2078"/>
                  <a:pt x="918" y="2091"/>
                  <a:pt x="1106" y="2109"/>
                </a:cubicBezTo>
                <a:lnTo>
                  <a:pt x="1106" y="3223"/>
                </a:lnTo>
                <a:close/>
                <a:moveTo>
                  <a:pt x="2785" y="3223"/>
                </a:moveTo>
                <a:cubicBezTo>
                  <a:pt x="1348" y="3223"/>
                  <a:pt x="1348" y="3223"/>
                  <a:pt x="1348" y="3223"/>
                </a:cubicBezTo>
                <a:cubicBezTo>
                  <a:pt x="1413" y="2699"/>
                  <a:pt x="1152" y="1855"/>
                  <a:pt x="1655" y="1786"/>
                </a:cubicBezTo>
                <a:cubicBezTo>
                  <a:pt x="1792" y="1767"/>
                  <a:pt x="1948" y="1786"/>
                  <a:pt x="2091" y="1786"/>
                </a:cubicBezTo>
                <a:cubicBezTo>
                  <a:pt x="2228" y="1786"/>
                  <a:pt x="2406" y="1766"/>
                  <a:pt x="2519" y="1794"/>
                </a:cubicBezTo>
                <a:cubicBezTo>
                  <a:pt x="2973" y="1905"/>
                  <a:pt x="2719" y="2687"/>
                  <a:pt x="2785" y="3223"/>
                </a:cubicBezTo>
                <a:close/>
                <a:moveTo>
                  <a:pt x="3851" y="3199"/>
                </a:moveTo>
                <a:cubicBezTo>
                  <a:pt x="3775" y="3259"/>
                  <a:pt x="3562" y="3223"/>
                  <a:pt x="3448" y="3223"/>
                </a:cubicBezTo>
                <a:cubicBezTo>
                  <a:pt x="3028" y="3223"/>
                  <a:pt x="3028" y="3223"/>
                  <a:pt x="3028" y="3223"/>
                </a:cubicBezTo>
                <a:cubicBezTo>
                  <a:pt x="3038" y="2854"/>
                  <a:pt x="3006" y="2443"/>
                  <a:pt x="3044" y="2101"/>
                </a:cubicBezTo>
                <a:cubicBezTo>
                  <a:pt x="3211" y="2095"/>
                  <a:pt x="3584" y="2064"/>
                  <a:pt x="3714" y="2141"/>
                </a:cubicBezTo>
                <a:cubicBezTo>
                  <a:pt x="3798" y="2191"/>
                  <a:pt x="3875" y="2281"/>
                  <a:pt x="3892" y="2416"/>
                </a:cubicBezTo>
                <a:cubicBezTo>
                  <a:pt x="3907" y="2541"/>
                  <a:pt x="3892" y="2718"/>
                  <a:pt x="3892" y="2827"/>
                </a:cubicBezTo>
                <a:cubicBezTo>
                  <a:pt x="3892" y="2917"/>
                  <a:pt x="3918" y="3146"/>
                  <a:pt x="3851" y="3199"/>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26" name="TextBox 25">
            <a:extLst>
              <a:ext uri="{FF2B5EF4-FFF2-40B4-BE49-F238E27FC236}">
                <a16:creationId xmlns:a16="http://schemas.microsoft.com/office/drawing/2014/main" id="{7883D4AC-3854-E8B1-FFC8-F4FC9ED04AAE}"/>
              </a:ext>
            </a:extLst>
          </p:cNvPr>
          <p:cNvSpPr txBox="1"/>
          <p:nvPr/>
        </p:nvSpPr>
        <p:spPr>
          <a:xfrm>
            <a:off x="1545298" y="3146199"/>
            <a:ext cx="3547737" cy="481735"/>
          </a:xfrm>
          <a:prstGeom prst="rect">
            <a:avLst/>
          </a:prstGeom>
          <a:noFill/>
        </p:spPr>
        <p:txBody>
          <a:bodyPr wrap="square">
            <a:spAutoFit/>
          </a:bodyPr>
          <a:lstStyle/>
          <a:p>
            <a:pPr>
              <a:lnSpc>
                <a:spcPts val="1600"/>
              </a:lnSpc>
            </a:pPr>
            <a:r>
              <a:rPr lang="en-US" sz="900" b="0" i="0">
                <a:solidFill>
                  <a:schemeClr val="tx1">
                    <a:lumMod val="50000"/>
                    <a:lumOff val="50000"/>
                  </a:schemeClr>
                </a:solidFill>
                <a:effectLst/>
                <a:latin typeface="Open Sans" panose="020B0606030504020204" pitchFamily="34" charset="0"/>
                <a:ea typeface="Open Sans" panose="020B0606030504020204" pitchFamily="34" charset="0"/>
                <a:cs typeface="Open Sans" panose="020B0606030504020204" pitchFamily="34" charset="0"/>
              </a:rPr>
              <a:t>There are many variations of passages of Lorem Ipsum </a:t>
            </a:r>
            <a:r>
              <a:rPr lang="en-US" sz="9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 </a:t>
            </a:r>
            <a:r>
              <a:rPr lang="en-US" sz="900" b="0" i="0">
                <a:solidFill>
                  <a:schemeClr val="tx1">
                    <a:lumMod val="50000"/>
                    <a:lumOff val="50000"/>
                  </a:schemeClr>
                </a:solidFill>
                <a:effectLst/>
                <a:latin typeface="Open Sans" panose="020B0606030504020204" pitchFamily="34" charset="0"/>
                <a:ea typeface="Open Sans" panose="020B0606030504020204" pitchFamily="34" charset="0"/>
                <a:cs typeface="Open Sans" panose="020B0606030504020204" pitchFamily="34" charset="0"/>
              </a:rPr>
              <a:t>but majority have suffered alteration.</a:t>
            </a:r>
            <a:endParaRPr lang="en-US" sz="9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 name="Picture Placeholder 1"/>
          <p:cNvSpPr>
            <a:spLocks noGrp="1"/>
          </p:cNvSpPr>
          <p:nvPr>
            <p:ph type="pic" sz="quarter" idx="10"/>
          </p:nvPr>
        </p:nvSpPr>
        <p:spPr/>
        <p:txBody>
          <a:bodyPr/>
          <a:lstStyle/>
          <a:p>
            <a:endParaRPr lang="es-CO"/>
          </a:p>
        </p:txBody>
      </p:sp>
      <p:pic>
        <p:nvPicPr>
          <p:cNvPr id="3" name="Imagen 2">
            <a:extLst>
              <a:ext uri="{FF2B5EF4-FFF2-40B4-BE49-F238E27FC236}">
                <a16:creationId xmlns:a16="http://schemas.microsoft.com/office/drawing/2014/main" id="{0B3049FB-5C2D-8F1E-16F5-797A54C7981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9795" y="6368290"/>
            <a:ext cx="1498186" cy="239305"/>
          </a:xfrm>
          <a:prstGeom prst="rect">
            <a:avLst/>
          </a:prstGeom>
        </p:spPr>
      </p:pic>
      <p:pic>
        <p:nvPicPr>
          <p:cNvPr id="4" name="Imagen 3">
            <a:extLst>
              <a:ext uri="{FF2B5EF4-FFF2-40B4-BE49-F238E27FC236}">
                <a16:creationId xmlns:a16="http://schemas.microsoft.com/office/drawing/2014/main" id="{5B30B295-4788-1EAA-7115-F943598B2B54}"/>
              </a:ext>
            </a:extLst>
          </p:cNvPr>
          <p:cNvPicPr>
            <a:picLocks noChangeAspect="1"/>
          </p:cNvPicPr>
          <p:nvPr/>
        </p:nvPicPr>
        <p:blipFill>
          <a:blip r:embed="rId3"/>
          <a:stretch>
            <a:fillRect/>
          </a:stretch>
        </p:blipFill>
        <p:spPr>
          <a:xfrm>
            <a:off x="10547350" y="6165838"/>
            <a:ext cx="1360142" cy="644208"/>
          </a:xfrm>
          <a:prstGeom prst="rect">
            <a:avLst/>
          </a:prstGeom>
        </p:spPr>
      </p:pic>
    </p:spTree>
    <p:extLst>
      <p:ext uri="{BB962C8B-B14F-4D97-AF65-F5344CB8AC3E}">
        <p14:creationId xmlns:p14="http://schemas.microsoft.com/office/powerpoint/2010/main" val="42218697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2ED1907-A98C-F503-B297-E4FB7BDFAABD}"/>
              </a:ext>
            </a:extLst>
          </p:cNvPr>
          <p:cNvSpPr txBox="1"/>
          <p:nvPr/>
        </p:nvSpPr>
        <p:spPr>
          <a:xfrm>
            <a:off x="621505" y="2351592"/>
            <a:ext cx="5163998" cy="1400383"/>
          </a:xfrm>
          <a:prstGeom prst="rect">
            <a:avLst/>
          </a:prstGeom>
          <a:noFill/>
        </p:spPr>
        <p:txBody>
          <a:bodyPr wrap="square" rtlCol="0">
            <a:spAutoFit/>
          </a:bodyPr>
          <a:lstStyle/>
          <a:p>
            <a:pPr>
              <a:lnSpc>
                <a:spcPts val="1700"/>
              </a:lnSpc>
            </a:pPr>
            <a:r>
              <a:rPr lang="en-US" sz="1000" b="0" i="0">
                <a:solidFill>
                  <a:schemeClr val="tx1">
                    <a:lumMod val="50000"/>
                    <a:lumOff val="50000"/>
                  </a:schemeClr>
                </a:solidFill>
                <a:effectLst/>
                <a:latin typeface="Open Sans" panose="020B0606030504020204" pitchFamily="34" charset="0"/>
                <a:ea typeface="Open Sans" panose="020B0606030504020204" pitchFamily="34" charset="0"/>
                <a:cs typeface="Open Sans" panose="020B0606030504020204" pitchFamily="34" charset="0"/>
              </a:rPr>
              <a:t>In publishing and graphic design, </a:t>
            </a:r>
            <a:r>
              <a:rPr lang="en-US" sz="10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document or </a:t>
            </a:r>
            <a:r>
              <a:rPr lang="en-US" sz="1000" b="0" i="0">
                <a:solidFill>
                  <a:schemeClr val="tx1">
                    <a:lumMod val="50000"/>
                    <a:lumOff val="50000"/>
                  </a:schemeClr>
                </a:solidFill>
                <a:effectLst/>
                <a:latin typeface="Open Sans" panose="020B0606030504020204" pitchFamily="34" charset="0"/>
                <a:ea typeface="Open Sans" panose="020B0606030504020204" pitchFamily="34" charset="0"/>
                <a:cs typeface="Open Sans" panose="020B0606030504020204" pitchFamily="34" charset="0"/>
              </a:rPr>
              <a:t>demonstrate the visual form content. Lorem ipsum may placeholder </a:t>
            </a:r>
            <a:r>
              <a:rPr lang="en-US" sz="10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text ipsum is </a:t>
            </a:r>
          </a:p>
          <a:p>
            <a:pPr>
              <a:lnSpc>
                <a:spcPts val="1700"/>
              </a:lnSpc>
            </a:pPr>
            <a:endParaRPr lang="en-US" sz="10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endParaRPr>
          </a:p>
          <a:p>
            <a:pPr>
              <a:lnSpc>
                <a:spcPts val="1700"/>
              </a:lnSpc>
            </a:pPr>
            <a:r>
              <a:rPr lang="en-US" sz="10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used as placeholder dolor placeholder of document or a typeface on the visual</a:t>
            </a:r>
          </a:p>
          <a:p>
            <a:pPr>
              <a:lnSpc>
                <a:spcPts val="1700"/>
              </a:lnSpc>
            </a:pPr>
            <a:r>
              <a:rPr lang="en-US" sz="10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form of a document used as placeholder dolor placeholder of document</a:t>
            </a:r>
          </a:p>
          <a:p>
            <a:pPr>
              <a:lnSpc>
                <a:spcPts val="1700"/>
              </a:lnSpc>
            </a:pPr>
            <a:r>
              <a:rPr lang="en-US" sz="10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or a on the visual of a document</a:t>
            </a:r>
          </a:p>
        </p:txBody>
      </p:sp>
      <p:sp>
        <p:nvSpPr>
          <p:cNvPr id="4" name="TextBox 3"/>
          <p:cNvSpPr txBox="1"/>
          <p:nvPr/>
        </p:nvSpPr>
        <p:spPr>
          <a:xfrm>
            <a:off x="621505" y="1046041"/>
            <a:ext cx="4555414" cy="1015663"/>
          </a:xfrm>
          <a:prstGeom prst="rect">
            <a:avLst/>
          </a:prstGeom>
          <a:noFill/>
        </p:spPr>
        <p:txBody>
          <a:bodyPr wrap="none" rtlCol="0">
            <a:spAutoFit/>
          </a:bodyPr>
          <a:lstStyle/>
          <a:p>
            <a:r>
              <a:rPr lang="en-US" sz="3000" b="1">
                <a:latin typeface="Open Sans" panose="020B0606030504020204" pitchFamily="34" charset="0"/>
                <a:ea typeface="Open Sans" panose="020B0606030504020204" pitchFamily="34" charset="0"/>
                <a:cs typeface="Open Sans" panose="020B0606030504020204" pitchFamily="34" charset="0"/>
              </a:rPr>
              <a:t>We Never Compromise</a:t>
            </a:r>
          </a:p>
          <a:p>
            <a:r>
              <a:rPr lang="en-US" sz="3000" b="1">
                <a:latin typeface="Open Sans" panose="020B0606030504020204" pitchFamily="34" charset="0"/>
                <a:ea typeface="Open Sans" panose="020B0606030504020204" pitchFamily="34" charset="0"/>
                <a:cs typeface="Open Sans" panose="020B0606030504020204" pitchFamily="34" charset="0"/>
              </a:rPr>
              <a:t>With Quality</a:t>
            </a:r>
          </a:p>
        </p:txBody>
      </p:sp>
      <p:sp>
        <p:nvSpPr>
          <p:cNvPr id="6" name="TextBox 5"/>
          <p:cNvSpPr txBox="1"/>
          <p:nvPr/>
        </p:nvSpPr>
        <p:spPr>
          <a:xfrm>
            <a:off x="621505" y="670923"/>
            <a:ext cx="2702984" cy="323165"/>
          </a:xfrm>
          <a:prstGeom prst="rect">
            <a:avLst/>
          </a:prstGeom>
          <a:noFill/>
        </p:spPr>
        <p:txBody>
          <a:bodyPr wrap="none" rtlCol="0">
            <a:spAutoFit/>
          </a:bodyPr>
          <a:lstStyle/>
          <a:p>
            <a:r>
              <a:rPr lang="en-US" sz="1500" spc="300">
                <a:latin typeface="Open Sans" panose="020B0606030504020204" pitchFamily="34" charset="0"/>
                <a:ea typeface="Open Sans" panose="020B0606030504020204" pitchFamily="34" charset="0"/>
                <a:cs typeface="Open Sans" panose="020B0606030504020204" pitchFamily="34" charset="0"/>
              </a:rPr>
              <a:t>Design Performance</a:t>
            </a:r>
          </a:p>
        </p:txBody>
      </p:sp>
      <p:sp>
        <p:nvSpPr>
          <p:cNvPr id="8" name="TextBox 7"/>
          <p:cNvSpPr txBox="1"/>
          <p:nvPr/>
        </p:nvSpPr>
        <p:spPr>
          <a:xfrm>
            <a:off x="621505" y="4767451"/>
            <a:ext cx="1029064" cy="523220"/>
          </a:xfrm>
          <a:prstGeom prst="rect">
            <a:avLst/>
          </a:prstGeom>
          <a:noFill/>
        </p:spPr>
        <p:txBody>
          <a:bodyPr wrap="none" rtlCol="0">
            <a:spAutoFit/>
          </a:bodyPr>
          <a:lstStyle/>
          <a:p>
            <a:r>
              <a:rPr lang="en-US" sz="1400">
                <a:latin typeface="Open Sans" panose="020B0606030504020204" pitchFamily="34" charset="0"/>
                <a:ea typeface="Open Sans" panose="020B0606030504020204" pitchFamily="34" charset="0"/>
                <a:cs typeface="Open Sans" panose="020B0606030504020204" pitchFamily="34" charset="0"/>
              </a:rPr>
              <a:t>Target</a:t>
            </a:r>
          </a:p>
          <a:p>
            <a:r>
              <a:rPr lang="en-US" sz="1400">
                <a:latin typeface="Open Sans" panose="020B0606030504020204" pitchFamily="34" charset="0"/>
                <a:ea typeface="Open Sans" panose="020B0606030504020204" pitchFamily="34" charset="0"/>
                <a:cs typeface="Open Sans" panose="020B0606030504020204" pitchFamily="34" charset="0"/>
              </a:rPr>
              <a:t>Marketing</a:t>
            </a:r>
          </a:p>
        </p:txBody>
      </p:sp>
      <p:sp>
        <p:nvSpPr>
          <p:cNvPr id="11" name="Freeform 85">
            <a:extLst>
              <a:ext uri="{FF2B5EF4-FFF2-40B4-BE49-F238E27FC236}">
                <a16:creationId xmlns:a16="http://schemas.microsoft.com/office/drawing/2014/main" id="{249FB4DC-B371-565F-4121-9DBA448B9811}"/>
              </a:ext>
            </a:extLst>
          </p:cNvPr>
          <p:cNvSpPr>
            <a:spLocks noEditPoints="1"/>
          </p:cNvSpPr>
          <p:nvPr/>
        </p:nvSpPr>
        <p:spPr bwMode="auto">
          <a:xfrm>
            <a:off x="723900" y="4121935"/>
            <a:ext cx="457200" cy="453101"/>
          </a:xfrm>
          <a:custGeom>
            <a:avLst/>
            <a:gdLst>
              <a:gd name="T0" fmla="*/ 330 w 334"/>
              <a:gd name="T1" fmla="*/ 54 h 334"/>
              <a:gd name="T2" fmla="*/ 325 w 334"/>
              <a:gd name="T3" fmla="*/ 43 h 334"/>
              <a:gd name="T4" fmla="*/ 303 w 334"/>
              <a:gd name="T5" fmla="*/ 39 h 334"/>
              <a:gd name="T6" fmla="*/ 295 w 334"/>
              <a:gd name="T7" fmla="*/ 31 h 334"/>
              <a:gd name="T8" fmla="*/ 288 w 334"/>
              <a:gd name="T9" fmla="*/ 11 h 334"/>
              <a:gd name="T10" fmla="*/ 278 w 334"/>
              <a:gd name="T11" fmla="*/ 7 h 334"/>
              <a:gd name="T12" fmla="*/ 234 w 334"/>
              <a:gd name="T13" fmla="*/ 53 h 334"/>
              <a:gd name="T14" fmla="*/ 206 w 334"/>
              <a:gd name="T15" fmla="*/ 120 h 334"/>
              <a:gd name="T16" fmla="*/ 205 w 334"/>
              <a:gd name="T17" fmla="*/ 120 h 334"/>
              <a:gd name="T18" fmla="*/ 158 w 334"/>
              <a:gd name="T19" fmla="*/ 176 h 334"/>
              <a:gd name="T20" fmla="*/ 167 w 334"/>
              <a:gd name="T21" fmla="*/ 176 h 334"/>
              <a:gd name="T22" fmla="*/ 189 w 334"/>
              <a:gd name="T23" fmla="*/ 167 h 334"/>
              <a:gd name="T24" fmla="*/ 145 w 334"/>
              <a:gd name="T25" fmla="*/ 167 h 334"/>
              <a:gd name="T26" fmla="*/ 170 w 334"/>
              <a:gd name="T27" fmla="*/ 145 h 334"/>
              <a:gd name="T28" fmla="*/ 172 w 334"/>
              <a:gd name="T29" fmla="*/ 133 h 334"/>
              <a:gd name="T30" fmla="*/ 133 w 334"/>
              <a:gd name="T31" fmla="*/ 167 h 334"/>
              <a:gd name="T32" fmla="*/ 201 w 334"/>
              <a:gd name="T33" fmla="*/ 167 h 334"/>
              <a:gd name="T34" fmla="*/ 210 w 334"/>
              <a:gd name="T35" fmla="*/ 133 h 334"/>
              <a:gd name="T36" fmla="*/ 167 w 334"/>
              <a:gd name="T37" fmla="*/ 222 h 334"/>
              <a:gd name="T38" fmla="*/ 167 w 334"/>
              <a:gd name="T39" fmla="*/ 112 h 334"/>
              <a:gd name="T40" fmla="*/ 201 w 334"/>
              <a:gd name="T41" fmla="*/ 116 h 334"/>
              <a:gd name="T42" fmla="*/ 167 w 334"/>
              <a:gd name="T43" fmla="*/ 100 h 334"/>
              <a:gd name="T44" fmla="*/ 167 w 334"/>
              <a:gd name="T45" fmla="*/ 234 h 334"/>
              <a:gd name="T46" fmla="*/ 218 w 334"/>
              <a:gd name="T47" fmla="*/ 124 h 334"/>
              <a:gd name="T48" fmla="*/ 256 w 334"/>
              <a:gd name="T49" fmla="*/ 167 h 334"/>
              <a:gd name="T50" fmla="*/ 78 w 334"/>
              <a:gd name="T51" fmla="*/ 167 h 334"/>
              <a:gd name="T52" fmla="*/ 219 w 334"/>
              <a:gd name="T53" fmla="*/ 95 h 334"/>
              <a:gd name="T54" fmla="*/ 226 w 334"/>
              <a:gd name="T55" fmla="*/ 85 h 334"/>
              <a:gd name="T56" fmla="*/ 66 w 334"/>
              <a:gd name="T57" fmla="*/ 167 h 334"/>
              <a:gd name="T58" fmla="*/ 268 w 334"/>
              <a:gd name="T59" fmla="*/ 167 h 334"/>
              <a:gd name="T60" fmla="*/ 270 w 334"/>
              <a:gd name="T61" fmla="*/ 102 h 334"/>
              <a:gd name="T62" fmla="*/ 167 w 334"/>
              <a:gd name="T63" fmla="*/ 289 h 334"/>
              <a:gd name="T64" fmla="*/ 167 w 334"/>
              <a:gd name="T65" fmla="*/ 45 h 334"/>
              <a:gd name="T66" fmla="*/ 222 w 334"/>
              <a:gd name="T67" fmla="*/ 58 h 334"/>
              <a:gd name="T68" fmla="*/ 228 w 334"/>
              <a:gd name="T69" fmla="*/ 48 h 334"/>
              <a:gd name="T70" fmla="*/ 226 w 334"/>
              <a:gd name="T71" fmla="*/ 47 h 334"/>
              <a:gd name="T72" fmla="*/ 33 w 334"/>
              <a:gd name="T73" fmla="*/ 167 h 334"/>
              <a:gd name="T74" fmla="*/ 301 w 334"/>
              <a:gd name="T75" fmla="*/ 167 h 334"/>
              <a:gd name="T76" fmla="*/ 298 w 334"/>
              <a:gd name="T77" fmla="*/ 84 h 334"/>
              <a:gd name="T78" fmla="*/ 277 w 334"/>
              <a:gd name="T79" fmla="*/ 277 h 334"/>
              <a:gd name="T80" fmla="*/ 57 w 334"/>
              <a:gd name="T81" fmla="*/ 277 h 334"/>
              <a:gd name="T82" fmla="*/ 57 w 334"/>
              <a:gd name="T83" fmla="*/ 57 h 334"/>
              <a:gd name="T84" fmla="*/ 241 w 334"/>
              <a:gd name="T85" fmla="*/ 30 h 334"/>
              <a:gd name="T86" fmla="*/ 247 w 334"/>
              <a:gd name="T87" fmla="*/ 20 h 334"/>
              <a:gd name="T88" fmla="*/ 0 w 334"/>
              <a:gd name="T89" fmla="*/ 167 h 334"/>
              <a:gd name="T90" fmla="*/ 334 w 334"/>
              <a:gd name="T91" fmla="*/ 167 h 334"/>
              <a:gd name="T92" fmla="*/ 311 w 334"/>
              <a:gd name="T93" fmla="*/ 55 h 334"/>
              <a:gd name="T94" fmla="*/ 252 w 334"/>
              <a:gd name="T95" fmla="*/ 90 h 334"/>
              <a:gd name="T96" fmla="*/ 311 w 334"/>
              <a:gd name="T97" fmla="*/ 55 h 334"/>
              <a:gd name="T98" fmla="*/ 277 w 334"/>
              <a:gd name="T99" fmla="*/ 25 h 334"/>
              <a:gd name="T100" fmla="*/ 246 w 334"/>
              <a:gd name="T101" fmla="*/ 79 h 3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334" h="334">
                <a:moveTo>
                  <a:pt x="307" y="75"/>
                </a:moveTo>
                <a:cubicBezTo>
                  <a:pt x="330" y="54"/>
                  <a:pt x="330" y="54"/>
                  <a:pt x="330" y="54"/>
                </a:cubicBezTo>
                <a:cubicBezTo>
                  <a:pt x="331" y="52"/>
                  <a:pt x="332" y="49"/>
                  <a:pt x="331" y="47"/>
                </a:cubicBezTo>
                <a:cubicBezTo>
                  <a:pt x="330" y="45"/>
                  <a:pt x="328" y="43"/>
                  <a:pt x="325" y="43"/>
                </a:cubicBezTo>
                <a:cubicBezTo>
                  <a:pt x="299" y="43"/>
                  <a:pt x="299" y="43"/>
                  <a:pt x="299" y="43"/>
                </a:cubicBezTo>
                <a:cubicBezTo>
                  <a:pt x="303" y="39"/>
                  <a:pt x="303" y="39"/>
                  <a:pt x="303" y="39"/>
                </a:cubicBezTo>
                <a:cubicBezTo>
                  <a:pt x="306" y="37"/>
                  <a:pt x="306" y="33"/>
                  <a:pt x="303" y="31"/>
                </a:cubicBezTo>
                <a:cubicBezTo>
                  <a:pt x="301" y="28"/>
                  <a:pt x="297" y="28"/>
                  <a:pt x="295" y="31"/>
                </a:cubicBezTo>
                <a:cubicBezTo>
                  <a:pt x="290" y="35"/>
                  <a:pt x="290" y="35"/>
                  <a:pt x="290" y="35"/>
                </a:cubicBezTo>
                <a:cubicBezTo>
                  <a:pt x="288" y="11"/>
                  <a:pt x="288" y="11"/>
                  <a:pt x="288" y="11"/>
                </a:cubicBezTo>
                <a:cubicBezTo>
                  <a:pt x="288" y="9"/>
                  <a:pt x="286" y="7"/>
                  <a:pt x="284" y="6"/>
                </a:cubicBezTo>
                <a:cubicBezTo>
                  <a:pt x="282" y="5"/>
                  <a:pt x="279" y="6"/>
                  <a:pt x="278" y="7"/>
                </a:cubicBezTo>
                <a:cubicBezTo>
                  <a:pt x="236" y="49"/>
                  <a:pt x="236" y="49"/>
                  <a:pt x="236" y="49"/>
                </a:cubicBezTo>
                <a:cubicBezTo>
                  <a:pt x="235" y="50"/>
                  <a:pt x="234" y="52"/>
                  <a:pt x="234" y="53"/>
                </a:cubicBezTo>
                <a:cubicBezTo>
                  <a:pt x="234" y="91"/>
                  <a:pt x="234" y="91"/>
                  <a:pt x="234" y="91"/>
                </a:cubicBezTo>
                <a:cubicBezTo>
                  <a:pt x="206" y="120"/>
                  <a:pt x="206" y="120"/>
                  <a:pt x="206" y="120"/>
                </a:cubicBezTo>
                <a:cubicBezTo>
                  <a:pt x="206" y="120"/>
                  <a:pt x="206" y="120"/>
                  <a:pt x="206" y="120"/>
                </a:cubicBezTo>
                <a:cubicBezTo>
                  <a:pt x="206" y="120"/>
                  <a:pt x="206" y="120"/>
                  <a:pt x="205" y="120"/>
                </a:cubicBezTo>
                <a:cubicBezTo>
                  <a:pt x="158" y="168"/>
                  <a:pt x="158" y="168"/>
                  <a:pt x="158" y="168"/>
                </a:cubicBezTo>
                <a:cubicBezTo>
                  <a:pt x="156" y="170"/>
                  <a:pt x="156" y="174"/>
                  <a:pt x="158" y="176"/>
                </a:cubicBezTo>
                <a:cubicBezTo>
                  <a:pt x="159" y="177"/>
                  <a:pt x="161" y="178"/>
                  <a:pt x="163" y="178"/>
                </a:cubicBezTo>
                <a:cubicBezTo>
                  <a:pt x="164" y="178"/>
                  <a:pt x="166" y="177"/>
                  <a:pt x="167" y="176"/>
                </a:cubicBezTo>
                <a:cubicBezTo>
                  <a:pt x="186" y="156"/>
                  <a:pt x="186" y="156"/>
                  <a:pt x="186" y="156"/>
                </a:cubicBezTo>
                <a:cubicBezTo>
                  <a:pt x="188" y="160"/>
                  <a:pt x="189" y="163"/>
                  <a:pt x="189" y="167"/>
                </a:cubicBezTo>
                <a:cubicBezTo>
                  <a:pt x="189" y="179"/>
                  <a:pt x="179" y="189"/>
                  <a:pt x="167" y="189"/>
                </a:cubicBezTo>
                <a:cubicBezTo>
                  <a:pt x="155" y="189"/>
                  <a:pt x="145" y="179"/>
                  <a:pt x="145" y="167"/>
                </a:cubicBezTo>
                <a:cubicBezTo>
                  <a:pt x="145" y="155"/>
                  <a:pt x="155" y="145"/>
                  <a:pt x="167" y="145"/>
                </a:cubicBezTo>
                <a:cubicBezTo>
                  <a:pt x="168" y="145"/>
                  <a:pt x="169" y="145"/>
                  <a:pt x="170" y="145"/>
                </a:cubicBezTo>
                <a:cubicBezTo>
                  <a:pt x="174" y="146"/>
                  <a:pt x="177" y="144"/>
                  <a:pt x="177" y="140"/>
                </a:cubicBezTo>
                <a:cubicBezTo>
                  <a:pt x="178" y="137"/>
                  <a:pt x="176" y="134"/>
                  <a:pt x="172" y="133"/>
                </a:cubicBezTo>
                <a:cubicBezTo>
                  <a:pt x="171" y="133"/>
                  <a:pt x="169" y="133"/>
                  <a:pt x="167" y="133"/>
                </a:cubicBezTo>
                <a:cubicBezTo>
                  <a:pt x="148" y="133"/>
                  <a:pt x="133" y="148"/>
                  <a:pt x="133" y="167"/>
                </a:cubicBezTo>
                <a:cubicBezTo>
                  <a:pt x="133" y="186"/>
                  <a:pt x="148" y="201"/>
                  <a:pt x="167" y="201"/>
                </a:cubicBezTo>
                <a:cubicBezTo>
                  <a:pt x="186" y="201"/>
                  <a:pt x="201" y="186"/>
                  <a:pt x="201" y="167"/>
                </a:cubicBezTo>
                <a:cubicBezTo>
                  <a:pt x="201" y="160"/>
                  <a:pt x="199" y="153"/>
                  <a:pt x="195" y="148"/>
                </a:cubicBezTo>
                <a:cubicBezTo>
                  <a:pt x="210" y="133"/>
                  <a:pt x="210" y="133"/>
                  <a:pt x="210" y="133"/>
                </a:cubicBezTo>
                <a:cubicBezTo>
                  <a:pt x="217" y="142"/>
                  <a:pt x="222" y="154"/>
                  <a:pt x="222" y="167"/>
                </a:cubicBezTo>
                <a:cubicBezTo>
                  <a:pt x="222" y="197"/>
                  <a:pt x="197" y="222"/>
                  <a:pt x="167" y="222"/>
                </a:cubicBezTo>
                <a:cubicBezTo>
                  <a:pt x="137" y="222"/>
                  <a:pt x="112" y="197"/>
                  <a:pt x="112" y="167"/>
                </a:cubicBezTo>
                <a:cubicBezTo>
                  <a:pt x="112" y="137"/>
                  <a:pt x="137" y="112"/>
                  <a:pt x="167" y="112"/>
                </a:cubicBezTo>
                <a:cubicBezTo>
                  <a:pt x="176" y="112"/>
                  <a:pt x="185" y="115"/>
                  <a:pt x="193" y="119"/>
                </a:cubicBezTo>
                <a:cubicBezTo>
                  <a:pt x="196" y="120"/>
                  <a:pt x="199" y="119"/>
                  <a:pt x="201" y="116"/>
                </a:cubicBezTo>
                <a:cubicBezTo>
                  <a:pt x="203" y="114"/>
                  <a:pt x="202" y="110"/>
                  <a:pt x="199" y="108"/>
                </a:cubicBezTo>
                <a:cubicBezTo>
                  <a:pt x="189" y="103"/>
                  <a:pt x="178" y="100"/>
                  <a:pt x="167" y="100"/>
                </a:cubicBezTo>
                <a:cubicBezTo>
                  <a:pt x="130" y="100"/>
                  <a:pt x="100" y="130"/>
                  <a:pt x="100" y="167"/>
                </a:cubicBezTo>
                <a:cubicBezTo>
                  <a:pt x="100" y="204"/>
                  <a:pt x="130" y="234"/>
                  <a:pt x="167" y="234"/>
                </a:cubicBezTo>
                <a:cubicBezTo>
                  <a:pt x="204" y="234"/>
                  <a:pt x="234" y="204"/>
                  <a:pt x="234" y="167"/>
                </a:cubicBezTo>
                <a:cubicBezTo>
                  <a:pt x="234" y="151"/>
                  <a:pt x="228" y="136"/>
                  <a:pt x="218" y="124"/>
                </a:cubicBezTo>
                <a:cubicBezTo>
                  <a:pt x="234" y="109"/>
                  <a:pt x="234" y="109"/>
                  <a:pt x="234" y="109"/>
                </a:cubicBezTo>
                <a:cubicBezTo>
                  <a:pt x="247" y="124"/>
                  <a:pt x="256" y="145"/>
                  <a:pt x="256" y="167"/>
                </a:cubicBezTo>
                <a:cubicBezTo>
                  <a:pt x="256" y="216"/>
                  <a:pt x="216" y="256"/>
                  <a:pt x="167" y="256"/>
                </a:cubicBezTo>
                <a:cubicBezTo>
                  <a:pt x="118" y="256"/>
                  <a:pt x="78" y="216"/>
                  <a:pt x="78" y="167"/>
                </a:cubicBezTo>
                <a:cubicBezTo>
                  <a:pt x="78" y="118"/>
                  <a:pt x="118" y="78"/>
                  <a:pt x="167" y="78"/>
                </a:cubicBezTo>
                <a:cubicBezTo>
                  <a:pt x="186" y="78"/>
                  <a:pt x="204" y="85"/>
                  <a:pt x="219" y="95"/>
                </a:cubicBezTo>
                <a:cubicBezTo>
                  <a:pt x="222" y="97"/>
                  <a:pt x="225" y="96"/>
                  <a:pt x="227" y="94"/>
                </a:cubicBezTo>
                <a:cubicBezTo>
                  <a:pt x="229" y="91"/>
                  <a:pt x="229" y="87"/>
                  <a:pt x="226" y="85"/>
                </a:cubicBezTo>
                <a:cubicBezTo>
                  <a:pt x="209" y="73"/>
                  <a:pt x="189" y="66"/>
                  <a:pt x="167" y="66"/>
                </a:cubicBezTo>
                <a:cubicBezTo>
                  <a:pt x="111" y="66"/>
                  <a:pt x="66" y="111"/>
                  <a:pt x="66" y="167"/>
                </a:cubicBezTo>
                <a:cubicBezTo>
                  <a:pt x="66" y="223"/>
                  <a:pt x="111" y="268"/>
                  <a:pt x="167" y="268"/>
                </a:cubicBezTo>
                <a:cubicBezTo>
                  <a:pt x="223" y="268"/>
                  <a:pt x="268" y="223"/>
                  <a:pt x="268" y="167"/>
                </a:cubicBezTo>
                <a:cubicBezTo>
                  <a:pt x="268" y="142"/>
                  <a:pt x="259" y="120"/>
                  <a:pt x="244" y="102"/>
                </a:cubicBezTo>
                <a:cubicBezTo>
                  <a:pt x="270" y="102"/>
                  <a:pt x="270" y="102"/>
                  <a:pt x="270" y="102"/>
                </a:cubicBezTo>
                <a:cubicBezTo>
                  <a:pt x="282" y="121"/>
                  <a:pt x="289" y="143"/>
                  <a:pt x="289" y="167"/>
                </a:cubicBezTo>
                <a:cubicBezTo>
                  <a:pt x="289" y="234"/>
                  <a:pt x="234" y="289"/>
                  <a:pt x="167" y="289"/>
                </a:cubicBezTo>
                <a:cubicBezTo>
                  <a:pt x="100" y="289"/>
                  <a:pt x="45" y="234"/>
                  <a:pt x="45" y="167"/>
                </a:cubicBezTo>
                <a:cubicBezTo>
                  <a:pt x="45" y="100"/>
                  <a:pt x="100" y="45"/>
                  <a:pt x="167" y="45"/>
                </a:cubicBezTo>
                <a:cubicBezTo>
                  <a:pt x="186" y="45"/>
                  <a:pt x="204" y="49"/>
                  <a:pt x="220" y="57"/>
                </a:cubicBezTo>
                <a:cubicBezTo>
                  <a:pt x="222" y="58"/>
                  <a:pt x="222" y="58"/>
                  <a:pt x="222" y="58"/>
                </a:cubicBezTo>
                <a:cubicBezTo>
                  <a:pt x="225" y="60"/>
                  <a:pt x="228" y="59"/>
                  <a:pt x="230" y="56"/>
                </a:cubicBezTo>
                <a:cubicBezTo>
                  <a:pt x="232" y="53"/>
                  <a:pt x="231" y="49"/>
                  <a:pt x="228" y="48"/>
                </a:cubicBezTo>
                <a:cubicBezTo>
                  <a:pt x="226" y="47"/>
                  <a:pt x="226" y="47"/>
                  <a:pt x="226" y="47"/>
                </a:cubicBezTo>
                <a:cubicBezTo>
                  <a:pt x="226" y="47"/>
                  <a:pt x="226" y="47"/>
                  <a:pt x="226" y="47"/>
                </a:cubicBezTo>
                <a:cubicBezTo>
                  <a:pt x="208" y="38"/>
                  <a:pt x="188" y="33"/>
                  <a:pt x="167" y="33"/>
                </a:cubicBezTo>
                <a:cubicBezTo>
                  <a:pt x="93" y="33"/>
                  <a:pt x="33" y="93"/>
                  <a:pt x="33" y="167"/>
                </a:cubicBezTo>
                <a:cubicBezTo>
                  <a:pt x="33" y="241"/>
                  <a:pt x="93" y="301"/>
                  <a:pt x="167" y="301"/>
                </a:cubicBezTo>
                <a:cubicBezTo>
                  <a:pt x="241" y="301"/>
                  <a:pt x="301" y="241"/>
                  <a:pt x="301" y="167"/>
                </a:cubicBezTo>
                <a:cubicBezTo>
                  <a:pt x="301" y="142"/>
                  <a:pt x="294" y="119"/>
                  <a:pt x="283" y="99"/>
                </a:cubicBezTo>
                <a:cubicBezTo>
                  <a:pt x="298" y="84"/>
                  <a:pt x="298" y="84"/>
                  <a:pt x="298" y="84"/>
                </a:cubicBezTo>
                <a:cubicBezTo>
                  <a:pt x="313" y="108"/>
                  <a:pt x="322" y="136"/>
                  <a:pt x="322" y="167"/>
                </a:cubicBezTo>
                <a:cubicBezTo>
                  <a:pt x="322" y="210"/>
                  <a:pt x="305" y="249"/>
                  <a:pt x="277" y="277"/>
                </a:cubicBezTo>
                <a:cubicBezTo>
                  <a:pt x="249" y="305"/>
                  <a:pt x="210" y="322"/>
                  <a:pt x="167" y="322"/>
                </a:cubicBezTo>
                <a:cubicBezTo>
                  <a:pt x="124" y="322"/>
                  <a:pt x="85" y="305"/>
                  <a:pt x="57" y="277"/>
                </a:cubicBezTo>
                <a:cubicBezTo>
                  <a:pt x="29" y="249"/>
                  <a:pt x="12" y="210"/>
                  <a:pt x="12" y="167"/>
                </a:cubicBezTo>
                <a:cubicBezTo>
                  <a:pt x="12" y="124"/>
                  <a:pt x="29" y="85"/>
                  <a:pt x="57" y="57"/>
                </a:cubicBezTo>
                <a:cubicBezTo>
                  <a:pt x="85" y="29"/>
                  <a:pt x="124" y="12"/>
                  <a:pt x="167" y="12"/>
                </a:cubicBezTo>
                <a:cubicBezTo>
                  <a:pt x="194" y="12"/>
                  <a:pt x="219" y="18"/>
                  <a:pt x="241" y="30"/>
                </a:cubicBezTo>
                <a:cubicBezTo>
                  <a:pt x="244" y="32"/>
                  <a:pt x="248" y="31"/>
                  <a:pt x="249" y="28"/>
                </a:cubicBezTo>
                <a:cubicBezTo>
                  <a:pt x="251" y="25"/>
                  <a:pt x="250" y="21"/>
                  <a:pt x="247" y="20"/>
                </a:cubicBezTo>
                <a:cubicBezTo>
                  <a:pt x="223" y="7"/>
                  <a:pt x="196" y="0"/>
                  <a:pt x="167" y="0"/>
                </a:cubicBezTo>
                <a:cubicBezTo>
                  <a:pt x="75" y="0"/>
                  <a:pt x="0" y="75"/>
                  <a:pt x="0" y="167"/>
                </a:cubicBezTo>
                <a:cubicBezTo>
                  <a:pt x="0" y="259"/>
                  <a:pt x="75" y="334"/>
                  <a:pt x="167" y="334"/>
                </a:cubicBezTo>
                <a:cubicBezTo>
                  <a:pt x="259" y="334"/>
                  <a:pt x="334" y="259"/>
                  <a:pt x="334" y="167"/>
                </a:cubicBezTo>
                <a:cubicBezTo>
                  <a:pt x="334" y="133"/>
                  <a:pt x="324" y="102"/>
                  <a:pt x="307" y="75"/>
                </a:cubicBezTo>
                <a:close/>
                <a:moveTo>
                  <a:pt x="311" y="55"/>
                </a:moveTo>
                <a:cubicBezTo>
                  <a:pt x="275" y="90"/>
                  <a:pt x="275" y="90"/>
                  <a:pt x="275" y="90"/>
                </a:cubicBezTo>
                <a:cubicBezTo>
                  <a:pt x="252" y="90"/>
                  <a:pt x="252" y="90"/>
                  <a:pt x="252" y="90"/>
                </a:cubicBezTo>
                <a:cubicBezTo>
                  <a:pt x="287" y="55"/>
                  <a:pt x="287" y="55"/>
                  <a:pt x="287" y="55"/>
                </a:cubicBezTo>
                <a:lnTo>
                  <a:pt x="311" y="55"/>
                </a:lnTo>
                <a:close/>
                <a:moveTo>
                  <a:pt x="246" y="56"/>
                </a:moveTo>
                <a:cubicBezTo>
                  <a:pt x="277" y="25"/>
                  <a:pt x="277" y="25"/>
                  <a:pt x="277" y="25"/>
                </a:cubicBezTo>
                <a:cubicBezTo>
                  <a:pt x="279" y="46"/>
                  <a:pt x="279" y="46"/>
                  <a:pt x="279" y="46"/>
                </a:cubicBezTo>
                <a:cubicBezTo>
                  <a:pt x="246" y="79"/>
                  <a:pt x="246" y="79"/>
                  <a:pt x="246" y="79"/>
                </a:cubicBezTo>
                <a:lnTo>
                  <a:pt x="246" y="56"/>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9" name="TextBox 8"/>
          <p:cNvSpPr txBox="1"/>
          <p:nvPr/>
        </p:nvSpPr>
        <p:spPr>
          <a:xfrm>
            <a:off x="2187054" y="4750777"/>
            <a:ext cx="1162754" cy="523220"/>
          </a:xfrm>
          <a:prstGeom prst="rect">
            <a:avLst/>
          </a:prstGeom>
          <a:noFill/>
        </p:spPr>
        <p:txBody>
          <a:bodyPr wrap="none" rtlCol="0">
            <a:spAutoFit/>
          </a:bodyPr>
          <a:lstStyle/>
          <a:p>
            <a:r>
              <a:rPr lang="en-US" sz="1400">
                <a:latin typeface="Open Sans" panose="020B0606030504020204" pitchFamily="34" charset="0"/>
                <a:ea typeface="Open Sans" panose="020B0606030504020204" pitchFamily="34" charset="0"/>
                <a:cs typeface="Open Sans" panose="020B0606030504020204" pitchFamily="34" charset="0"/>
              </a:rPr>
              <a:t>Total Digital</a:t>
            </a:r>
          </a:p>
          <a:p>
            <a:r>
              <a:rPr lang="en-US" sz="1400">
                <a:latin typeface="Open Sans" panose="020B0606030504020204" pitchFamily="34" charset="0"/>
                <a:ea typeface="Open Sans" panose="020B0606030504020204" pitchFamily="34" charset="0"/>
                <a:cs typeface="Open Sans" panose="020B0606030504020204" pitchFamily="34" charset="0"/>
              </a:rPr>
              <a:t>Solution</a:t>
            </a:r>
          </a:p>
        </p:txBody>
      </p:sp>
      <p:sp>
        <p:nvSpPr>
          <p:cNvPr id="12" name="Freeform 57">
            <a:extLst>
              <a:ext uri="{FF2B5EF4-FFF2-40B4-BE49-F238E27FC236}">
                <a16:creationId xmlns:a16="http://schemas.microsoft.com/office/drawing/2014/main" id="{4D68CE94-2393-1428-65B4-131B693637B5}"/>
              </a:ext>
            </a:extLst>
          </p:cNvPr>
          <p:cNvSpPr>
            <a:spLocks noEditPoints="1"/>
          </p:cNvSpPr>
          <p:nvPr/>
        </p:nvSpPr>
        <p:spPr bwMode="auto">
          <a:xfrm>
            <a:off x="2300263" y="4138609"/>
            <a:ext cx="451080" cy="377023"/>
          </a:xfrm>
          <a:custGeom>
            <a:avLst/>
            <a:gdLst>
              <a:gd name="T0" fmla="*/ 0 w 335"/>
              <a:gd name="T1" fmla="*/ 18 h 280"/>
              <a:gd name="T2" fmla="*/ 317 w 335"/>
              <a:gd name="T3" fmla="*/ 280 h 280"/>
              <a:gd name="T4" fmla="*/ 317 w 335"/>
              <a:gd name="T5" fmla="*/ 0 h 280"/>
              <a:gd name="T6" fmla="*/ 18 w 335"/>
              <a:gd name="T7" fmla="*/ 268 h 280"/>
              <a:gd name="T8" fmla="*/ 323 w 335"/>
              <a:gd name="T9" fmla="*/ 57 h 280"/>
              <a:gd name="T10" fmla="*/ 12 w 335"/>
              <a:gd name="T11" fmla="*/ 45 h 280"/>
              <a:gd name="T12" fmla="*/ 317 w 335"/>
              <a:gd name="T13" fmla="*/ 12 h 280"/>
              <a:gd name="T14" fmla="*/ 29 w 335"/>
              <a:gd name="T15" fmla="*/ 26 h 280"/>
              <a:gd name="T16" fmla="*/ 34 w 335"/>
              <a:gd name="T17" fmla="*/ 30 h 280"/>
              <a:gd name="T18" fmla="*/ 48 w 335"/>
              <a:gd name="T19" fmla="*/ 30 h 280"/>
              <a:gd name="T20" fmla="*/ 52 w 335"/>
              <a:gd name="T21" fmla="*/ 26 h 280"/>
              <a:gd name="T22" fmla="*/ 73 w 335"/>
              <a:gd name="T23" fmla="*/ 35 h 280"/>
              <a:gd name="T24" fmla="*/ 25 w 335"/>
              <a:gd name="T25" fmla="*/ 91 h 280"/>
              <a:gd name="T26" fmla="*/ 101 w 335"/>
              <a:gd name="T27" fmla="*/ 79 h 280"/>
              <a:gd name="T28" fmla="*/ 25 w 335"/>
              <a:gd name="T29" fmla="*/ 91 h 280"/>
              <a:gd name="T30" fmla="*/ 83 w 335"/>
              <a:gd name="T31" fmla="*/ 107 h 280"/>
              <a:gd name="T32" fmla="*/ 19 w 335"/>
              <a:gd name="T33" fmla="*/ 107 h 280"/>
              <a:gd name="T34" fmla="*/ 147 w 335"/>
              <a:gd name="T35" fmla="*/ 223 h 280"/>
              <a:gd name="T36" fmla="*/ 135 w 335"/>
              <a:gd name="T37" fmla="*/ 191 h 280"/>
              <a:gd name="T38" fmla="*/ 169 w 335"/>
              <a:gd name="T39" fmla="*/ 223 h 280"/>
              <a:gd name="T40" fmla="*/ 157 w 335"/>
              <a:gd name="T41" fmla="*/ 171 h 280"/>
              <a:gd name="T42" fmla="*/ 169 w 335"/>
              <a:gd name="T43" fmla="*/ 223 h 280"/>
              <a:gd name="T44" fmla="*/ 185 w 335"/>
              <a:gd name="T45" fmla="*/ 165 h 280"/>
              <a:gd name="T46" fmla="*/ 185 w 335"/>
              <a:gd name="T47" fmla="*/ 229 h 280"/>
              <a:gd name="T48" fmla="*/ 213 w 335"/>
              <a:gd name="T49" fmla="*/ 184 h 280"/>
              <a:gd name="T50" fmla="*/ 201 w 335"/>
              <a:gd name="T51" fmla="*/ 223 h 280"/>
              <a:gd name="T52" fmla="*/ 235 w 335"/>
              <a:gd name="T53" fmla="*/ 223 h 280"/>
              <a:gd name="T54" fmla="*/ 223 w 335"/>
              <a:gd name="T55" fmla="*/ 171 h 280"/>
              <a:gd name="T56" fmla="*/ 235 w 335"/>
              <a:gd name="T57" fmla="*/ 223 h 280"/>
              <a:gd name="T58" fmla="*/ 251 w 335"/>
              <a:gd name="T59" fmla="*/ 121 h 280"/>
              <a:gd name="T60" fmla="*/ 251 w 335"/>
              <a:gd name="T61" fmla="*/ 229 h 280"/>
              <a:gd name="T62" fmla="*/ 279 w 335"/>
              <a:gd name="T63" fmla="*/ 135 h 280"/>
              <a:gd name="T64" fmla="*/ 267 w 335"/>
              <a:gd name="T65" fmla="*/ 223 h 280"/>
              <a:gd name="T66" fmla="*/ 303 w 335"/>
              <a:gd name="T67" fmla="*/ 223 h 280"/>
              <a:gd name="T68" fmla="*/ 291 w 335"/>
              <a:gd name="T69" fmla="*/ 146 h 280"/>
              <a:gd name="T70" fmla="*/ 303 w 335"/>
              <a:gd name="T71" fmla="*/ 223 h 280"/>
              <a:gd name="T72" fmla="*/ 130 w 335"/>
              <a:gd name="T73" fmla="*/ 241 h 280"/>
              <a:gd name="T74" fmla="*/ 308 w 335"/>
              <a:gd name="T75" fmla="*/ 241 h 280"/>
              <a:gd name="T76" fmla="*/ 22 w 335"/>
              <a:gd name="T77" fmla="*/ 191 h 280"/>
              <a:gd name="T78" fmla="*/ 68 w 335"/>
              <a:gd name="T79" fmla="*/ 145 h 280"/>
              <a:gd name="T80" fmla="*/ 68 w 335"/>
              <a:gd name="T81" fmla="*/ 157 h 280"/>
              <a:gd name="T82" fmla="*/ 124 w 335"/>
              <a:gd name="T83" fmla="*/ 184 h 280"/>
              <a:gd name="T84" fmla="*/ 167 w 335"/>
              <a:gd name="T85" fmla="*/ 144 h 280"/>
              <a:gd name="T86" fmla="*/ 253 w 335"/>
              <a:gd name="T87" fmla="*/ 101 h 280"/>
              <a:gd name="T88" fmla="*/ 314 w 335"/>
              <a:gd name="T89" fmla="*/ 109 h 280"/>
              <a:gd name="T90" fmla="*/ 290 w 335"/>
              <a:gd name="T91" fmla="*/ 116 h 280"/>
              <a:gd name="T92" fmla="*/ 246 w 335"/>
              <a:gd name="T93" fmla="*/ 89 h 280"/>
              <a:gd name="T94" fmla="*/ 162 w 335"/>
              <a:gd name="T95" fmla="*/ 132 h 280"/>
              <a:gd name="T96" fmla="*/ 124 w 335"/>
              <a:gd name="T97" fmla="*/ 184 h 2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35" h="280">
                <a:moveTo>
                  <a:pt x="317" y="0"/>
                </a:moveTo>
                <a:cubicBezTo>
                  <a:pt x="18" y="0"/>
                  <a:pt x="18" y="0"/>
                  <a:pt x="18" y="0"/>
                </a:cubicBezTo>
                <a:cubicBezTo>
                  <a:pt x="8" y="0"/>
                  <a:pt x="0" y="8"/>
                  <a:pt x="0" y="18"/>
                </a:cubicBezTo>
                <a:cubicBezTo>
                  <a:pt x="0" y="262"/>
                  <a:pt x="0" y="262"/>
                  <a:pt x="0" y="262"/>
                </a:cubicBezTo>
                <a:cubicBezTo>
                  <a:pt x="0" y="272"/>
                  <a:pt x="8" y="280"/>
                  <a:pt x="18" y="280"/>
                </a:cubicBezTo>
                <a:cubicBezTo>
                  <a:pt x="317" y="280"/>
                  <a:pt x="317" y="280"/>
                  <a:pt x="317" y="280"/>
                </a:cubicBezTo>
                <a:cubicBezTo>
                  <a:pt x="327" y="280"/>
                  <a:pt x="335" y="272"/>
                  <a:pt x="335" y="262"/>
                </a:cubicBezTo>
                <a:cubicBezTo>
                  <a:pt x="335" y="18"/>
                  <a:pt x="335" y="18"/>
                  <a:pt x="335" y="18"/>
                </a:cubicBezTo>
                <a:cubicBezTo>
                  <a:pt x="335" y="8"/>
                  <a:pt x="327" y="0"/>
                  <a:pt x="317" y="0"/>
                </a:cubicBezTo>
                <a:close/>
                <a:moveTo>
                  <a:pt x="323" y="262"/>
                </a:moveTo>
                <a:cubicBezTo>
                  <a:pt x="323" y="265"/>
                  <a:pt x="320" y="268"/>
                  <a:pt x="317" y="268"/>
                </a:cubicBezTo>
                <a:cubicBezTo>
                  <a:pt x="18" y="268"/>
                  <a:pt x="18" y="268"/>
                  <a:pt x="18" y="268"/>
                </a:cubicBezTo>
                <a:cubicBezTo>
                  <a:pt x="15" y="268"/>
                  <a:pt x="12" y="265"/>
                  <a:pt x="12" y="262"/>
                </a:cubicBezTo>
                <a:cubicBezTo>
                  <a:pt x="12" y="57"/>
                  <a:pt x="12" y="57"/>
                  <a:pt x="12" y="57"/>
                </a:cubicBezTo>
                <a:cubicBezTo>
                  <a:pt x="323" y="57"/>
                  <a:pt x="323" y="57"/>
                  <a:pt x="323" y="57"/>
                </a:cubicBezTo>
                <a:lnTo>
                  <a:pt x="323" y="262"/>
                </a:lnTo>
                <a:close/>
                <a:moveTo>
                  <a:pt x="323" y="45"/>
                </a:moveTo>
                <a:cubicBezTo>
                  <a:pt x="12" y="45"/>
                  <a:pt x="12" y="45"/>
                  <a:pt x="12" y="45"/>
                </a:cubicBezTo>
                <a:cubicBezTo>
                  <a:pt x="12" y="18"/>
                  <a:pt x="12" y="18"/>
                  <a:pt x="12" y="18"/>
                </a:cubicBezTo>
                <a:cubicBezTo>
                  <a:pt x="12" y="15"/>
                  <a:pt x="15" y="12"/>
                  <a:pt x="18" y="12"/>
                </a:cubicBezTo>
                <a:cubicBezTo>
                  <a:pt x="317" y="12"/>
                  <a:pt x="317" y="12"/>
                  <a:pt x="317" y="12"/>
                </a:cubicBezTo>
                <a:cubicBezTo>
                  <a:pt x="320" y="12"/>
                  <a:pt x="323" y="15"/>
                  <a:pt x="323" y="18"/>
                </a:cubicBezTo>
                <a:lnTo>
                  <a:pt x="323" y="45"/>
                </a:lnTo>
                <a:close/>
                <a:moveTo>
                  <a:pt x="29" y="26"/>
                </a:moveTo>
                <a:cubicBezTo>
                  <a:pt x="26" y="26"/>
                  <a:pt x="24" y="28"/>
                  <a:pt x="24" y="30"/>
                </a:cubicBezTo>
                <a:cubicBezTo>
                  <a:pt x="24" y="33"/>
                  <a:pt x="26" y="35"/>
                  <a:pt x="29" y="35"/>
                </a:cubicBezTo>
                <a:cubicBezTo>
                  <a:pt x="31" y="35"/>
                  <a:pt x="34" y="33"/>
                  <a:pt x="34" y="30"/>
                </a:cubicBezTo>
                <a:cubicBezTo>
                  <a:pt x="34" y="28"/>
                  <a:pt x="31" y="26"/>
                  <a:pt x="29" y="26"/>
                </a:cubicBezTo>
                <a:close/>
                <a:moveTo>
                  <a:pt x="52" y="26"/>
                </a:moveTo>
                <a:cubicBezTo>
                  <a:pt x="50" y="26"/>
                  <a:pt x="48" y="28"/>
                  <a:pt x="48" y="30"/>
                </a:cubicBezTo>
                <a:cubicBezTo>
                  <a:pt x="48" y="33"/>
                  <a:pt x="50" y="35"/>
                  <a:pt x="52" y="35"/>
                </a:cubicBezTo>
                <a:cubicBezTo>
                  <a:pt x="55" y="35"/>
                  <a:pt x="57" y="33"/>
                  <a:pt x="57" y="30"/>
                </a:cubicBezTo>
                <a:cubicBezTo>
                  <a:pt x="57" y="28"/>
                  <a:pt x="55" y="26"/>
                  <a:pt x="52" y="26"/>
                </a:cubicBezTo>
                <a:close/>
                <a:moveTo>
                  <a:pt x="73" y="26"/>
                </a:moveTo>
                <a:cubicBezTo>
                  <a:pt x="70" y="26"/>
                  <a:pt x="68" y="28"/>
                  <a:pt x="68" y="30"/>
                </a:cubicBezTo>
                <a:cubicBezTo>
                  <a:pt x="68" y="33"/>
                  <a:pt x="70" y="35"/>
                  <a:pt x="73" y="35"/>
                </a:cubicBezTo>
                <a:cubicBezTo>
                  <a:pt x="76" y="35"/>
                  <a:pt x="78" y="33"/>
                  <a:pt x="78" y="30"/>
                </a:cubicBezTo>
                <a:cubicBezTo>
                  <a:pt x="78" y="28"/>
                  <a:pt x="76" y="26"/>
                  <a:pt x="73" y="26"/>
                </a:cubicBezTo>
                <a:close/>
                <a:moveTo>
                  <a:pt x="25" y="91"/>
                </a:moveTo>
                <a:cubicBezTo>
                  <a:pt x="101" y="91"/>
                  <a:pt x="101" y="91"/>
                  <a:pt x="101" y="91"/>
                </a:cubicBezTo>
                <a:cubicBezTo>
                  <a:pt x="104" y="91"/>
                  <a:pt x="106" y="88"/>
                  <a:pt x="106" y="85"/>
                </a:cubicBezTo>
                <a:cubicBezTo>
                  <a:pt x="106" y="81"/>
                  <a:pt x="104" y="79"/>
                  <a:pt x="101" y="79"/>
                </a:cubicBezTo>
                <a:cubicBezTo>
                  <a:pt x="25" y="79"/>
                  <a:pt x="25" y="79"/>
                  <a:pt x="25" y="79"/>
                </a:cubicBezTo>
                <a:cubicBezTo>
                  <a:pt x="21" y="79"/>
                  <a:pt x="19" y="81"/>
                  <a:pt x="19" y="85"/>
                </a:cubicBezTo>
                <a:cubicBezTo>
                  <a:pt x="19" y="88"/>
                  <a:pt x="21" y="91"/>
                  <a:pt x="25" y="91"/>
                </a:cubicBezTo>
                <a:close/>
                <a:moveTo>
                  <a:pt x="25" y="113"/>
                </a:moveTo>
                <a:cubicBezTo>
                  <a:pt x="77" y="113"/>
                  <a:pt x="77" y="113"/>
                  <a:pt x="77" y="113"/>
                </a:cubicBezTo>
                <a:cubicBezTo>
                  <a:pt x="81" y="113"/>
                  <a:pt x="83" y="111"/>
                  <a:pt x="83" y="107"/>
                </a:cubicBezTo>
                <a:cubicBezTo>
                  <a:pt x="83" y="104"/>
                  <a:pt x="81" y="101"/>
                  <a:pt x="77" y="101"/>
                </a:cubicBezTo>
                <a:cubicBezTo>
                  <a:pt x="25" y="101"/>
                  <a:pt x="25" y="101"/>
                  <a:pt x="25" y="101"/>
                </a:cubicBezTo>
                <a:cubicBezTo>
                  <a:pt x="21" y="101"/>
                  <a:pt x="19" y="104"/>
                  <a:pt x="19" y="107"/>
                </a:cubicBezTo>
                <a:cubicBezTo>
                  <a:pt x="19" y="111"/>
                  <a:pt x="21" y="113"/>
                  <a:pt x="25" y="113"/>
                </a:cubicBezTo>
                <a:close/>
                <a:moveTo>
                  <a:pt x="141" y="229"/>
                </a:moveTo>
                <a:cubicBezTo>
                  <a:pt x="144" y="229"/>
                  <a:pt x="147" y="226"/>
                  <a:pt x="147" y="223"/>
                </a:cubicBezTo>
                <a:cubicBezTo>
                  <a:pt x="147" y="191"/>
                  <a:pt x="147" y="191"/>
                  <a:pt x="147" y="191"/>
                </a:cubicBezTo>
                <a:cubicBezTo>
                  <a:pt x="147" y="187"/>
                  <a:pt x="144" y="185"/>
                  <a:pt x="141" y="185"/>
                </a:cubicBezTo>
                <a:cubicBezTo>
                  <a:pt x="138" y="185"/>
                  <a:pt x="135" y="187"/>
                  <a:pt x="135" y="191"/>
                </a:cubicBezTo>
                <a:cubicBezTo>
                  <a:pt x="135" y="223"/>
                  <a:pt x="135" y="223"/>
                  <a:pt x="135" y="223"/>
                </a:cubicBezTo>
                <a:cubicBezTo>
                  <a:pt x="135" y="226"/>
                  <a:pt x="138" y="229"/>
                  <a:pt x="141" y="229"/>
                </a:cubicBezTo>
                <a:close/>
                <a:moveTo>
                  <a:pt x="169" y="223"/>
                </a:moveTo>
                <a:cubicBezTo>
                  <a:pt x="169" y="171"/>
                  <a:pt x="169" y="171"/>
                  <a:pt x="169" y="171"/>
                </a:cubicBezTo>
                <a:cubicBezTo>
                  <a:pt x="169" y="167"/>
                  <a:pt x="166" y="165"/>
                  <a:pt x="163" y="165"/>
                </a:cubicBezTo>
                <a:cubicBezTo>
                  <a:pt x="159" y="165"/>
                  <a:pt x="157" y="167"/>
                  <a:pt x="157" y="171"/>
                </a:cubicBezTo>
                <a:cubicBezTo>
                  <a:pt x="157" y="223"/>
                  <a:pt x="157" y="223"/>
                  <a:pt x="157" y="223"/>
                </a:cubicBezTo>
                <a:cubicBezTo>
                  <a:pt x="157" y="226"/>
                  <a:pt x="159" y="229"/>
                  <a:pt x="163" y="229"/>
                </a:cubicBezTo>
                <a:cubicBezTo>
                  <a:pt x="166" y="229"/>
                  <a:pt x="169" y="226"/>
                  <a:pt x="169" y="223"/>
                </a:cubicBezTo>
                <a:close/>
                <a:moveTo>
                  <a:pt x="191" y="223"/>
                </a:moveTo>
                <a:cubicBezTo>
                  <a:pt x="191" y="171"/>
                  <a:pt x="191" y="171"/>
                  <a:pt x="191" y="171"/>
                </a:cubicBezTo>
                <a:cubicBezTo>
                  <a:pt x="191" y="167"/>
                  <a:pt x="188" y="165"/>
                  <a:pt x="185" y="165"/>
                </a:cubicBezTo>
                <a:cubicBezTo>
                  <a:pt x="182" y="165"/>
                  <a:pt x="179" y="167"/>
                  <a:pt x="179" y="171"/>
                </a:cubicBezTo>
                <a:cubicBezTo>
                  <a:pt x="179" y="223"/>
                  <a:pt x="179" y="223"/>
                  <a:pt x="179" y="223"/>
                </a:cubicBezTo>
                <a:cubicBezTo>
                  <a:pt x="179" y="226"/>
                  <a:pt x="182" y="229"/>
                  <a:pt x="185" y="229"/>
                </a:cubicBezTo>
                <a:cubicBezTo>
                  <a:pt x="188" y="229"/>
                  <a:pt x="191" y="226"/>
                  <a:pt x="191" y="223"/>
                </a:cubicBezTo>
                <a:close/>
                <a:moveTo>
                  <a:pt x="213" y="223"/>
                </a:moveTo>
                <a:cubicBezTo>
                  <a:pt x="213" y="184"/>
                  <a:pt x="213" y="184"/>
                  <a:pt x="213" y="184"/>
                </a:cubicBezTo>
                <a:cubicBezTo>
                  <a:pt x="213" y="180"/>
                  <a:pt x="211" y="178"/>
                  <a:pt x="207" y="178"/>
                </a:cubicBezTo>
                <a:cubicBezTo>
                  <a:pt x="204" y="178"/>
                  <a:pt x="201" y="180"/>
                  <a:pt x="201" y="184"/>
                </a:cubicBezTo>
                <a:cubicBezTo>
                  <a:pt x="201" y="223"/>
                  <a:pt x="201" y="223"/>
                  <a:pt x="201" y="223"/>
                </a:cubicBezTo>
                <a:cubicBezTo>
                  <a:pt x="201" y="226"/>
                  <a:pt x="204" y="229"/>
                  <a:pt x="207" y="229"/>
                </a:cubicBezTo>
                <a:cubicBezTo>
                  <a:pt x="211" y="229"/>
                  <a:pt x="213" y="226"/>
                  <a:pt x="213" y="223"/>
                </a:cubicBezTo>
                <a:close/>
                <a:moveTo>
                  <a:pt x="235" y="223"/>
                </a:moveTo>
                <a:cubicBezTo>
                  <a:pt x="235" y="171"/>
                  <a:pt x="235" y="171"/>
                  <a:pt x="235" y="171"/>
                </a:cubicBezTo>
                <a:cubicBezTo>
                  <a:pt x="235" y="167"/>
                  <a:pt x="232" y="165"/>
                  <a:pt x="229" y="165"/>
                </a:cubicBezTo>
                <a:cubicBezTo>
                  <a:pt x="226" y="165"/>
                  <a:pt x="223" y="167"/>
                  <a:pt x="223" y="171"/>
                </a:cubicBezTo>
                <a:cubicBezTo>
                  <a:pt x="223" y="223"/>
                  <a:pt x="223" y="223"/>
                  <a:pt x="223" y="223"/>
                </a:cubicBezTo>
                <a:cubicBezTo>
                  <a:pt x="223" y="226"/>
                  <a:pt x="226" y="229"/>
                  <a:pt x="229" y="229"/>
                </a:cubicBezTo>
                <a:cubicBezTo>
                  <a:pt x="232" y="229"/>
                  <a:pt x="235" y="226"/>
                  <a:pt x="235" y="223"/>
                </a:cubicBezTo>
                <a:close/>
                <a:moveTo>
                  <a:pt x="257" y="223"/>
                </a:moveTo>
                <a:cubicBezTo>
                  <a:pt x="257" y="127"/>
                  <a:pt x="257" y="127"/>
                  <a:pt x="257" y="127"/>
                </a:cubicBezTo>
                <a:cubicBezTo>
                  <a:pt x="257" y="123"/>
                  <a:pt x="255" y="121"/>
                  <a:pt x="251" y="121"/>
                </a:cubicBezTo>
                <a:cubicBezTo>
                  <a:pt x="248" y="121"/>
                  <a:pt x="245" y="123"/>
                  <a:pt x="245" y="127"/>
                </a:cubicBezTo>
                <a:cubicBezTo>
                  <a:pt x="245" y="223"/>
                  <a:pt x="245" y="223"/>
                  <a:pt x="245" y="223"/>
                </a:cubicBezTo>
                <a:cubicBezTo>
                  <a:pt x="245" y="226"/>
                  <a:pt x="248" y="229"/>
                  <a:pt x="251" y="229"/>
                </a:cubicBezTo>
                <a:cubicBezTo>
                  <a:pt x="255" y="229"/>
                  <a:pt x="257" y="226"/>
                  <a:pt x="257" y="223"/>
                </a:cubicBezTo>
                <a:close/>
                <a:moveTo>
                  <a:pt x="279" y="223"/>
                </a:moveTo>
                <a:cubicBezTo>
                  <a:pt x="279" y="135"/>
                  <a:pt x="279" y="135"/>
                  <a:pt x="279" y="135"/>
                </a:cubicBezTo>
                <a:cubicBezTo>
                  <a:pt x="279" y="132"/>
                  <a:pt x="276" y="129"/>
                  <a:pt x="273" y="129"/>
                </a:cubicBezTo>
                <a:cubicBezTo>
                  <a:pt x="270" y="129"/>
                  <a:pt x="267" y="132"/>
                  <a:pt x="267" y="135"/>
                </a:cubicBezTo>
                <a:cubicBezTo>
                  <a:pt x="267" y="223"/>
                  <a:pt x="267" y="223"/>
                  <a:pt x="267" y="223"/>
                </a:cubicBezTo>
                <a:cubicBezTo>
                  <a:pt x="267" y="226"/>
                  <a:pt x="270" y="229"/>
                  <a:pt x="273" y="229"/>
                </a:cubicBezTo>
                <a:cubicBezTo>
                  <a:pt x="276" y="229"/>
                  <a:pt x="279" y="226"/>
                  <a:pt x="279" y="223"/>
                </a:cubicBezTo>
                <a:close/>
                <a:moveTo>
                  <a:pt x="303" y="223"/>
                </a:moveTo>
                <a:cubicBezTo>
                  <a:pt x="303" y="146"/>
                  <a:pt x="303" y="146"/>
                  <a:pt x="303" y="146"/>
                </a:cubicBezTo>
                <a:cubicBezTo>
                  <a:pt x="303" y="143"/>
                  <a:pt x="300" y="140"/>
                  <a:pt x="297" y="140"/>
                </a:cubicBezTo>
                <a:cubicBezTo>
                  <a:pt x="294" y="140"/>
                  <a:pt x="291" y="143"/>
                  <a:pt x="291" y="146"/>
                </a:cubicBezTo>
                <a:cubicBezTo>
                  <a:pt x="291" y="223"/>
                  <a:pt x="291" y="223"/>
                  <a:pt x="291" y="223"/>
                </a:cubicBezTo>
                <a:cubicBezTo>
                  <a:pt x="291" y="226"/>
                  <a:pt x="294" y="229"/>
                  <a:pt x="297" y="229"/>
                </a:cubicBezTo>
                <a:cubicBezTo>
                  <a:pt x="300" y="229"/>
                  <a:pt x="303" y="226"/>
                  <a:pt x="303" y="223"/>
                </a:cubicBezTo>
                <a:close/>
                <a:moveTo>
                  <a:pt x="302" y="235"/>
                </a:moveTo>
                <a:cubicBezTo>
                  <a:pt x="136" y="235"/>
                  <a:pt x="136" y="235"/>
                  <a:pt x="136" y="235"/>
                </a:cubicBezTo>
                <a:cubicBezTo>
                  <a:pt x="133" y="235"/>
                  <a:pt x="130" y="238"/>
                  <a:pt x="130" y="241"/>
                </a:cubicBezTo>
                <a:cubicBezTo>
                  <a:pt x="130" y="244"/>
                  <a:pt x="133" y="247"/>
                  <a:pt x="136" y="247"/>
                </a:cubicBezTo>
                <a:cubicBezTo>
                  <a:pt x="302" y="247"/>
                  <a:pt x="302" y="247"/>
                  <a:pt x="302" y="247"/>
                </a:cubicBezTo>
                <a:cubicBezTo>
                  <a:pt x="305" y="247"/>
                  <a:pt x="308" y="244"/>
                  <a:pt x="308" y="241"/>
                </a:cubicBezTo>
                <a:cubicBezTo>
                  <a:pt x="308" y="238"/>
                  <a:pt x="305" y="235"/>
                  <a:pt x="302" y="235"/>
                </a:cubicBezTo>
                <a:close/>
                <a:moveTo>
                  <a:pt x="68" y="145"/>
                </a:moveTo>
                <a:cubicBezTo>
                  <a:pt x="42" y="145"/>
                  <a:pt x="22" y="166"/>
                  <a:pt x="22" y="191"/>
                </a:cubicBezTo>
                <a:cubicBezTo>
                  <a:pt x="22" y="216"/>
                  <a:pt x="42" y="236"/>
                  <a:pt x="68" y="236"/>
                </a:cubicBezTo>
                <a:cubicBezTo>
                  <a:pt x="93" y="236"/>
                  <a:pt x="113" y="216"/>
                  <a:pt x="113" y="191"/>
                </a:cubicBezTo>
                <a:cubicBezTo>
                  <a:pt x="113" y="166"/>
                  <a:pt x="93" y="145"/>
                  <a:pt x="68" y="145"/>
                </a:cubicBezTo>
                <a:close/>
                <a:moveTo>
                  <a:pt x="68" y="224"/>
                </a:moveTo>
                <a:cubicBezTo>
                  <a:pt x="49" y="224"/>
                  <a:pt x="34" y="209"/>
                  <a:pt x="34" y="191"/>
                </a:cubicBezTo>
                <a:cubicBezTo>
                  <a:pt x="34" y="172"/>
                  <a:pt x="49" y="157"/>
                  <a:pt x="68" y="157"/>
                </a:cubicBezTo>
                <a:cubicBezTo>
                  <a:pt x="86" y="157"/>
                  <a:pt x="101" y="172"/>
                  <a:pt x="101" y="191"/>
                </a:cubicBezTo>
                <a:cubicBezTo>
                  <a:pt x="101" y="209"/>
                  <a:pt x="86" y="224"/>
                  <a:pt x="68" y="224"/>
                </a:cubicBezTo>
                <a:close/>
                <a:moveTo>
                  <a:pt x="124" y="184"/>
                </a:moveTo>
                <a:cubicBezTo>
                  <a:pt x="126" y="184"/>
                  <a:pt x="128" y="184"/>
                  <a:pt x="129" y="183"/>
                </a:cubicBezTo>
                <a:cubicBezTo>
                  <a:pt x="129" y="183"/>
                  <a:pt x="129" y="183"/>
                  <a:pt x="129" y="183"/>
                </a:cubicBezTo>
                <a:cubicBezTo>
                  <a:pt x="167" y="144"/>
                  <a:pt x="167" y="144"/>
                  <a:pt x="167" y="144"/>
                </a:cubicBezTo>
                <a:cubicBezTo>
                  <a:pt x="212" y="162"/>
                  <a:pt x="212" y="162"/>
                  <a:pt x="212" y="162"/>
                </a:cubicBezTo>
                <a:cubicBezTo>
                  <a:pt x="214" y="164"/>
                  <a:pt x="218" y="163"/>
                  <a:pt x="219" y="160"/>
                </a:cubicBezTo>
                <a:cubicBezTo>
                  <a:pt x="253" y="101"/>
                  <a:pt x="253" y="101"/>
                  <a:pt x="253" y="101"/>
                </a:cubicBezTo>
                <a:cubicBezTo>
                  <a:pt x="287" y="129"/>
                  <a:pt x="287" y="129"/>
                  <a:pt x="287" y="129"/>
                </a:cubicBezTo>
                <a:cubicBezTo>
                  <a:pt x="289" y="131"/>
                  <a:pt x="293" y="131"/>
                  <a:pt x="295" y="129"/>
                </a:cubicBezTo>
                <a:cubicBezTo>
                  <a:pt x="314" y="109"/>
                  <a:pt x="314" y="109"/>
                  <a:pt x="314" y="109"/>
                </a:cubicBezTo>
                <a:cubicBezTo>
                  <a:pt x="316" y="107"/>
                  <a:pt x="316" y="103"/>
                  <a:pt x="314" y="101"/>
                </a:cubicBezTo>
                <a:cubicBezTo>
                  <a:pt x="311" y="98"/>
                  <a:pt x="308" y="98"/>
                  <a:pt x="305" y="101"/>
                </a:cubicBezTo>
                <a:cubicBezTo>
                  <a:pt x="290" y="116"/>
                  <a:pt x="290" y="116"/>
                  <a:pt x="290" y="116"/>
                </a:cubicBezTo>
                <a:cubicBezTo>
                  <a:pt x="255" y="87"/>
                  <a:pt x="255" y="87"/>
                  <a:pt x="255" y="87"/>
                </a:cubicBezTo>
                <a:cubicBezTo>
                  <a:pt x="253" y="86"/>
                  <a:pt x="252" y="86"/>
                  <a:pt x="250" y="86"/>
                </a:cubicBezTo>
                <a:cubicBezTo>
                  <a:pt x="248" y="86"/>
                  <a:pt x="247" y="87"/>
                  <a:pt x="246" y="89"/>
                </a:cubicBezTo>
                <a:cubicBezTo>
                  <a:pt x="211" y="149"/>
                  <a:pt x="211" y="149"/>
                  <a:pt x="211" y="149"/>
                </a:cubicBezTo>
                <a:cubicBezTo>
                  <a:pt x="168" y="131"/>
                  <a:pt x="168" y="131"/>
                  <a:pt x="168" y="131"/>
                </a:cubicBezTo>
                <a:cubicBezTo>
                  <a:pt x="166" y="130"/>
                  <a:pt x="163" y="130"/>
                  <a:pt x="162" y="132"/>
                </a:cubicBezTo>
                <a:cubicBezTo>
                  <a:pt x="120" y="174"/>
                  <a:pt x="120" y="174"/>
                  <a:pt x="120" y="174"/>
                </a:cubicBezTo>
                <a:cubicBezTo>
                  <a:pt x="118" y="177"/>
                  <a:pt x="118" y="180"/>
                  <a:pt x="120" y="183"/>
                </a:cubicBezTo>
                <a:cubicBezTo>
                  <a:pt x="121" y="184"/>
                  <a:pt x="123" y="184"/>
                  <a:pt x="124" y="184"/>
                </a:cubicBezTo>
                <a:close/>
              </a:path>
            </a:pathLst>
          </a:custGeom>
          <a:solidFill>
            <a:srgbClr val="FFC000"/>
          </a:solidFill>
          <a:ln>
            <a:noFill/>
          </a:ln>
        </p:spPr>
        <p:txBody>
          <a:bodyPr vert="horz" wrap="square" lIns="91440" tIns="45720" rIns="91440" bIns="45720" numCol="1" anchor="t" anchorCtr="0" compatLnSpc="1">
            <a:prstTxWarp prst="textNoShape">
              <a:avLst/>
            </a:prstTxWarp>
          </a:bodyPr>
          <a:lstStyle/>
          <a:p>
            <a:endParaRPr lang="en-US"/>
          </a:p>
        </p:txBody>
      </p:sp>
      <p:sp>
        <p:nvSpPr>
          <p:cNvPr id="10" name="TextBox 9"/>
          <p:cNvSpPr txBox="1"/>
          <p:nvPr/>
        </p:nvSpPr>
        <p:spPr>
          <a:xfrm>
            <a:off x="3886293" y="4769986"/>
            <a:ext cx="1601721" cy="523220"/>
          </a:xfrm>
          <a:prstGeom prst="rect">
            <a:avLst/>
          </a:prstGeom>
          <a:noFill/>
        </p:spPr>
        <p:txBody>
          <a:bodyPr wrap="none" rtlCol="0">
            <a:spAutoFit/>
          </a:bodyPr>
          <a:lstStyle/>
          <a:p>
            <a:r>
              <a:rPr lang="en-US" sz="1400">
                <a:latin typeface="Open Sans" panose="020B0606030504020204" pitchFamily="34" charset="0"/>
                <a:ea typeface="Open Sans" panose="020B0606030504020204" pitchFamily="34" charset="0"/>
                <a:cs typeface="Open Sans" panose="020B0606030504020204" pitchFamily="34" charset="0"/>
              </a:rPr>
              <a:t>Detailed Analysis</a:t>
            </a:r>
          </a:p>
          <a:p>
            <a:r>
              <a:rPr lang="en-US" sz="1400">
                <a:latin typeface="Open Sans" panose="020B0606030504020204" pitchFamily="34" charset="0"/>
                <a:ea typeface="Open Sans" panose="020B0606030504020204" pitchFamily="34" charset="0"/>
                <a:cs typeface="Open Sans" panose="020B0606030504020204" pitchFamily="34" charset="0"/>
              </a:rPr>
              <a:t>&amp; Reporting</a:t>
            </a:r>
          </a:p>
        </p:txBody>
      </p:sp>
      <p:sp>
        <p:nvSpPr>
          <p:cNvPr id="13" name="Freeform 53">
            <a:extLst>
              <a:ext uri="{FF2B5EF4-FFF2-40B4-BE49-F238E27FC236}">
                <a16:creationId xmlns:a16="http://schemas.microsoft.com/office/drawing/2014/main" id="{EE4FB0B2-95DA-A9C5-1ECD-2D6B1502C4B6}"/>
              </a:ext>
            </a:extLst>
          </p:cNvPr>
          <p:cNvSpPr>
            <a:spLocks noEditPoints="1"/>
          </p:cNvSpPr>
          <p:nvPr/>
        </p:nvSpPr>
        <p:spPr bwMode="auto">
          <a:xfrm>
            <a:off x="3984258" y="4119400"/>
            <a:ext cx="451755" cy="461180"/>
          </a:xfrm>
          <a:custGeom>
            <a:avLst/>
            <a:gdLst>
              <a:gd name="T0" fmla="*/ 22 w 335"/>
              <a:gd name="T1" fmla="*/ 1 h 340"/>
              <a:gd name="T2" fmla="*/ 0 w 335"/>
              <a:gd name="T3" fmla="*/ 23 h 340"/>
              <a:gd name="T4" fmla="*/ 12 w 335"/>
              <a:gd name="T5" fmla="*/ 23 h 340"/>
              <a:gd name="T6" fmla="*/ 22 w 335"/>
              <a:gd name="T7" fmla="*/ 13 h 340"/>
              <a:gd name="T8" fmla="*/ 22 w 335"/>
              <a:gd name="T9" fmla="*/ 285 h 340"/>
              <a:gd name="T10" fmla="*/ 47 w 335"/>
              <a:gd name="T11" fmla="*/ 316 h 340"/>
              <a:gd name="T12" fmla="*/ 69 w 335"/>
              <a:gd name="T13" fmla="*/ 22 h 340"/>
              <a:gd name="T14" fmla="*/ 56 w 335"/>
              <a:gd name="T15" fmla="*/ 285 h 340"/>
              <a:gd name="T16" fmla="*/ 47 w 335"/>
              <a:gd name="T17" fmla="*/ 304 h 340"/>
              <a:gd name="T18" fmla="*/ 34 w 335"/>
              <a:gd name="T19" fmla="*/ 285 h 340"/>
              <a:gd name="T20" fmla="*/ 57 w 335"/>
              <a:gd name="T21" fmla="*/ 22 h 340"/>
              <a:gd name="T22" fmla="*/ 46 w 335"/>
              <a:gd name="T23" fmla="*/ 12 h 340"/>
              <a:gd name="T24" fmla="*/ 263 w 335"/>
              <a:gd name="T25" fmla="*/ 4 h 340"/>
              <a:gd name="T26" fmla="*/ 79 w 335"/>
              <a:gd name="T27" fmla="*/ 8 h 340"/>
              <a:gd name="T28" fmla="*/ 329 w 335"/>
              <a:gd name="T29" fmla="*/ 337 h 340"/>
              <a:gd name="T30" fmla="*/ 333 w 335"/>
              <a:gd name="T31" fmla="*/ 66 h 340"/>
              <a:gd name="T32" fmla="*/ 257 w 335"/>
              <a:gd name="T33" fmla="*/ 14 h 340"/>
              <a:gd name="T34" fmla="*/ 263 w 335"/>
              <a:gd name="T35" fmla="*/ 25 h 340"/>
              <a:gd name="T36" fmla="*/ 263 w 335"/>
              <a:gd name="T37" fmla="*/ 81 h 340"/>
              <a:gd name="T38" fmla="*/ 121 w 335"/>
              <a:gd name="T39" fmla="*/ 77 h 340"/>
              <a:gd name="T40" fmla="*/ 117 w 335"/>
              <a:gd name="T41" fmla="*/ 89 h 340"/>
              <a:gd name="T42" fmla="*/ 150 w 335"/>
              <a:gd name="T43" fmla="*/ 56 h 340"/>
              <a:gd name="T44" fmla="*/ 108 w 335"/>
              <a:gd name="T45" fmla="*/ 130 h 340"/>
              <a:gd name="T46" fmla="*/ 120 w 335"/>
              <a:gd name="T47" fmla="*/ 158 h 340"/>
              <a:gd name="T48" fmla="*/ 141 w 335"/>
              <a:gd name="T49" fmla="*/ 122 h 340"/>
              <a:gd name="T50" fmla="*/ 100 w 335"/>
              <a:gd name="T51" fmla="*/ 214 h 340"/>
              <a:gd name="T52" fmla="*/ 135 w 335"/>
              <a:gd name="T53" fmla="*/ 201 h 340"/>
              <a:gd name="T54" fmla="*/ 112 w 335"/>
              <a:gd name="T55" fmla="*/ 203 h 340"/>
              <a:gd name="T56" fmla="*/ 110 w 335"/>
              <a:gd name="T57" fmla="*/ 258 h 340"/>
              <a:gd name="T58" fmla="*/ 125 w 335"/>
              <a:gd name="T59" fmla="*/ 291 h 340"/>
              <a:gd name="T60" fmla="*/ 123 w 335"/>
              <a:gd name="T61" fmla="*/ 279 h 340"/>
              <a:gd name="T62" fmla="*/ 123 w 335"/>
              <a:gd name="T63" fmla="*/ 279 h 340"/>
              <a:gd name="T64" fmla="*/ 244 w 335"/>
              <a:gd name="T65" fmla="*/ 57 h 340"/>
              <a:gd name="T66" fmla="*/ 162 w 335"/>
              <a:gd name="T67" fmla="*/ 91 h 340"/>
              <a:gd name="T68" fmla="*/ 162 w 335"/>
              <a:gd name="T69" fmla="*/ 79 h 340"/>
              <a:gd name="T70" fmla="*/ 156 w 335"/>
              <a:gd name="T71" fmla="*/ 130 h 340"/>
              <a:gd name="T72" fmla="*/ 191 w 335"/>
              <a:gd name="T73" fmla="*/ 124 h 340"/>
              <a:gd name="T74" fmla="*/ 268 w 335"/>
              <a:gd name="T75" fmla="*/ 136 h 340"/>
              <a:gd name="T76" fmla="*/ 202 w 335"/>
              <a:gd name="T77" fmla="*/ 130 h 340"/>
              <a:gd name="T78" fmla="*/ 224 w 335"/>
              <a:gd name="T79" fmla="*/ 147 h 340"/>
              <a:gd name="T80" fmla="*/ 267 w 335"/>
              <a:gd name="T81" fmla="*/ 159 h 340"/>
              <a:gd name="T82" fmla="*/ 232 w 335"/>
              <a:gd name="T83" fmla="*/ 153 h 340"/>
              <a:gd name="T84" fmla="*/ 300 w 335"/>
              <a:gd name="T85" fmla="*/ 136 h 340"/>
              <a:gd name="T86" fmla="*/ 276 w 335"/>
              <a:gd name="T87" fmla="*/ 130 h 340"/>
              <a:gd name="T88" fmla="*/ 210 w 335"/>
              <a:gd name="T89" fmla="*/ 196 h 340"/>
              <a:gd name="T90" fmla="*/ 162 w 335"/>
              <a:gd name="T91" fmla="*/ 202 h 340"/>
              <a:gd name="T92" fmla="*/ 222 w 335"/>
              <a:gd name="T93" fmla="*/ 202 h 340"/>
              <a:gd name="T94" fmla="*/ 241 w 335"/>
              <a:gd name="T95" fmla="*/ 219 h 340"/>
              <a:gd name="T96" fmla="*/ 162 w 335"/>
              <a:gd name="T97" fmla="*/ 225 h 340"/>
              <a:gd name="T98" fmla="*/ 156 w 335"/>
              <a:gd name="T99" fmla="*/ 264 h 340"/>
              <a:gd name="T100" fmla="*/ 213 w 335"/>
              <a:gd name="T101" fmla="*/ 258 h 340"/>
              <a:gd name="T102" fmla="*/ 222 w 335"/>
              <a:gd name="T103" fmla="*/ 264 h 340"/>
              <a:gd name="T104" fmla="*/ 245 w 335"/>
              <a:gd name="T105" fmla="*/ 258 h 340"/>
              <a:gd name="T106" fmla="*/ 262 w 335"/>
              <a:gd name="T107" fmla="*/ 270 h 340"/>
              <a:gd name="T108" fmla="*/ 193 w 335"/>
              <a:gd name="T109" fmla="*/ 280 h 340"/>
              <a:gd name="T110" fmla="*/ 193 w 335"/>
              <a:gd name="T111" fmla="*/ 292 h 340"/>
              <a:gd name="T112" fmla="*/ 209 w 335"/>
              <a:gd name="T113" fmla="*/ 280 h 340"/>
              <a:gd name="T114" fmla="*/ 242 w 335"/>
              <a:gd name="T115" fmla="*/ 286 h 340"/>
              <a:gd name="T116" fmla="*/ 40 w 335"/>
              <a:gd name="T117" fmla="*/ 334 h 340"/>
              <a:gd name="T118" fmla="*/ 46 w 335"/>
              <a:gd name="T119" fmla="*/ 319 h 3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35" h="340">
                <a:moveTo>
                  <a:pt x="47" y="0"/>
                </a:moveTo>
                <a:cubicBezTo>
                  <a:pt x="46" y="0"/>
                  <a:pt x="46" y="0"/>
                  <a:pt x="46" y="0"/>
                </a:cubicBezTo>
                <a:cubicBezTo>
                  <a:pt x="41" y="0"/>
                  <a:pt x="37" y="1"/>
                  <a:pt x="33" y="4"/>
                </a:cubicBezTo>
                <a:cubicBezTo>
                  <a:pt x="28" y="1"/>
                  <a:pt x="24" y="1"/>
                  <a:pt x="22" y="1"/>
                </a:cubicBezTo>
                <a:cubicBezTo>
                  <a:pt x="22" y="1"/>
                  <a:pt x="21" y="1"/>
                  <a:pt x="21" y="1"/>
                </a:cubicBezTo>
                <a:cubicBezTo>
                  <a:pt x="21" y="1"/>
                  <a:pt x="21" y="1"/>
                  <a:pt x="21" y="1"/>
                </a:cubicBezTo>
                <a:cubicBezTo>
                  <a:pt x="9" y="1"/>
                  <a:pt x="0" y="11"/>
                  <a:pt x="0" y="23"/>
                </a:cubicBezTo>
                <a:cubicBezTo>
                  <a:pt x="0" y="23"/>
                  <a:pt x="0" y="23"/>
                  <a:pt x="0" y="23"/>
                </a:cubicBezTo>
                <a:cubicBezTo>
                  <a:pt x="0" y="135"/>
                  <a:pt x="0" y="135"/>
                  <a:pt x="0" y="135"/>
                </a:cubicBezTo>
                <a:cubicBezTo>
                  <a:pt x="0" y="138"/>
                  <a:pt x="3" y="141"/>
                  <a:pt x="6" y="141"/>
                </a:cubicBezTo>
                <a:cubicBezTo>
                  <a:pt x="10" y="141"/>
                  <a:pt x="12" y="138"/>
                  <a:pt x="12" y="135"/>
                </a:cubicBezTo>
                <a:cubicBezTo>
                  <a:pt x="12" y="23"/>
                  <a:pt x="12" y="23"/>
                  <a:pt x="12" y="23"/>
                </a:cubicBezTo>
                <a:cubicBezTo>
                  <a:pt x="12" y="23"/>
                  <a:pt x="12" y="23"/>
                  <a:pt x="12" y="23"/>
                </a:cubicBezTo>
                <a:cubicBezTo>
                  <a:pt x="12" y="17"/>
                  <a:pt x="16" y="13"/>
                  <a:pt x="22" y="13"/>
                </a:cubicBezTo>
                <a:cubicBezTo>
                  <a:pt x="22" y="13"/>
                  <a:pt x="22" y="13"/>
                  <a:pt x="22" y="13"/>
                </a:cubicBezTo>
                <a:cubicBezTo>
                  <a:pt x="22" y="13"/>
                  <a:pt x="22" y="13"/>
                  <a:pt x="22" y="13"/>
                </a:cubicBezTo>
                <a:cubicBezTo>
                  <a:pt x="23" y="13"/>
                  <a:pt x="24" y="13"/>
                  <a:pt x="25" y="13"/>
                </a:cubicBezTo>
                <a:cubicBezTo>
                  <a:pt x="24" y="16"/>
                  <a:pt x="23" y="19"/>
                  <a:pt x="23" y="22"/>
                </a:cubicBezTo>
                <a:cubicBezTo>
                  <a:pt x="22" y="284"/>
                  <a:pt x="22" y="284"/>
                  <a:pt x="22" y="284"/>
                </a:cubicBezTo>
                <a:cubicBezTo>
                  <a:pt x="22" y="284"/>
                  <a:pt x="22" y="285"/>
                  <a:pt x="22" y="285"/>
                </a:cubicBezTo>
                <a:cubicBezTo>
                  <a:pt x="22" y="291"/>
                  <a:pt x="25" y="298"/>
                  <a:pt x="29" y="304"/>
                </a:cubicBezTo>
                <a:cubicBezTo>
                  <a:pt x="33" y="310"/>
                  <a:pt x="39" y="315"/>
                  <a:pt x="47" y="316"/>
                </a:cubicBezTo>
                <a:cubicBezTo>
                  <a:pt x="47" y="310"/>
                  <a:pt x="47" y="310"/>
                  <a:pt x="47" y="310"/>
                </a:cubicBezTo>
                <a:cubicBezTo>
                  <a:pt x="47" y="316"/>
                  <a:pt x="47" y="316"/>
                  <a:pt x="47" y="316"/>
                </a:cubicBezTo>
                <a:cubicBezTo>
                  <a:pt x="47" y="316"/>
                  <a:pt x="47" y="316"/>
                  <a:pt x="47" y="316"/>
                </a:cubicBezTo>
                <a:cubicBezTo>
                  <a:pt x="55" y="315"/>
                  <a:pt x="60" y="309"/>
                  <a:pt x="63" y="303"/>
                </a:cubicBezTo>
                <a:cubicBezTo>
                  <a:pt x="66" y="297"/>
                  <a:pt x="68" y="291"/>
                  <a:pt x="68" y="285"/>
                </a:cubicBezTo>
                <a:cubicBezTo>
                  <a:pt x="69" y="22"/>
                  <a:pt x="69" y="22"/>
                  <a:pt x="69" y="22"/>
                </a:cubicBezTo>
                <a:cubicBezTo>
                  <a:pt x="69" y="22"/>
                  <a:pt x="69" y="22"/>
                  <a:pt x="69" y="22"/>
                </a:cubicBezTo>
                <a:cubicBezTo>
                  <a:pt x="69" y="22"/>
                  <a:pt x="69" y="22"/>
                  <a:pt x="69" y="22"/>
                </a:cubicBezTo>
                <a:cubicBezTo>
                  <a:pt x="69" y="10"/>
                  <a:pt x="59" y="0"/>
                  <a:pt x="47" y="0"/>
                </a:cubicBezTo>
                <a:close/>
                <a:moveTo>
                  <a:pt x="56" y="285"/>
                </a:moveTo>
                <a:cubicBezTo>
                  <a:pt x="56" y="288"/>
                  <a:pt x="54" y="294"/>
                  <a:pt x="52" y="298"/>
                </a:cubicBezTo>
                <a:cubicBezTo>
                  <a:pt x="50" y="302"/>
                  <a:pt x="48" y="304"/>
                  <a:pt x="47" y="304"/>
                </a:cubicBezTo>
                <a:cubicBezTo>
                  <a:pt x="47" y="304"/>
                  <a:pt x="47" y="304"/>
                  <a:pt x="47" y="304"/>
                </a:cubicBezTo>
                <a:cubicBezTo>
                  <a:pt x="47" y="304"/>
                  <a:pt x="47" y="304"/>
                  <a:pt x="47" y="304"/>
                </a:cubicBezTo>
                <a:cubicBezTo>
                  <a:pt x="46" y="304"/>
                  <a:pt x="42" y="301"/>
                  <a:pt x="39" y="297"/>
                </a:cubicBezTo>
                <a:cubicBezTo>
                  <a:pt x="36" y="293"/>
                  <a:pt x="34" y="288"/>
                  <a:pt x="34" y="285"/>
                </a:cubicBezTo>
                <a:cubicBezTo>
                  <a:pt x="34" y="285"/>
                  <a:pt x="34" y="285"/>
                  <a:pt x="34" y="285"/>
                </a:cubicBezTo>
                <a:cubicBezTo>
                  <a:pt x="34" y="285"/>
                  <a:pt x="34" y="285"/>
                  <a:pt x="34" y="285"/>
                </a:cubicBezTo>
                <a:cubicBezTo>
                  <a:pt x="35" y="202"/>
                  <a:pt x="35" y="202"/>
                  <a:pt x="35" y="202"/>
                </a:cubicBezTo>
                <a:cubicBezTo>
                  <a:pt x="56" y="202"/>
                  <a:pt x="56" y="202"/>
                  <a:pt x="56" y="202"/>
                </a:cubicBezTo>
                <a:lnTo>
                  <a:pt x="56" y="285"/>
                </a:lnTo>
                <a:close/>
                <a:moveTo>
                  <a:pt x="57" y="22"/>
                </a:moveTo>
                <a:cubicBezTo>
                  <a:pt x="56" y="190"/>
                  <a:pt x="56" y="190"/>
                  <a:pt x="56" y="190"/>
                </a:cubicBezTo>
                <a:cubicBezTo>
                  <a:pt x="35" y="190"/>
                  <a:pt x="35" y="190"/>
                  <a:pt x="35" y="190"/>
                </a:cubicBezTo>
                <a:cubicBezTo>
                  <a:pt x="35" y="22"/>
                  <a:pt x="35" y="22"/>
                  <a:pt x="35" y="22"/>
                </a:cubicBezTo>
                <a:cubicBezTo>
                  <a:pt x="35" y="16"/>
                  <a:pt x="40" y="12"/>
                  <a:pt x="46" y="12"/>
                </a:cubicBezTo>
                <a:cubicBezTo>
                  <a:pt x="46" y="12"/>
                  <a:pt x="46" y="12"/>
                  <a:pt x="46" y="12"/>
                </a:cubicBezTo>
                <a:cubicBezTo>
                  <a:pt x="52" y="12"/>
                  <a:pt x="57" y="16"/>
                  <a:pt x="57" y="22"/>
                </a:cubicBezTo>
                <a:close/>
                <a:moveTo>
                  <a:pt x="333" y="66"/>
                </a:moveTo>
                <a:cubicBezTo>
                  <a:pt x="263" y="4"/>
                  <a:pt x="263" y="4"/>
                  <a:pt x="263" y="4"/>
                </a:cubicBezTo>
                <a:cubicBezTo>
                  <a:pt x="262" y="3"/>
                  <a:pt x="260" y="2"/>
                  <a:pt x="259" y="2"/>
                </a:cubicBezTo>
                <a:cubicBezTo>
                  <a:pt x="85" y="2"/>
                  <a:pt x="85" y="2"/>
                  <a:pt x="85" y="2"/>
                </a:cubicBezTo>
                <a:cubicBezTo>
                  <a:pt x="83" y="2"/>
                  <a:pt x="82" y="3"/>
                  <a:pt x="81" y="4"/>
                </a:cubicBezTo>
                <a:cubicBezTo>
                  <a:pt x="80" y="5"/>
                  <a:pt x="79" y="6"/>
                  <a:pt x="79" y="8"/>
                </a:cubicBezTo>
                <a:cubicBezTo>
                  <a:pt x="79" y="331"/>
                  <a:pt x="79" y="331"/>
                  <a:pt x="79" y="331"/>
                </a:cubicBezTo>
                <a:cubicBezTo>
                  <a:pt x="79" y="333"/>
                  <a:pt x="80" y="334"/>
                  <a:pt x="81" y="335"/>
                </a:cubicBezTo>
                <a:cubicBezTo>
                  <a:pt x="82" y="336"/>
                  <a:pt x="83" y="337"/>
                  <a:pt x="85" y="337"/>
                </a:cubicBezTo>
                <a:cubicBezTo>
                  <a:pt x="329" y="337"/>
                  <a:pt x="329" y="337"/>
                  <a:pt x="329" y="337"/>
                </a:cubicBezTo>
                <a:cubicBezTo>
                  <a:pt x="331" y="337"/>
                  <a:pt x="332" y="336"/>
                  <a:pt x="333" y="335"/>
                </a:cubicBezTo>
                <a:cubicBezTo>
                  <a:pt x="334" y="334"/>
                  <a:pt x="335" y="333"/>
                  <a:pt x="335" y="331"/>
                </a:cubicBezTo>
                <a:cubicBezTo>
                  <a:pt x="335" y="71"/>
                  <a:pt x="335" y="71"/>
                  <a:pt x="335" y="71"/>
                </a:cubicBezTo>
                <a:cubicBezTo>
                  <a:pt x="335" y="69"/>
                  <a:pt x="334" y="67"/>
                  <a:pt x="333" y="66"/>
                </a:cubicBezTo>
                <a:close/>
                <a:moveTo>
                  <a:pt x="323" y="325"/>
                </a:moveTo>
                <a:cubicBezTo>
                  <a:pt x="91" y="325"/>
                  <a:pt x="91" y="325"/>
                  <a:pt x="91" y="325"/>
                </a:cubicBezTo>
                <a:cubicBezTo>
                  <a:pt x="91" y="14"/>
                  <a:pt x="91" y="14"/>
                  <a:pt x="91" y="14"/>
                </a:cubicBezTo>
                <a:cubicBezTo>
                  <a:pt x="257" y="14"/>
                  <a:pt x="257" y="14"/>
                  <a:pt x="257" y="14"/>
                </a:cubicBezTo>
                <a:cubicBezTo>
                  <a:pt x="319" y="69"/>
                  <a:pt x="319" y="69"/>
                  <a:pt x="319" y="69"/>
                </a:cubicBezTo>
                <a:cubicBezTo>
                  <a:pt x="269" y="69"/>
                  <a:pt x="269" y="69"/>
                  <a:pt x="269" y="69"/>
                </a:cubicBezTo>
                <a:cubicBezTo>
                  <a:pt x="269" y="31"/>
                  <a:pt x="269" y="31"/>
                  <a:pt x="269" y="31"/>
                </a:cubicBezTo>
                <a:cubicBezTo>
                  <a:pt x="269" y="28"/>
                  <a:pt x="266" y="25"/>
                  <a:pt x="263" y="25"/>
                </a:cubicBezTo>
                <a:cubicBezTo>
                  <a:pt x="259" y="25"/>
                  <a:pt x="257" y="28"/>
                  <a:pt x="257" y="31"/>
                </a:cubicBezTo>
                <a:cubicBezTo>
                  <a:pt x="257" y="75"/>
                  <a:pt x="257" y="75"/>
                  <a:pt x="257" y="75"/>
                </a:cubicBezTo>
                <a:cubicBezTo>
                  <a:pt x="257" y="77"/>
                  <a:pt x="257" y="78"/>
                  <a:pt x="258" y="80"/>
                </a:cubicBezTo>
                <a:cubicBezTo>
                  <a:pt x="260" y="81"/>
                  <a:pt x="261" y="81"/>
                  <a:pt x="263" y="81"/>
                </a:cubicBezTo>
                <a:cubicBezTo>
                  <a:pt x="323" y="81"/>
                  <a:pt x="323" y="81"/>
                  <a:pt x="323" y="81"/>
                </a:cubicBezTo>
                <a:lnTo>
                  <a:pt x="323" y="325"/>
                </a:lnTo>
                <a:close/>
                <a:moveTo>
                  <a:pt x="141" y="56"/>
                </a:moveTo>
                <a:cubicBezTo>
                  <a:pt x="121" y="77"/>
                  <a:pt x="121" y="77"/>
                  <a:pt x="121" y="77"/>
                </a:cubicBezTo>
                <a:cubicBezTo>
                  <a:pt x="107" y="63"/>
                  <a:pt x="107" y="63"/>
                  <a:pt x="107" y="63"/>
                </a:cubicBezTo>
                <a:cubicBezTo>
                  <a:pt x="105" y="61"/>
                  <a:pt x="101" y="61"/>
                  <a:pt x="99" y="63"/>
                </a:cubicBezTo>
                <a:cubicBezTo>
                  <a:pt x="96" y="65"/>
                  <a:pt x="96" y="69"/>
                  <a:pt x="99" y="72"/>
                </a:cubicBezTo>
                <a:cubicBezTo>
                  <a:pt x="117" y="89"/>
                  <a:pt x="117" y="89"/>
                  <a:pt x="117" y="89"/>
                </a:cubicBezTo>
                <a:cubicBezTo>
                  <a:pt x="118" y="91"/>
                  <a:pt x="119" y="91"/>
                  <a:pt x="121" y="91"/>
                </a:cubicBezTo>
                <a:cubicBezTo>
                  <a:pt x="122" y="91"/>
                  <a:pt x="124" y="91"/>
                  <a:pt x="125" y="89"/>
                </a:cubicBezTo>
                <a:cubicBezTo>
                  <a:pt x="150" y="65"/>
                  <a:pt x="150" y="65"/>
                  <a:pt x="150" y="65"/>
                </a:cubicBezTo>
                <a:cubicBezTo>
                  <a:pt x="152" y="62"/>
                  <a:pt x="152" y="58"/>
                  <a:pt x="150" y="56"/>
                </a:cubicBezTo>
                <a:cubicBezTo>
                  <a:pt x="148" y="54"/>
                  <a:pt x="144" y="54"/>
                  <a:pt x="141" y="56"/>
                </a:cubicBezTo>
                <a:close/>
                <a:moveTo>
                  <a:pt x="141" y="122"/>
                </a:moveTo>
                <a:cubicBezTo>
                  <a:pt x="120" y="143"/>
                  <a:pt x="120" y="143"/>
                  <a:pt x="120" y="143"/>
                </a:cubicBezTo>
                <a:cubicBezTo>
                  <a:pt x="108" y="130"/>
                  <a:pt x="108" y="130"/>
                  <a:pt x="108" y="130"/>
                </a:cubicBezTo>
                <a:cubicBezTo>
                  <a:pt x="106" y="128"/>
                  <a:pt x="102" y="128"/>
                  <a:pt x="99" y="130"/>
                </a:cubicBezTo>
                <a:cubicBezTo>
                  <a:pt x="97" y="133"/>
                  <a:pt x="97" y="137"/>
                  <a:pt x="99" y="139"/>
                </a:cubicBezTo>
                <a:cubicBezTo>
                  <a:pt x="116" y="156"/>
                  <a:pt x="116" y="156"/>
                  <a:pt x="116" y="156"/>
                </a:cubicBezTo>
                <a:cubicBezTo>
                  <a:pt x="117" y="157"/>
                  <a:pt x="119" y="158"/>
                  <a:pt x="120" y="158"/>
                </a:cubicBezTo>
                <a:cubicBezTo>
                  <a:pt x="122" y="158"/>
                  <a:pt x="124" y="157"/>
                  <a:pt x="125" y="156"/>
                </a:cubicBezTo>
                <a:cubicBezTo>
                  <a:pt x="150" y="131"/>
                  <a:pt x="150" y="131"/>
                  <a:pt x="150" y="131"/>
                </a:cubicBezTo>
                <a:cubicBezTo>
                  <a:pt x="152" y="129"/>
                  <a:pt x="152" y="125"/>
                  <a:pt x="150" y="122"/>
                </a:cubicBezTo>
                <a:cubicBezTo>
                  <a:pt x="147" y="120"/>
                  <a:pt x="143" y="120"/>
                  <a:pt x="141" y="122"/>
                </a:cubicBezTo>
                <a:close/>
                <a:moveTo>
                  <a:pt x="125" y="191"/>
                </a:moveTo>
                <a:cubicBezTo>
                  <a:pt x="110" y="191"/>
                  <a:pt x="110" y="191"/>
                  <a:pt x="110" y="191"/>
                </a:cubicBezTo>
                <a:cubicBezTo>
                  <a:pt x="105" y="191"/>
                  <a:pt x="100" y="195"/>
                  <a:pt x="100" y="201"/>
                </a:cubicBezTo>
                <a:cubicBezTo>
                  <a:pt x="100" y="214"/>
                  <a:pt x="100" y="214"/>
                  <a:pt x="100" y="214"/>
                </a:cubicBezTo>
                <a:cubicBezTo>
                  <a:pt x="100" y="220"/>
                  <a:pt x="105" y="224"/>
                  <a:pt x="110" y="224"/>
                </a:cubicBezTo>
                <a:cubicBezTo>
                  <a:pt x="125" y="224"/>
                  <a:pt x="125" y="224"/>
                  <a:pt x="125" y="224"/>
                </a:cubicBezTo>
                <a:cubicBezTo>
                  <a:pt x="130" y="224"/>
                  <a:pt x="135" y="220"/>
                  <a:pt x="135" y="214"/>
                </a:cubicBezTo>
                <a:cubicBezTo>
                  <a:pt x="135" y="201"/>
                  <a:pt x="135" y="201"/>
                  <a:pt x="135" y="201"/>
                </a:cubicBezTo>
                <a:cubicBezTo>
                  <a:pt x="135" y="195"/>
                  <a:pt x="130" y="191"/>
                  <a:pt x="125" y="191"/>
                </a:cubicBezTo>
                <a:close/>
                <a:moveTo>
                  <a:pt x="123" y="212"/>
                </a:moveTo>
                <a:cubicBezTo>
                  <a:pt x="112" y="212"/>
                  <a:pt x="112" y="212"/>
                  <a:pt x="112" y="212"/>
                </a:cubicBezTo>
                <a:cubicBezTo>
                  <a:pt x="112" y="203"/>
                  <a:pt x="112" y="203"/>
                  <a:pt x="112" y="203"/>
                </a:cubicBezTo>
                <a:cubicBezTo>
                  <a:pt x="123" y="203"/>
                  <a:pt x="123" y="203"/>
                  <a:pt x="123" y="203"/>
                </a:cubicBezTo>
                <a:lnTo>
                  <a:pt x="123" y="212"/>
                </a:lnTo>
                <a:close/>
                <a:moveTo>
                  <a:pt x="125" y="258"/>
                </a:moveTo>
                <a:cubicBezTo>
                  <a:pt x="110" y="258"/>
                  <a:pt x="110" y="258"/>
                  <a:pt x="110" y="258"/>
                </a:cubicBezTo>
                <a:cubicBezTo>
                  <a:pt x="105" y="258"/>
                  <a:pt x="101" y="262"/>
                  <a:pt x="101" y="268"/>
                </a:cubicBezTo>
                <a:cubicBezTo>
                  <a:pt x="101" y="281"/>
                  <a:pt x="101" y="281"/>
                  <a:pt x="101" y="281"/>
                </a:cubicBezTo>
                <a:cubicBezTo>
                  <a:pt x="101" y="287"/>
                  <a:pt x="105" y="291"/>
                  <a:pt x="110" y="291"/>
                </a:cubicBezTo>
                <a:cubicBezTo>
                  <a:pt x="125" y="291"/>
                  <a:pt x="125" y="291"/>
                  <a:pt x="125" y="291"/>
                </a:cubicBezTo>
                <a:cubicBezTo>
                  <a:pt x="130" y="291"/>
                  <a:pt x="135" y="287"/>
                  <a:pt x="135" y="281"/>
                </a:cubicBezTo>
                <a:cubicBezTo>
                  <a:pt x="135" y="268"/>
                  <a:pt x="135" y="268"/>
                  <a:pt x="135" y="268"/>
                </a:cubicBezTo>
                <a:cubicBezTo>
                  <a:pt x="135" y="262"/>
                  <a:pt x="130" y="258"/>
                  <a:pt x="125" y="258"/>
                </a:cubicBezTo>
                <a:close/>
                <a:moveTo>
                  <a:pt x="123" y="279"/>
                </a:moveTo>
                <a:cubicBezTo>
                  <a:pt x="112" y="279"/>
                  <a:pt x="112" y="279"/>
                  <a:pt x="112" y="279"/>
                </a:cubicBezTo>
                <a:cubicBezTo>
                  <a:pt x="112" y="270"/>
                  <a:pt x="112" y="270"/>
                  <a:pt x="112" y="270"/>
                </a:cubicBezTo>
                <a:cubicBezTo>
                  <a:pt x="123" y="270"/>
                  <a:pt x="123" y="270"/>
                  <a:pt x="123" y="270"/>
                </a:cubicBezTo>
                <a:lnTo>
                  <a:pt x="123" y="279"/>
                </a:lnTo>
                <a:close/>
                <a:moveTo>
                  <a:pt x="162" y="69"/>
                </a:moveTo>
                <a:cubicBezTo>
                  <a:pt x="244" y="69"/>
                  <a:pt x="244" y="69"/>
                  <a:pt x="244" y="69"/>
                </a:cubicBezTo>
                <a:cubicBezTo>
                  <a:pt x="248" y="69"/>
                  <a:pt x="250" y="66"/>
                  <a:pt x="250" y="63"/>
                </a:cubicBezTo>
                <a:cubicBezTo>
                  <a:pt x="250" y="60"/>
                  <a:pt x="248" y="57"/>
                  <a:pt x="244" y="57"/>
                </a:cubicBezTo>
                <a:cubicBezTo>
                  <a:pt x="162" y="57"/>
                  <a:pt x="162" y="57"/>
                  <a:pt x="162" y="57"/>
                </a:cubicBezTo>
                <a:cubicBezTo>
                  <a:pt x="158" y="57"/>
                  <a:pt x="156" y="60"/>
                  <a:pt x="156" y="63"/>
                </a:cubicBezTo>
                <a:cubicBezTo>
                  <a:pt x="156" y="66"/>
                  <a:pt x="158" y="69"/>
                  <a:pt x="162" y="69"/>
                </a:cubicBezTo>
                <a:close/>
                <a:moveTo>
                  <a:pt x="162" y="91"/>
                </a:moveTo>
                <a:cubicBezTo>
                  <a:pt x="203" y="91"/>
                  <a:pt x="203" y="91"/>
                  <a:pt x="203" y="91"/>
                </a:cubicBezTo>
                <a:cubicBezTo>
                  <a:pt x="206" y="91"/>
                  <a:pt x="209" y="88"/>
                  <a:pt x="209" y="85"/>
                </a:cubicBezTo>
                <a:cubicBezTo>
                  <a:pt x="209" y="81"/>
                  <a:pt x="206" y="79"/>
                  <a:pt x="203" y="79"/>
                </a:cubicBezTo>
                <a:cubicBezTo>
                  <a:pt x="162" y="79"/>
                  <a:pt x="162" y="79"/>
                  <a:pt x="162" y="79"/>
                </a:cubicBezTo>
                <a:cubicBezTo>
                  <a:pt x="158" y="79"/>
                  <a:pt x="156" y="81"/>
                  <a:pt x="156" y="85"/>
                </a:cubicBezTo>
                <a:cubicBezTo>
                  <a:pt x="156" y="88"/>
                  <a:pt x="158" y="91"/>
                  <a:pt x="162" y="91"/>
                </a:cubicBezTo>
                <a:close/>
                <a:moveTo>
                  <a:pt x="162" y="124"/>
                </a:moveTo>
                <a:cubicBezTo>
                  <a:pt x="158" y="124"/>
                  <a:pt x="156" y="126"/>
                  <a:pt x="156" y="130"/>
                </a:cubicBezTo>
                <a:cubicBezTo>
                  <a:pt x="156" y="133"/>
                  <a:pt x="158" y="136"/>
                  <a:pt x="162" y="136"/>
                </a:cubicBezTo>
                <a:cubicBezTo>
                  <a:pt x="191" y="136"/>
                  <a:pt x="191" y="136"/>
                  <a:pt x="191" y="136"/>
                </a:cubicBezTo>
                <a:cubicBezTo>
                  <a:pt x="194" y="136"/>
                  <a:pt x="197" y="133"/>
                  <a:pt x="197" y="130"/>
                </a:cubicBezTo>
                <a:cubicBezTo>
                  <a:pt x="197" y="126"/>
                  <a:pt x="194" y="124"/>
                  <a:pt x="191" y="124"/>
                </a:cubicBezTo>
                <a:lnTo>
                  <a:pt x="162" y="124"/>
                </a:lnTo>
                <a:close/>
                <a:moveTo>
                  <a:pt x="202" y="130"/>
                </a:moveTo>
                <a:cubicBezTo>
                  <a:pt x="202" y="133"/>
                  <a:pt x="205" y="136"/>
                  <a:pt x="208" y="136"/>
                </a:cubicBezTo>
                <a:cubicBezTo>
                  <a:pt x="268" y="136"/>
                  <a:pt x="268" y="136"/>
                  <a:pt x="268" y="136"/>
                </a:cubicBezTo>
                <a:cubicBezTo>
                  <a:pt x="271" y="136"/>
                  <a:pt x="274" y="133"/>
                  <a:pt x="274" y="130"/>
                </a:cubicBezTo>
                <a:cubicBezTo>
                  <a:pt x="274" y="126"/>
                  <a:pt x="271" y="124"/>
                  <a:pt x="268" y="124"/>
                </a:cubicBezTo>
                <a:cubicBezTo>
                  <a:pt x="208" y="124"/>
                  <a:pt x="208" y="124"/>
                  <a:pt x="208" y="124"/>
                </a:cubicBezTo>
                <a:cubicBezTo>
                  <a:pt x="205" y="124"/>
                  <a:pt x="202" y="126"/>
                  <a:pt x="202" y="130"/>
                </a:cubicBezTo>
                <a:close/>
                <a:moveTo>
                  <a:pt x="162" y="159"/>
                </a:moveTo>
                <a:cubicBezTo>
                  <a:pt x="224" y="159"/>
                  <a:pt x="224" y="159"/>
                  <a:pt x="224" y="159"/>
                </a:cubicBezTo>
                <a:cubicBezTo>
                  <a:pt x="227" y="159"/>
                  <a:pt x="230" y="156"/>
                  <a:pt x="230" y="153"/>
                </a:cubicBezTo>
                <a:cubicBezTo>
                  <a:pt x="230" y="149"/>
                  <a:pt x="227" y="147"/>
                  <a:pt x="224" y="147"/>
                </a:cubicBezTo>
                <a:cubicBezTo>
                  <a:pt x="162" y="147"/>
                  <a:pt x="162" y="147"/>
                  <a:pt x="162" y="147"/>
                </a:cubicBezTo>
                <a:cubicBezTo>
                  <a:pt x="158" y="147"/>
                  <a:pt x="156" y="149"/>
                  <a:pt x="156" y="153"/>
                </a:cubicBezTo>
                <a:cubicBezTo>
                  <a:pt x="156" y="156"/>
                  <a:pt x="158" y="159"/>
                  <a:pt x="162" y="159"/>
                </a:cubicBezTo>
                <a:close/>
                <a:moveTo>
                  <a:pt x="267" y="159"/>
                </a:moveTo>
                <a:cubicBezTo>
                  <a:pt x="270" y="159"/>
                  <a:pt x="273" y="156"/>
                  <a:pt x="273" y="153"/>
                </a:cubicBezTo>
                <a:cubicBezTo>
                  <a:pt x="273" y="149"/>
                  <a:pt x="270" y="147"/>
                  <a:pt x="267" y="147"/>
                </a:cubicBezTo>
                <a:cubicBezTo>
                  <a:pt x="238" y="147"/>
                  <a:pt x="238" y="147"/>
                  <a:pt x="238" y="147"/>
                </a:cubicBezTo>
                <a:cubicBezTo>
                  <a:pt x="235" y="147"/>
                  <a:pt x="232" y="149"/>
                  <a:pt x="232" y="153"/>
                </a:cubicBezTo>
                <a:cubicBezTo>
                  <a:pt x="232" y="156"/>
                  <a:pt x="235" y="159"/>
                  <a:pt x="238" y="159"/>
                </a:cubicBezTo>
                <a:lnTo>
                  <a:pt x="267" y="159"/>
                </a:lnTo>
                <a:close/>
                <a:moveTo>
                  <a:pt x="282" y="136"/>
                </a:moveTo>
                <a:cubicBezTo>
                  <a:pt x="300" y="136"/>
                  <a:pt x="300" y="136"/>
                  <a:pt x="300" y="136"/>
                </a:cubicBezTo>
                <a:cubicBezTo>
                  <a:pt x="303" y="136"/>
                  <a:pt x="306" y="133"/>
                  <a:pt x="306" y="130"/>
                </a:cubicBezTo>
                <a:cubicBezTo>
                  <a:pt x="306" y="126"/>
                  <a:pt x="303" y="124"/>
                  <a:pt x="300" y="124"/>
                </a:cubicBezTo>
                <a:cubicBezTo>
                  <a:pt x="282" y="124"/>
                  <a:pt x="282" y="124"/>
                  <a:pt x="282" y="124"/>
                </a:cubicBezTo>
                <a:cubicBezTo>
                  <a:pt x="278" y="124"/>
                  <a:pt x="276" y="126"/>
                  <a:pt x="276" y="130"/>
                </a:cubicBezTo>
                <a:cubicBezTo>
                  <a:pt x="276" y="133"/>
                  <a:pt x="278" y="136"/>
                  <a:pt x="282" y="136"/>
                </a:cubicBezTo>
                <a:close/>
                <a:moveTo>
                  <a:pt x="162" y="202"/>
                </a:moveTo>
                <a:cubicBezTo>
                  <a:pt x="204" y="202"/>
                  <a:pt x="204" y="202"/>
                  <a:pt x="204" y="202"/>
                </a:cubicBezTo>
                <a:cubicBezTo>
                  <a:pt x="207" y="202"/>
                  <a:pt x="210" y="199"/>
                  <a:pt x="210" y="196"/>
                </a:cubicBezTo>
                <a:cubicBezTo>
                  <a:pt x="210" y="193"/>
                  <a:pt x="207" y="190"/>
                  <a:pt x="204" y="190"/>
                </a:cubicBezTo>
                <a:cubicBezTo>
                  <a:pt x="162" y="190"/>
                  <a:pt x="162" y="190"/>
                  <a:pt x="162" y="190"/>
                </a:cubicBezTo>
                <a:cubicBezTo>
                  <a:pt x="158" y="190"/>
                  <a:pt x="156" y="193"/>
                  <a:pt x="156" y="196"/>
                </a:cubicBezTo>
                <a:cubicBezTo>
                  <a:pt x="156" y="199"/>
                  <a:pt x="158" y="202"/>
                  <a:pt x="162" y="202"/>
                </a:cubicBezTo>
                <a:close/>
                <a:moveTo>
                  <a:pt x="301" y="190"/>
                </a:moveTo>
                <a:cubicBezTo>
                  <a:pt x="222" y="190"/>
                  <a:pt x="222" y="190"/>
                  <a:pt x="222" y="190"/>
                </a:cubicBezTo>
                <a:cubicBezTo>
                  <a:pt x="218" y="190"/>
                  <a:pt x="216" y="193"/>
                  <a:pt x="216" y="196"/>
                </a:cubicBezTo>
                <a:cubicBezTo>
                  <a:pt x="216" y="199"/>
                  <a:pt x="218" y="202"/>
                  <a:pt x="222" y="202"/>
                </a:cubicBezTo>
                <a:cubicBezTo>
                  <a:pt x="301" y="202"/>
                  <a:pt x="301" y="202"/>
                  <a:pt x="301" y="202"/>
                </a:cubicBezTo>
                <a:cubicBezTo>
                  <a:pt x="304" y="202"/>
                  <a:pt x="307" y="199"/>
                  <a:pt x="307" y="196"/>
                </a:cubicBezTo>
                <a:cubicBezTo>
                  <a:pt x="307" y="193"/>
                  <a:pt x="304" y="190"/>
                  <a:pt x="301" y="190"/>
                </a:cubicBezTo>
                <a:close/>
                <a:moveTo>
                  <a:pt x="241" y="219"/>
                </a:moveTo>
                <a:cubicBezTo>
                  <a:pt x="241" y="215"/>
                  <a:pt x="239" y="213"/>
                  <a:pt x="235" y="213"/>
                </a:cubicBezTo>
                <a:cubicBezTo>
                  <a:pt x="162" y="213"/>
                  <a:pt x="162" y="213"/>
                  <a:pt x="162" y="213"/>
                </a:cubicBezTo>
                <a:cubicBezTo>
                  <a:pt x="158" y="213"/>
                  <a:pt x="156" y="215"/>
                  <a:pt x="156" y="219"/>
                </a:cubicBezTo>
                <a:cubicBezTo>
                  <a:pt x="156" y="222"/>
                  <a:pt x="158" y="225"/>
                  <a:pt x="162" y="225"/>
                </a:cubicBezTo>
                <a:cubicBezTo>
                  <a:pt x="235" y="225"/>
                  <a:pt x="235" y="225"/>
                  <a:pt x="235" y="225"/>
                </a:cubicBezTo>
                <a:cubicBezTo>
                  <a:pt x="239" y="225"/>
                  <a:pt x="241" y="222"/>
                  <a:pt x="241" y="219"/>
                </a:cubicBezTo>
                <a:close/>
                <a:moveTo>
                  <a:pt x="162" y="258"/>
                </a:moveTo>
                <a:cubicBezTo>
                  <a:pt x="158" y="258"/>
                  <a:pt x="156" y="260"/>
                  <a:pt x="156" y="264"/>
                </a:cubicBezTo>
                <a:cubicBezTo>
                  <a:pt x="156" y="267"/>
                  <a:pt x="158" y="270"/>
                  <a:pt x="162" y="270"/>
                </a:cubicBezTo>
                <a:cubicBezTo>
                  <a:pt x="213" y="270"/>
                  <a:pt x="213" y="270"/>
                  <a:pt x="213" y="270"/>
                </a:cubicBezTo>
                <a:cubicBezTo>
                  <a:pt x="216" y="270"/>
                  <a:pt x="219" y="267"/>
                  <a:pt x="219" y="264"/>
                </a:cubicBezTo>
                <a:cubicBezTo>
                  <a:pt x="219" y="260"/>
                  <a:pt x="216" y="258"/>
                  <a:pt x="213" y="258"/>
                </a:cubicBezTo>
                <a:lnTo>
                  <a:pt x="162" y="258"/>
                </a:lnTo>
                <a:close/>
                <a:moveTo>
                  <a:pt x="245" y="258"/>
                </a:moveTo>
                <a:cubicBezTo>
                  <a:pt x="228" y="258"/>
                  <a:pt x="228" y="258"/>
                  <a:pt x="228" y="258"/>
                </a:cubicBezTo>
                <a:cubicBezTo>
                  <a:pt x="225" y="258"/>
                  <a:pt x="222" y="260"/>
                  <a:pt x="222" y="264"/>
                </a:cubicBezTo>
                <a:cubicBezTo>
                  <a:pt x="222" y="267"/>
                  <a:pt x="225" y="270"/>
                  <a:pt x="228" y="270"/>
                </a:cubicBezTo>
                <a:cubicBezTo>
                  <a:pt x="245" y="270"/>
                  <a:pt x="245" y="270"/>
                  <a:pt x="245" y="270"/>
                </a:cubicBezTo>
                <a:cubicBezTo>
                  <a:pt x="249" y="270"/>
                  <a:pt x="251" y="267"/>
                  <a:pt x="251" y="264"/>
                </a:cubicBezTo>
                <a:cubicBezTo>
                  <a:pt x="251" y="260"/>
                  <a:pt x="249" y="258"/>
                  <a:pt x="245" y="258"/>
                </a:cubicBezTo>
                <a:close/>
                <a:moveTo>
                  <a:pt x="300" y="258"/>
                </a:moveTo>
                <a:cubicBezTo>
                  <a:pt x="262" y="258"/>
                  <a:pt x="262" y="258"/>
                  <a:pt x="262" y="258"/>
                </a:cubicBezTo>
                <a:cubicBezTo>
                  <a:pt x="258" y="258"/>
                  <a:pt x="256" y="260"/>
                  <a:pt x="256" y="264"/>
                </a:cubicBezTo>
                <a:cubicBezTo>
                  <a:pt x="256" y="267"/>
                  <a:pt x="258" y="270"/>
                  <a:pt x="262" y="270"/>
                </a:cubicBezTo>
                <a:cubicBezTo>
                  <a:pt x="300" y="270"/>
                  <a:pt x="300" y="270"/>
                  <a:pt x="300" y="270"/>
                </a:cubicBezTo>
                <a:cubicBezTo>
                  <a:pt x="304" y="270"/>
                  <a:pt x="306" y="267"/>
                  <a:pt x="306" y="264"/>
                </a:cubicBezTo>
                <a:cubicBezTo>
                  <a:pt x="306" y="260"/>
                  <a:pt x="304" y="258"/>
                  <a:pt x="300" y="258"/>
                </a:cubicBezTo>
                <a:close/>
                <a:moveTo>
                  <a:pt x="193" y="280"/>
                </a:moveTo>
                <a:cubicBezTo>
                  <a:pt x="162" y="280"/>
                  <a:pt x="162" y="280"/>
                  <a:pt x="162" y="280"/>
                </a:cubicBezTo>
                <a:cubicBezTo>
                  <a:pt x="158" y="280"/>
                  <a:pt x="156" y="282"/>
                  <a:pt x="156" y="286"/>
                </a:cubicBezTo>
                <a:cubicBezTo>
                  <a:pt x="156" y="289"/>
                  <a:pt x="158" y="292"/>
                  <a:pt x="162" y="292"/>
                </a:cubicBezTo>
                <a:cubicBezTo>
                  <a:pt x="193" y="292"/>
                  <a:pt x="193" y="292"/>
                  <a:pt x="193" y="292"/>
                </a:cubicBezTo>
                <a:cubicBezTo>
                  <a:pt x="197" y="292"/>
                  <a:pt x="199" y="289"/>
                  <a:pt x="199" y="286"/>
                </a:cubicBezTo>
                <a:cubicBezTo>
                  <a:pt x="199" y="282"/>
                  <a:pt x="197" y="280"/>
                  <a:pt x="193" y="280"/>
                </a:cubicBezTo>
                <a:close/>
                <a:moveTo>
                  <a:pt x="237" y="280"/>
                </a:moveTo>
                <a:cubicBezTo>
                  <a:pt x="209" y="280"/>
                  <a:pt x="209" y="280"/>
                  <a:pt x="209" y="280"/>
                </a:cubicBezTo>
                <a:cubicBezTo>
                  <a:pt x="206" y="280"/>
                  <a:pt x="203" y="282"/>
                  <a:pt x="203" y="286"/>
                </a:cubicBezTo>
                <a:cubicBezTo>
                  <a:pt x="203" y="289"/>
                  <a:pt x="206" y="292"/>
                  <a:pt x="209" y="292"/>
                </a:cubicBezTo>
                <a:cubicBezTo>
                  <a:pt x="237" y="292"/>
                  <a:pt x="237" y="292"/>
                  <a:pt x="237" y="292"/>
                </a:cubicBezTo>
                <a:cubicBezTo>
                  <a:pt x="240" y="292"/>
                  <a:pt x="242" y="289"/>
                  <a:pt x="242" y="286"/>
                </a:cubicBezTo>
                <a:cubicBezTo>
                  <a:pt x="242" y="282"/>
                  <a:pt x="240" y="280"/>
                  <a:pt x="237" y="280"/>
                </a:cubicBezTo>
                <a:close/>
                <a:moveTo>
                  <a:pt x="46" y="319"/>
                </a:moveTo>
                <a:cubicBezTo>
                  <a:pt x="43" y="319"/>
                  <a:pt x="40" y="322"/>
                  <a:pt x="40" y="325"/>
                </a:cubicBezTo>
                <a:cubicBezTo>
                  <a:pt x="40" y="334"/>
                  <a:pt x="40" y="334"/>
                  <a:pt x="40" y="334"/>
                </a:cubicBezTo>
                <a:cubicBezTo>
                  <a:pt x="40" y="337"/>
                  <a:pt x="43" y="340"/>
                  <a:pt x="46" y="340"/>
                </a:cubicBezTo>
                <a:cubicBezTo>
                  <a:pt x="50" y="340"/>
                  <a:pt x="52" y="337"/>
                  <a:pt x="52" y="334"/>
                </a:cubicBezTo>
                <a:cubicBezTo>
                  <a:pt x="52" y="325"/>
                  <a:pt x="52" y="325"/>
                  <a:pt x="52" y="325"/>
                </a:cubicBezTo>
                <a:cubicBezTo>
                  <a:pt x="52" y="322"/>
                  <a:pt x="50" y="319"/>
                  <a:pt x="46" y="319"/>
                </a:cubicBezTo>
                <a:close/>
              </a:path>
            </a:pathLst>
          </a:custGeom>
          <a:solidFill>
            <a:schemeClr val="accent3"/>
          </a:solidFill>
          <a:ln>
            <a:noFill/>
          </a:ln>
        </p:spPr>
        <p:txBody>
          <a:bodyPr vert="horz" wrap="square" lIns="91440" tIns="45720" rIns="91440" bIns="45720" numCol="1" anchor="t" anchorCtr="0" compatLnSpc="1">
            <a:prstTxWarp prst="textNoShape">
              <a:avLst/>
            </a:prstTxWarp>
          </a:bodyPr>
          <a:lstStyle/>
          <a:p>
            <a:endParaRPr lang="en-US"/>
          </a:p>
        </p:txBody>
      </p:sp>
      <p:sp>
        <p:nvSpPr>
          <p:cNvPr id="14" name="Rounded Rectangle 13"/>
          <p:cNvSpPr/>
          <p:nvPr/>
        </p:nvSpPr>
        <p:spPr>
          <a:xfrm>
            <a:off x="723900" y="5769657"/>
            <a:ext cx="1181812" cy="364443"/>
          </a:xfrm>
          <a:prstGeom prst="roundRect">
            <a:avLst>
              <a:gd name="adj" fmla="val 5000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latin typeface="Open Sans" panose="020B0606030504020204" pitchFamily="34" charset="0"/>
                <a:ea typeface="Open Sans" panose="020B0606030504020204" pitchFamily="34" charset="0"/>
                <a:cs typeface="Open Sans" panose="020B0606030504020204" pitchFamily="34" charset="0"/>
              </a:rPr>
              <a:t>Read More</a:t>
            </a:r>
          </a:p>
        </p:txBody>
      </p:sp>
      <p:sp>
        <p:nvSpPr>
          <p:cNvPr id="18" name="Rounded Rectangle 17"/>
          <p:cNvSpPr/>
          <p:nvPr/>
        </p:nvSpPr>
        <p:spPr>
          <a:xfrm>
            <a:off x="6772275" y="1924050"/>
            <a:ext cx="933450" cy="952500"/>
          </a:xfrm>
          <a:prstGeom prst="round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6">
            <a:extLst>
              <a:ext uri="{FF2B5EF4-FFF2-40B4-BE49-F238E27FC236}">
                <a16:creationId xmlns:a16="http://schemas.microsoft.com/office/drawing/2014/main" id="{C47046DC-327B-CA0B-0B01-CB7A7DF56E4A}"/>
              </a:ext>
            </a:extLst>
          </p:cNvPr>
          <p:cNvSpPr>
            <a:spLocks noEditPoints="1"/>
          </p:cNvSpPr>
          <p:nvPr/>
        </p:nvSpPr>
        <p:spPr bwMode="auto">
          <a:xfrm>
            <a:off x="6962430" y="2124953"/>
            <a:ext cx="553141" cy="550695"/>
          </a:xfrm>
          <a:custGeom>
            <a:avLst/>
            <a:gdLst>
              <a:gd name="T0" fmla="*/ 53 w 340"/>
              <a:gd name="T1" fmla="*/ 150 h 337"/>
              <a:gd name="T2" fmla="*/ 53 w 340"/>
              <a:gd name="T3" fmla="*/ 132 h 337"/>
              <a:gd name="T4" fmla="*/ 113 w 340"/>
              <a:gd name="T5" fmla="*/ 144 h 337"/>
              <a:gd name="T6" fmla="*/ 125 w 340"/>
              <a:gd name="T7" fmla="*/ 91 h 337"/>
              <a:gd name="T8" fmla="*/ 179 w 340"/>
              <a:gd name="T9" fmla="*/ 125 h 337"/>
              <a:gd name="T10" fmla="*/ 191 w 340"/>
              <a:gd name="T11" fmla="*/ 144 h 337"/>
              <a:gd name="T12" fmla="*/ 179 w 340"/>
              <a:gd name="T13" fmla="*/ 125 h 337"/>
              <a:gd name="T14" fmla="*/ 251 w 340"/>
              <a:gd name="T15" fmla="*/ 150 h 337"/>
              <a:gd name="T16" fmla="*/ 251 w 340"/>
              <a:gd name="T17" fmla="*/ 96 h 337"/>
              <a:gd name="T18" fmla="*/ 313 w 340"/>
              <a:gd name="T19" fmla="*/ 144 h 337"/>
              <a:gd name="T20" fmla="*/ 325 w 340"/>
              <a:gd name="T21" fmla="*/ 46 h 337"/>
              <a:gd name="T22" fmla="*/ 334 w 340"/>
              <a:gd name="T23" fmla="*/ 155 h 337"/>
              <a:gd name="T24" fmla="*/ 48 w 340"/>
              <a:gd name="T25" fmla="*/ 167 h 337"/>
              <a:gd name="T26" fmla="*/ 334 w 340"/>
              <a:gd name="T27" fmla="*/ 155 h 337"/>
              <a:gd name="T28" fmla="*/ 173 w 340"/>
              <a:gd name="T29" fmla="*/ 83 h 337"/>
              <a:gd name="T30" fmla="*/ 118 w 340"/>
              <a:gd name="T31" fmla="*/ 45 h 337"/>
              <a:gd name="T32" fmla="*/ 62 w 340"/>
              <a:gd name="T33" fmla="*/ 93 h 337"/>
              <a:gd name="T34" fmla="*/ 52 w 340"/>
              <a:gd name="T35" fmla="*/ 126 h 337"/>
              <a:gd name="T36" fmla="*/ 108 w 340"/>
              <a:gd name="T37" fmla="*/ 77 h 337"/>
              <a:gd name="T38" fmla="*/ 168 w 340"/>
              <a:gd name="T39" fmla="*/ 93 h 337"/>
              <a:gd name="T40" fmla="*/ 204 w 340"/>
              <a:gd name="T41" fmla="*/ 97 h 337"/>
              <a:gd name="T42" fmla="*/ 269 w 340"/>
              <a:gd name="T43" fmla="*/ 73 h 337"/>
              <a:gd name="T44" fmla="*/ 318 w 340"/>
              <a:gd name="T45" fmla="*/ 36 h 337"/>
              <a:gd name="T46" fmla="*/ 300 w 340"/>
              <a:gd name="T47" fmla="*/ 18 h 337"/>
              <a:gd name="T48" fmla="*/ 251 w 340"/>
              <a:gd name="T49" fmla="*/ 55 h 337"/>
              <a:gd name="T50" fmla="*/ 52 w 340"/>
              <a:gd name="T51" fmla="*/ 114 h 337"/>
              <a:gd name="T52" fmla="*/ 58 w 340"/>
              <a:gd name="T53" fmla="*/ 108 h 337"/>
              <a:gd name="T54" fmla="*/ 112 w 340"/>
              <a:gd name="T55" fmla="*/ 63 h 337"/>
              <a:gd name="T56" fmla="*/ 118 w 340"/>
              <a:gd name="T57" fmla="*/ 69 h 337"/>
              <a:gd name="T58" fmla="*/ 186 w 340"/>
              <a:gd name="T59" fmla="*/ 90 h 337"/>
              <a:gd name="T60" fmla="*/ 318 w 340"/>
              <a:gd name="T61" fmla="*/ 12 h 337"/>
              <a:gd name="T62" fmla="*/ 312 w 340"/>
              <a:gd name="T63" fmla="*/ 18 h 337"/>
              <a:gd name="T64" fmla="*/ 257 w 340"/>
              <a:gd name="T65" fmla="*/ 73 h 337"/>
              <a:gd name="T66" fmla="*/ 251 w 340"/>
              <a:gd name="T67" fmla="*/ 67 h 337"/>
              <a:gd name="T68" fmla="*/ 131 w 340"/>
              <a:gd name="T69" fmla="*/ 228 h 337"/>
              <a:gd name="T70" fmla="*/ 133 w 340"/>
              <a:gd name="T71" fmla="*/ 240 h 337"/>
              <a:gd name="T72" fmla="*/ 219 w 340"/>
              <a:gd name="T73" fmla="*/ 180 h 337"/>
              <a:gd name="T74" fmla="*/ 282 w 340"/>
              <a:gd name="T75" fmla="*/ 244 h 337"/>
              <a:gd name="T76" fmla="*/ 256 w 340"/>
              <a:gd name="T77" fmla="*/ 246 h 337"/>
              <a:gd name="T78" fmla="*/ 256 w 340"/>
              <a:gd name="T79" fmla="*/ 177 h 337"/>
              <a:gd name="T80" fmla="*/ 12 w 340"/>
              <a:gd name="T81" fmla="*/ 135 h 337"/>
              <a:gd name="T82" fmla="*/ 233 w 340"/>
              <a:gd name="T83" fmla="*/ 53 h 337"/>
              <a:gd name="T84" fmla="*/ 0 w 340"/>
              <a:gd name="T85" fmla="*/ 135 h 337"/>
              <a:gd name="T86" fmla="*/ 248 w 340"/>
              <a:gd name="T87" fmla="*/ 255 h 337"/>
              <a:gd name="T88" fmla="*/ 245 w 340"/>
              <a:gd name="T89" fmla="*/ 281 h 337"/>
              <a:gd name="T90" fmla="*/ 307 w 340"/>
              <a:gd name="T91" fmla="*/ 337 h 337"/>
              <a:gd name="T92" fmla="*/ 321 w 340"/>
              <a:gd name="T93" fmla="*/ 331 h 337"/>
              <a:gd name="T94" fmla="*/ 334 w 340"/>
              <a:gd name="T95" fmla="*/ 295 h 337"/>
              <a:gd name="T96" fmla="*/ 313 w 340"/>
              <a:gd name="T97" fmla="*/ 322 h 337"/>
              <a:gd name="T98" fmla="*/ 253 w 340"/>
              <a:gd name="T99" fmla="*/ 272 h 337"/>
              <a:gd name="T100" fmla="*/ 265 w 340"/>
              <a:gd name="T101" fmla="*/ 254 h 337"/>
              <a:gd name="T102" fmla="*/ 274 w 340"/>
              <a:gd name="T103" fmla="*/ 252 h 337"/>
              <a:gd name="T104" fmla="*/ 323 w 340"/>
              <a:gd name="T105" fmla="*/ 312 h 3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340" h="337">
                <a:moveTo>
                  <a:pt x="46" y="138"/>
                </a:moveTo>
                <a:cubicBezTo>
                  <a:pt x="46" y="144"/>
                  <a:pt x="46" y="144"/>
                  <a:pt x="46" y="144"/>
                </a:cubicBezTo>
                <a:cubicBezTo>
                  <a:pt x="46" y="148"/>
                  <a:pt x="49" y="150"/>
                  <a:pt x="53" y="150"/>
                </a:cubicBezTo>
                <a:cubicBezTo>
                  <a:pt x="56" y="150"/>
                  <a:pt x="59" y="148"/>
                  <a:pt x="59" y="144"/>
                </a:cubicBezTo>
                <a:cubicBezTo>
                  <a:pt x="59" y="138"/>
                  <a:pt x="59" y="138"/>
                  <a:pt x="59" y="138"/>
                </a:cubicBezTo>
                <a:cubicBezTo>
                  <a:pt x="59" y="134"/>
                  <a:pt x="56" y="132"/>
                  <a:pt x="53" y="132"/>
                </a:cubicBezTo>
                <a:cubicBezTo>
                  <a:pt x="49" y="132"/>
                  <a:pt x="46" y="134"/>
                  <a:pt x="46" y="138"/>
                </a:cubicBezTo>
                <a:close/>
                <a:moveTo>
                  <a:pt x="113" y="91"/>
                </a:moveTo>
                <a:cubicBezTo>
                  <a:pt x="113" y="144"/>
                  <a:pt x="113" y="144"/>
                  <a:pt x="113" y="144"/>
                </a:cubicBezTo>
                <a:cubicBezTo>
                  <a:pt x="113" y="148"/>
                  <a:pt x="116" y="150"/>
                  <a:pt x="119" y="150"/>
                </a:cubicBezTo>
                <a:cubicBezTo>
                  <a:pt x="122" y="150"/>
                  <a:pt x="125" y="148"/>
                  <a:pt x="125" y="144"/>
                </a:cubicBezTo>
                <a:cubicBezTo>
                  <a:pt x="125" y="91"/>
                  <a:pt x="125" y="91"/>
                  <a:pt x="125" y="91"/>
                </a:cubicBezTo>
                <a:cubicBezTo>
                  <a:pt x="125" y="88"/>
                  <a:pt x="122" y="85"/>
                  <a:pt x="119" y="85"/>
                </a:cubicBezTo>
                <a:cubicBezTo>
                  <a:pt x="116" y="85"/>
                  <a:pt x="113" y="88"/>
                  <a:pt x="113" y="91"/>
                </a:cubicBezTo>
                <a:close/>
                <a:moveTo>
                  <a:pt x="179" y="125"/>
                </a:moveTo>
                <a:cubicBezTo>
                  <a:pt x="179" y="144"/>
                  <a:pt x="179" y="144"/>
                  <a:pt x="179" y="144"/>
                </a:cubicBezTo>
                <a:cubicBezTo>
                  <a:pt x="179" y="148"/>
                  <a:pt x="182" y="150"/>
                  <a:pt x="185" y="150"/>
                </a:cubicBezTo>
                <a:cubicBezTo>
                  <a:pt x="188" y="150"/>
                  <a:pt x="191" y="148"/>
                  <a:pt x="191" y="144"/>
                </a:cubicBezTo>
                <a:cubicBezTo>
                  <a:pt x="191" y="125"/>
                  <a:pt x="191" y="125"/>
                  <a:pt x="191" y="125"/>
                </a:cubicBezTo>
                <a:cubicBezTo>
                  <a:pt x="191" y="121"/>
                  <a:pt x="188" y="119"/>
                  <a:pt x="185" y="119"/>
                </a:cubicBezTo>
                <a:cubicBezTo>
                  <a:pt x="182" y="119"/>
                  <a:pt x="179" y="121"/>
                  <a:pt x="179" y="125"/>
                </a:cubicBezTo>
                <a:close/>
                <a:moveTo>
                  <a:pt x="245" y="102"/>
                </a:moveTo>
                <a:cubicBezTo>
                  <a:pt x="245" y="144"/>
                  <a:pt x="245" y="144"/>
                  <a:pt x="245" y="144"/>
                </a:cubicBezTo>
                <a:cubicBezTo>
                  <a:pt x="245" y="148"/>
                  <a:pt x="248" y="150"/>
                  <a:pt x="251" y="150"/>
                </a:cubicBezTo>
                <a:cubicBezTo>
                  <a:pt x="254" y="150"/>
                  <a:pt x="257" y="148"/>
                  <a:pt x="257" y="144"/>
                </a:cubicBezTo>
                <a:cubicBezTo>
                  <a:pt x="257" y="102"/>
                  <a:pt x="257" y="102"/>
                  <a:pt x="257" y="102"/>
                </a:cubicBezTo>
                <a:cubicBezTo>
                  <a:pt x="257" y="98"/>
                  <a:pt x="254" y="96"/>
                  <a:pt x="251" y="96"/>
                </a:cubicBezTo>
                <a:cubicBezTo>
                  <a:pt x="248" y="96"/>
                  <a:pt x="245" y="98"/>
                  <a:pt x="245" y="102"/>
                </a:cubicBezTo>
                <a:close/>
                <a:moveTo>
                  <a:pt x="313" y="46"/>
                </a:moveTo>
                <a:cubicBezTo>
                  <a:pt x="313" y="144"/>
                  <a:pt x="313" y="144"/>
                  <a:pt x="313" y="144"/>
                </a:cubicBezTo>
                <a:cubicBezTo>
                  <a:pt x="313" y="148"/>
                  <a:pt x="316" y="150"/>
                  <a:pt x="319" y="150"/>
                </a:cubicBezTo>
                <a:cubicBezTo>
                  <a:pt x="322" y="150"/>
                  <a:pt x="325" y="148"/>
                  <a:pt x="325" y="144"/>
                </a:cubicBezTo>
                <a:cubicBezTo>
                  <a:pt x="325" y="46"/>
                  <a:pt x="325" y="46"/>
                  <a:pt x="325" y="46"/>
                </a:cubicBezTo>
                <a:cubicBezTo>
                  <a:pt x="325" y="43"/>
                  <a:pt x="322" y="40"/>
                  <a:pt x="319" y="40"/>
                </a:cubicBezTo>
                <a:cubicBezTo>
                  <a:pt x="316" y="40"/>
                  <a:pt x="313" y="43"/>
                  <a:pt x="313" y="46"/>
                </a:cubicBezTo>
                <a:close/>
                <a:moveTo>
                  <a:pt x="334" y="155"/>
                </a:moveTo>
                <a:cubicBezTo>
                  <a:pt x="48" y="155"/>
                  <a:pt x="48" y="155"/>
                  <a:pt x="48" y="155"/>
                </a:cubicBezTo>
                <a:cubicBezTo>
                  <a:pt x="44" y="155"/>
                  <a:pt x="42" y="158"/>
                  <a:pt x="42" y="161"/>
                </a:cubicBezTo>
                <a:cubicBezTo>
                  <a:pt x="42" y="164"/>
                  <a:pt x="44" y="167"/>
                  <a:pt x="48" y="167"/>
                </a:cubicBezTo>
                <a:cubicBezTo>
                  <a:pt x="334" y="167"/>
                  <a:pt x="334" y="167"/>
                  <a:pt x="334" y="167"/>
                </a:cubicBezTo>
                <a:cubicBezTo>
                  <a:pt x="338" y="167"/>
                  <a:pt x="340" y="164"/>
                  <a:pt x="340" y="161"/>
                </a:cubicBezTo>
                <a:cubicBezTo>
                  <a:pt x="340" y="158"/>
                  <a:pt x="338" y="155"/>
                  <a:pt x="334" y="155"/>
                </a:cubicBezTo>
                <a:close/>
                <a:moveTo>
                  <a:pt x="200" y="85"/>
                </a:moveTo>
                <a:cubicBezTo>
                  <a:pt x="197" y="81"/>
                  <a:pt x="192" y="78"/>
                  <a:pt x="186" y="78"/>
                </a:cubicBezTo>
                <a:cubicBezTo>
                  <a:pt x="181" y="78"/>
                  <a:pt x="177" y="80"/>
                  <a:pt x="173" y="83"/>
                </a:cubicBezTo>
                <a:cubicBezTo>
                  <a:pt x="136" y="64"/>
                  <a:pt x="136" y="64"/>
                  <a:pt x="136" y="64"/>
                </a:cubicBezTo>
                <a:cubicBezTo>
                  <a:pt x="136" y="63"/>
                  <a:pt x="136" y="63"/>
                  <a:pt x="136" y="63"/>
                </a:cubicBezTo>
                <a:cubicBezTo>
                  <a:pt x="136" y="53"/>
                  <a:pt x="128" y="45"/>
                  <a:pt x="118" y="45"/>
                </a:cubicBezTo>
                <a:cubicBezTo>
                  <a:pt x="108" y="45"/>
                  <a:pt x="100" y="53"/>
                  <a:pt x="100" y="63"/>
                </a:cubicBezTo>
                <a:cubicBezTo>
                  <a:pt x="100" y="64"/>
                  <a:pt x="101" y="66"/>
                  <a:pt x="101" y="67"/>
                </a:cubicBezTo>
                <a:cubicBezTo>
                  <a:pt x="62" y="93"/>
                  <a:pt x="62" y="93"/>
                  <a:pt x="62" y="93"/>
                </a:cubicBezTo>
                <a:cubicBezTo>
                  <a:pt x="59" y="91"/>
                  <a:pt x="56" y="90"/>
                  <a:pt x="52" y="90"/>
                </a:cubicBezTo>
                <a:cubicBezTo>
                  <a:pt x="42" y="90"/>
                  <a:pt x="34" y="98"/>
                  <a:pt x="34" y="108"/>
                </a:cubicBezTo>
                <a:cubicBezTo>
                  <a:pt x="34" y="118"/>
                  <a:pt x="42" y="126"/>
                  <a:pt x="52" y="126"/>
                </a:cubicBezTo>
                <a:cubicBezTo>
                  <a:pt x="62" y="126"/>
                  <a:pt x="70" y="118"/>
                  <a:pt x="70" y="108"/>
                </a:cubicBezTo>
                <a:cubicBezTo>
                  <a:pt x="70" y="106"/>
                  <a:pt x="70" y="105"/>
                  <a:pt x="69" y="103"/>
                </a:cubicBezTo>
                <a:cubicBezTo>
                  <a:pt x="108" y="77"/>
                  <a:pt x="108" y="77"/>
                  <a:pt x="108" y="77"/>
                </a:cubicBezTo>
                <a:cubicBezTo>
                  <a:pt x="111" y="79"/>
                  <a:pt x="114" y="81"/>
                  <a:pt x="118" y="81"/>
                </a:cubicBezTo>
                <a:cubicBezTo>
                  <a:pt x="124" y="81"/>
                  <a:pt x="128" y="78"/>
                  <a:pt x="132" y="75"/>
                </a:cubicBezTo>
                <a:cubicBezTo>
                  <a:pt x="168" y="93"/>
                  <a:pt x="168" y="93"/>
                  <a:pt x="168" y="93"/>
                </a:cubicBezTo>
                <a:cubicBezTo>
                  <a:pt x="168" y="94"/>
                  <a:pt x="168" y="95"/>
                  <a:pt x="168" y="96"/>
                </a:cubicBezTo>
                <a:cubicBezTo>
                  <a:pt x="168" y="106"/>
                  <a:pt x="176" y="114"/>
                  <a:pt x="186" y="114"/>
                </a:cubicBezTo>
                <a:cubicBezTo>
                  <a:pt x="195" y="114"/>
                  <a:pt x="203" y="106"/>
                  <a:pt x="204" y="97"/>
                </a:cubicBezTo>
                <a:cubicBezTo>
                  <a:pt x="237" y="84"/>
                  <a:pt x="237" y="84"/>
                  <a:pt x="237" y="84"/>
                </a:cubicBezTo>
                <a:cubicBezTo>
                  <a:pt x="240" y="88"/>
                  <a:pt x="245" y="91"/>
                  <a:pt x="251" y="91"/>
                </a:cubicBezTo>
                <a:cubicBezTo>
                  <a:pt x="261" y="91"/>
                  <a:pt x="269" y="83"/>
                  <a:pt x="269" y="73"/>
                </a:cubicBezTo>
                <a:cubicBezTo>
                  <a:pt x="269" y="71"/>
                  <a:pt x="269" y="69"/>
                  <a:pt x="268" y="67"/>
                </a:cubicBezTo>
                <a:cubicBezTo>
                  <a:pt x="310" y="34"/>
                  <a:pt x="310" y="34"/>
                  <a:pt x="310" y="34"/>
                </a:cubicBezTo>
                <a:cubicBezTo>
                  <a:pt x="313" y="35"/>
                  <a:pt x="315" y="36"/>
                  <a:pt x="318" y="36"/>
                </a:cubicBezTo>
                <a:cubicBezTo>
                  <a:pt x="328" y="36"/>
                  <a:pt x="336" y="28"/>
                  <a:pt x="336" y="18"/>
                </a:cubicBezTo>
                <a:cubicBezTo>
                  <a:pt x="336" y="8"/>
                  <a:pt x="328" y="0"/>
                  <a:pt x="318" y="0"/>
                </a:cubicBezTo>
                <a:cubicBezTo>
                  <a:pt x="308" y="0"/>
                  <a:pt x="300" y="8"/>
                  <a:pt x="300" y="18"/>
                </a:cubicBezTo>
                <a:cubicBezTo>
                  <a:pt x="300" y="21"/>
                  <a:pt x="301" y="23"/>
                  <a:pt x="302" y="25"/>
                </a:cubicBezTo>
                <a:cubicBezTo>
                  <a:pt x="260" y="58"/>
                  <a:pt x="260" y="58"/>
                  <a:pt x="260" y="58"/>
                </a:cubicBezTo>
                <a:cubicBezTo>
                  <a:pt x="258" y="56"/>
                  <a:pt x="255" y="55"/>
                  <a:pt x="251" y="55"/>
                </a:cubicBezTo>
                <a:cubicBezTo>
                  <a:pt x="242" y="55"/>
                  <a:pt x="234" y="63"/>
                  <a:pt x="233" y="73"/>
                </a:cubicBezTo>
                <a:lnTo>
                  <a:pt x="200" y="85"/>
                </a:lnTo>
                <a:close/>
                <a:moveTo>
                  <a:pt x="52" y="114"/>
                </a:moveTo>
                <a:cubicBezTo>
                  <a:pt x="48" y="114"/>
                  <a:pt x="46" y="111"/>
                  <a:pt x="46" y="108"/>
                </a:cubicBezTo>
                <a:cubicBezTo>
                  <a:pt x="46" y="104"/>
                  <a:pt x="48" y="102"/>
                  <a:pt x="52" y="102"/>
                </a:cubicBezTo>
                <a:cubicBezTo>
                  <a:pt x="55" y="102"/>
                  <a:pt x="58" y="104"/>
                  <a:pt x="58" y="108"/>
                </a:cubicBezTo>
                <a:cubicBezTo>
                  <a:pt x="58" y="111"/>
                  <a:pt x="55" y="114"/>
                  <a:pt x="52" y="114"/>
                </a:cubicBezTo>
                <a:close/>
                <a:moveTo>
                  <a:pt x="118" y="69"/>
                </a:moveTo>
                <a:cubicBezTo>
                  <a:pt x="115" y="69"/>
                  <a:pt x="112" y="66"/>
                  <a:pt x="112" y="63"/>
                </a:cubicBezTo>
                <a:cubicBezTo>
                  <a:pt x="112" y="59"/>
                  <a:pt x="115" y="57"/>
                  <a:pt x="118" y="57"/>
                </a:cubicBezTo>
                <a:cubicBezTo>
                  <a:pt x="122" y="57"/>
                  <a:pt x="124" y="59"/>
                  <a:pt x="124" y="63"/>
                </a:cubicBezTo>
                <a:cubicBezTo>
                  <a:pt x="124" y="66"/>
                  <a:pt x="122" y="69"/>
                  <a:pt x="118" y="69"/>
                </a:cubicBezTo>
                <a:close/>
                <a:moveTo>
                  <a:pt x="186" y="102"/>
                </a:moveTo>
                <a:cubicBezTo>
                  <a:pt x="182" y="102"/>
                  <a:pt x="180" y="99"/>
                  <a:pt x="180" y="96"/>
                </a:cubicBezTo>
                <a:cubicBezTo>
                  <a:pt x="180" y="92"/>
                  <a:pt x="182" y="90"/>
                  <a:pt x="186" y="90"/>
                </a:cubicBezTo>
                <a:cubicBezTo>
                  <a:pt x="189" y="90"/>
                  <a:pt x="192" y="92"/>
                  <a:pt x="192" y="96"/>
                </a:cubicBezTo>
                <a:cubicBezTo>
                  <a:pt x="192" y="99"/>
                  <a:pt x="189" y="102"/>
                  <a:pt x="186" y="102"/>
                </a:cubicBezTo>
                <a:close/>
                <a:moveTo>
                  <a:pt x="318" y="12"/>
                </a:moveTo>
                <a:cubicBezTo>
                  <a:pt x="322" y="12"/>
                  <a:pt x="324" y="15"/>
                  <a:pt x="324" y="18"/>
                </a:cubicBezTo>
                <a:cubicBezTo>
                  <a:pt x="324" y="21"/>
                  <a:pt x="322" y="24"/>
                  <a:pt x="318" y="24"/>
                </a:cubicBezTo>
                <a:cubicBezTo>
                  <a:pt x="315" y="24"/>
                  <a:pt x="312" y="21"/>
                  <a:pt x="312" y="18"/>
                </a:cubicBezTo>
                <a:cubicBezTo>
                  <a:pt x="312" y="15"/>
                  <a:pt x="315" y="12"/>
                  <a:pt x="318" y="12"/>
                </a:cubicBezTo>
                <a:close/>
                <a:moveTo>
                  <a:pt x="251" y="67"/>
                </a:moveTo>
                <a:cubicBezTo>
                  <a:pt x="255" y="67"/>
                  <a:pt x="257" y="70"/>
                  <a:pt x="257" y="73"/>
                </a:cubicBezTo>
                <a:cubicBezTo>
                  <a:pt x="257" y="77"/>
                  <a:pt x="255" y="79"/>
                  <a:pt x="251" y="79"/>
                </a:cubicBezTo>
                <a:cubicBezTo>
                  <a:pt x="248" y="79"/>
                  <a:pt x="245" y="77"/>
                  <a:pt x="245" y="73"/>
                </a:cubicBezTo>
                <a:cubicBezTo>
                  <a:pt x="245" y="70"/>
                  <a:pt x="248" y="67"/>
                  <a:pt x="251" y="67"/>
                </a:cubicBezTo>
                <a:close/>
                <a:moveTo>
                  <a:pt x="218" y="182"/>
                </a:moveTo>
                <a:cubicBezTo>
                  <a:pt x="212" y="191"/>
                  <a:pt x="186" y="228"/>
                  <a:pt x="133" y="228"/>
                </a:cubicBezTo>
                <a:cubicBezTo>
                  <a:pt x="132" y="228"/>
                  <a:pt x="132" y="228"/>
                  <a:pt x="131" y="228"/>
                </a:cubicBezTo>
                <a:cubicBezTo>
                  <a:pt x="128" y="228"/>
                  <a:pt x="125" y="231"/>
                  <a:pt x="125" y="234"/>
                </a:cubicBezTo>
                <a:cubicBezTo>
                  <a:pt x="125" y="238"/>
                  <a:pt x="128" y="240"/>
                  <a:pt x="131" y="240"/>
                </a:cubicBezTo>
                <a:cubicBezTo>
                  <a:pt x="133" y="240"/>
                  <a:pt x="133" y="240"/>
                  <a:pt x="133" y="240"/>
                </a:cubicBezTo>
                <a:cubicBezTo>
                  <a:pt x="201" y="240"/>
                  <a:pt x="229" y="186"/>
                  <a:pt x="229" y="185"/>
                </a:cubicBezTo>
                <a:cubicBezTo>
                  <a:pt x="231" y="182"/>
                  <a:pt x="230" y="179"/>
                  <a:pt x="227" y="177"/>
                </a:cubicBezTo>
                <a:cubicBezTo>
                  <a:pt x="224" y="176"/>
                  <a:pt x="220" y="177"/>
                  <a:pt x="219" y="180"/>
                </a:cubicBezTo>
                <a:cubicBezTo>
                  <a:pt x="219" y="180"/>
                  <a:pt x="219" y="180"/>
                  <a:pt x="219" y="180"/>
                </a:cubicBezTo>
                <a:cubicBezTo>
                  <a:pt x="219" y="180"/>
                  <a:pt x="218" y="180"/>
                  <a:pt x="218" y="182"/>
                </a:cubicBezTo>
                <a:close/>
                <a:moveTo>
                  <a:pt x="282" y="244"/>
                </a:moveTo>
                <a:cubicBezTo>
                  <a:pt x="279" y="241"/>
                  <a:pt x="275" y="239"/>
                  <a:pt x="271" y="239"/>
                </a:cubicBezTo>
                <a:cubicBezTo>
                  <a:pt x="266" y="239"/>
                  <a:pt x="261" y="241"/>
                  <a:pt x="257" y="245"/>
                </a:cubicBezTo>
                <a:cubicBezTo>
                  <a:pt x="256" y="246"/>
                  <a:pt x="256" y="246"/>
                  <a:pt x="256" y="246"/>
                </a:cubicBezTo>
                <a:cubicBezTo>
                  <a:pt x="234" y="224"/>
                  <a:pt x="234" y="224"/>
                  <a:pt x="234" y="224"/>
                </a:cubicBezTo>
                <a:cubicBezTo>
                  <a:pt x="245" y="213"/>
                  <a:pt x="253" y="200"/>
                  <a:pt x="259" y="185"/>
                </a:cubicBezTo>
                <a:cubicBezTo>
                  <a:pt x="260" y="182"/>
                  <a:pt x="259" y="178"/>
                  <a:pt x="256" y="177"/>
                </a:cubicBezTo>
                <a:cubicBezTo>
                  <a:pt x="252" y="176"/>
                  <a:pt x="249" y="177"/>
                  <a:pt x="248" y="181"/>
                </a:cubicBezTo>
                <a:cubicBezTo>
                  <a:pt x="230" y="225"/>
                  <a:pt x="186" y="257"/>
                  <a:pt x="134" y="257"/>
                </a:cubicBezTo>
                <a:cubicBezTo>
                  <a:pt x="67" y="257"/>
                  <a:pt x="13" y="202"/>
                  <a:pt x="12" y="135"/>
                </a:cubicBezTo>
                <a:cubicBezTo>
                  <a:pt x="13" y="68"/>
                  <a:pt x="67" y="13"/>
                  <a:pt x="134" y="13"/>
                </a:cubicBezTo>
                <a:cubicBezTo>
                  <a:pt x="170" y="13"/>
                  <a:pt x="202" y="28"/>
                  <a:pt x="225" y="53"/>
                </a:cubicBezTo>
                <a:cubicBezTo>
                  <a:pt x="227" y="55"/>
                  <a:pt x="231" y="55"/>
                  <a:pt x="233" y="53"/>
                </a:cubicBezTo>
                <a:cubicBezTo>
                  <a:pt x="235" y="51"/>
                  <a:pt x="236" y="47"/>
                  <a:pt x="233" y="45"/>
                </a:cubicBezTo>
                <a:cubicBezTo>
                  <a:pt x="209" y="18"/>
                  <a:pt x="174" y="1"/>
                  <a:pt x="134" y="1"/>
                </a:cubicBezTo>
                <a:cubicBezTo>
                  <a:pt x="60" y="1"/>
                  <a:pt x="1" y="61"/>
                  <a:pt x="0" y="135"/>
                </a:cubicBezTo>
                <a:cubicBezTo>
                  <a:pt x="1" y="209"/>
                  <a:pt x="60" y="269"/>
                  <a:pt x="134" y="269"/>
                </a:cubicBezTo>
                <a:cubicBezTo>
                  <a:pt x="170" y="269"/>
                  <a:pt x="202" y="255"/>
                  <a:pt x="226" y="233"/>
                </a:cubicBezTo>
                <a:cubicBezTo>
                  <a:pt x="248" y="255"/>
                  <a:pt x="248" y="255"/>
                  <a:pt x="248" y="255"/>
                </a:cubicBezTo>
                <a:cubicBezTo>
                  <a:pt x="247" y="256"/>
                  <a:pt x="247" y="256"/>
                  <a:pt x="247" y="256"/>
                </a:cubicBezTo>
                <a:cubicBezTo>
                  <a:pt x="243" y="260"/>
                  <a:pt x="240" y="265"/>
                  <a:pt x="240" y="270"/>
                </a:cubicBezTo>
                <a:cubicBezTo>
                  <a:pt x="240" y="274"/>
                  <a:pt x="242" y="278"/>
                  <a:pt x="245" y="281"/>
                </a:cubicBezTo>
                <a:cubicBezTo>
                  <a:pt x="296" y="333"/>
                  <a:pt x="296" y="333"/>
                  <a:pt x="296" y="333"/>
                </a:cubicBezTo>
                <a:cubicBezTo>
                  <a:pt x="299" y="336"/>
                  <a:pt x="303" y="337"/>
                  <a:pt x="307" y="337"/>
                </a:cubicBezTo>
                <a:cubicBezTo>
                  <a:pt x="307" y="337"/>
                  <a:pt x="307" y="337"/>
                  <a:pt x="307" y="337"/>
                </a:cubicBezTo>
                <a:cubicBezTo>
                  <a:pt x="312" y="337"/>
                  <a:pt x="317" y="335"/>
                  <a:pt x="321" y="331"/>
                </a:cubicBezTo>
                <a:cubicBezTo>
                  <a:pt x="317" y="327"/>
                  <a:pt x="317" y="327"/>
                  <a:pt x="317" y="327"/>
                </a:cubicBezTo>
                <a:cubicBezTo>
                  <a:pt x="321" y="331"/>
                  <a:pt x="321" y="331"/>
                  <a:pt x="321" y="331"/>
                </a:cubicBezTo>
                <a:cubicBezTo>
                  <a:pt x="332" y="320"/>
                  <a:pt x="332" y="320"/>
                  <a:pt x="332" y="320"/>
                </a:cubicBezTo>
                <a:cubicBezTo>
                  <a:pt x="336" y="316"/>
                  <a:pt x="338" y="311"/>
                  <a:pt x="338" y="306"/>
                </a:cubicBezTo>
                <a:cubicBezTo>
                  <a:pt x="338" y="302"/>
                  <a:pt x="337" y="298"/>
                  <a:pt x="334" y="295"/>
                </a:cubicBezTo>
                <a:lnTo>
                  <a:pt x="282" y="244"/>
                </a:lnTo>
                <a:close/>
                <a:moveTo>
                  <a:pt x="323" y="312"/>
                </a:moveTo>
                <a:cubicBezTo>
                  <a:pt x="313" y="322"/>
                  <a:pt x="313" y="322"/>
                  <a:pt x="313" y="322"/>
                </a:cubicBezTo>
                <a:cubicBezTo>
                  <a:pt x="311" y="324"/>
                  <a:pt x="309" y="325"/>
                  <a:pt x="307" y="325"/>
                </a:cubicBezTo>
                <a:cubicBezTo>
                  <a:pt x="306" y="325"/>
                  <a:pt x="305" y="325"/>
                  <a:pt x="305" y="324"/>
                </a:cubicBezTo>
                <a:cubicBezTo>
                  <a:pt x="253" y="272"/>
                  <a:pt x="253" y="272"/>
                  <a:pt x="253" y="272"/>
                </a:cubicBezTo>
                <a:cubicBezTo>
                  <a:pt x="253" y="272"/>
                  <a:pt x="252" y="271"/>
                  <a:pt x="252" y="270"/>
                </a:cubicBezTo>
                <a:cubicBezTo>
                  <a:pt x="252" y="269"/>
                  <a:pt x="253" y="266"/>
                  <a:pt x="255" y="264"/>
                </a:cubicBezTo>
                <a:cubicBezTo>
                  <a:pt x="265" y="254"/>
                  <a:pt x="265" y="254"/>
                  <a:pt x="265" y="254"/>
                </a:cubicBezTo>
                <a:cubicBezTo>
                  <a:pt x="267" y="252"/>
                  <a:pt x="270" y="251"/>
                  <a:pt x="271" y="251"/>
                </a:cubicBezTo>
                <a:cubicBezTo>
                  <a:pt x="271" y="251"/>
                  <a:pt x="271" y="251"/>
                  <a:pt x="271" y="251"/>
                </a:cubicBezTo>
                <a:cubicBezTo>
                  <a:pt x="272" y="251"/>
                  <a:pt x="273" y="252"/>
                  <a:pt x="274" y="252"/>
                </a:cubicBezTo>
                <a:cubicBezTo>
                  <a:pt x="325" y="304"/>
                  <a:pt x="325" y="304"/>
                  <a:pt x="325" y="304"/>
                </a:cubicBezTo>
                <a:cubicBezTo>
                  <a:pt x="326" y="304"/>
                  <a:pt x="326" y="305"/>
                  <a:pt x="326" y="306"/>
                </a:cubicBezTo>
                <a:cubicBezTo>
                  <a:pt x="326" y="308"/>
                  <a:pt x="325" y="310"/>
                  <a:pt x="323" y="312"/>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2" name="Picture Placeholder 1"/>
          <p:cNvSpPr>
            <a:spLocks noGrp="1"/>
          </p:cNvSpPr>
          <p:nvPr>
            <p:ph type="pic" sz="quarter" idx="11"/>
          </p:nvPr>
        </p:nvSpPr>
        <p:spPr/>
        <p:txBody>
          <a:bodyPr/>
          <a:lstStyle/>
          <a:p>
            <a:endParaRPr lang="es-CO"/>
          </a:p>
        </p:txBody>
      </p:sp>
      <p:sp>
        <p:nvSpPr>
          <p:cNvPr id="3" name="Picture Placeholder 2"/>
          <p:cNvSpPr>
            <a:spLocks noGrp="1"/>
          </p:cNvSpPr>
          <p:nvPr>
            <p:ph type="pic" sz="quarter" idx="10"/>
          </p:nvPr>
        </p:nvSpPr>
        <p:spPr/>
        <p:txBody>
          <a:bodyPr/>
          <a:lstStyle/>
          <a:p>
            <a:endParaRPr lang="es-CO"/>
          </a:p>
        </p:txBody>
      </p:sp>
      <p:pic>
        <p:nvPicPr>
          <p:cNvPr id="7" name="Imagen 6">
            <a:extLst>
              <a:ext uri="{FF2B5EF4-FFF2-40B4-BE49-F238E27FC236}">
                <a16:creationId xmlns:a16="http://schemas.microsoft.com/office/drawing/2014/main" id="{492D1073-AF42-B687-5DF9-6C1F66D1B86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9795" y="6368290"/>
            <a:ext cx="1498186" cy="239305"/>
          </a:xfrm>
          <a:prstGeom prst="rect">
            <a:avLst/>
          </a:prstGeom>
        </p:spPr>
      </p:pic>
      <p:pic>
        <p:nvPicPr>
          <p:cNvPr id="15" name="Imagen 14">
            <a:extLst>
              <a:ext uri="{FF2B5EF4-FFF2-40B4-BE49-F238E27FC236}">
                <a16:creationId xmlns:a16="http://schemas.microsoft.com/office/drawing/2014/main" id="{FF1C620F-243E-4576-BE7F-FADA91E80C0A}"/>
              </a:ext>
            </a:extLst>
          </p:cNvPr>
          <p:cNvPicPr>
            <a:picLocks noChangeAspect="1"/>
          </p:cNvPicPr>
          <p:nvPr/>
        </p:nvPicPr>
        <p:blipFill>
          <a:blip r:embed="rId3"/>
          <a:stretch>
            <a:fillRect/>
          </a:stretch>
        </p:blipFill>
        <p:spPr>
          <a:xfrm>
            <a:off x="10547350" y="6165838"/>
            <a:ext cx="1360142" cy="644208"/>
          </a:xfrm>
          <a:prstGeom prst="rect">
            <a:avLst/>
          </a:prstGeom>
        </p:spPr>
      </p:pic>
    </p:spTree>
    <p:extLst>
      <p:ext uri="{BB962C8B-B14F-4D97-AF65-F5344CB8AC3E}">
        <p14:creationId xmlns:p14="http://schemas.microsoft.com/office/powerpoint/2010/main" val="13545902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4586613" y="582614"/>
            <a:ext cx="3018775" cy="630942"/>
          </a:xfrm>
          <a:prstGeom prst="rect">
            <a:avLst/>
          </a:prstGeom>
          <a:noFill/>
        </p:spPr>
        <p:txBody>
          <a:bodyPr wrap="none" rtlCol="0">
            <a:spAutoFit/>
          </a:bodyPr>
          <a:lstStyle/>
          <a:p>
            <a:pPr algn="ctr"/>
            <a:r>
              <a:rPr lang="en-US" sz="3500" b="1">
                <a:latin typeface="Open Sans" panose="020B0606030504020204" pitchFamily="34" charset="0"/>
                <a:ea typeface="Open Sans" panose="020B0606030504020204" pitchFamily="34" charset="0"/>
                <a:cs typeface="Open Sans" panose="020B0606030504020204" pitchFamily="34" charset="0"/>
              </a:rPr>
              <a:t>Our Product</a:t>
            </a:r>
          </a:p>
        </p:txBody>
      </p:sp>
      <p:sp>
        <p:nvSpPr>
          <p:cNvPr id="7" name="Round Same Side Corner Rectangle 6"/>
          <p:cNvSpPr/>
          <p:nvPr/>
        </p:nvSpPr>
        <p:spPr>
          <a:xfrm>
            <a:off x="723900" y="1580972"/>
            <a:ext cx="3098800" cy="5277028"/>
          </a:xfrm>
          <a:prstGeom prst="round2SameRect">
            <a:avLst>
              <a:gd name="adj1" fmla="val 50000"/>
              <a:gd name="adj2" fmla="val 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ound Same Side Corner Rectangle 8"/>
          <p:cNvSpPr/>
          <p:nvPr/>
        </p:nvSpPr>
        <p:spPr>
          <a:xfrm>
            <a:off x="4546600" y="1580972"/>
            <a:ext cx="3098800" cy="5277028"/>
          </a:xfrm>
          <a:prstGeom prst="round2SameRect">
            <a:avLst>
              <a:gd name="adj1" fmla="val 50000"/>
              <a:gd name="adj2" fmla="val 0"/>
            </a:avLst>
          </a:prstGeom>
          <a:solidFill>
            <a:srgbClr val="605F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ound Same Side Corner Rectangle 9"/>
          <p:cNvSpPr/>
          <p:nvPr/>
        </p:nvSpPr>
        <p:spPr>
          <a:xfrm>
            <a:off x="8369300" y="1580972"/>
            <a:ext cx="3098800" cy="5277028"/>
          </a:xfrm>
          <a:prstGeom prst="round2SameRect">
            <a:avLst>
              <a:gd name="adj1" fmla="val 50000"/>
              <a:gd name="adj2" fmla="val 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Subtitle 2"/>
          <p:cNvSpPr txBox="1">
            <a:spLocks/>
          </p:cNvSpPr>
          <p:nvPr/>
        </p:nvSpPr>
        <p:spPr>
          <a:xfrm>
            <a:off x="8730210" y="4595742"/>
            <a:ext cx="2376980" cy="101980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ts val="1700"/>
              </a:lnSpc>
              <a:spcBef>
                <a:spcPts val="0"/>
              </a:spcBef>
              <a:buNone/>
            </a:pPr>
            <a:r>
              <a:rPr lang="en-US" sz="95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Vestibular dolor malasada.</a:t>
            </a:r>
          </a:p>
          <a:p>
            <a:pPr marL="0" indent="0" algn="ctr">
              <a:lnSpc>
                <a:spcPts val="1700"/>
              </a:lnSpc>
              <a:spcBef>
                <a:spcPts val="0"/>
              </a:spcBef>
              <a:buNone/>
            </a:pPr>
            <a:r>
              <a:rPr lang="en-US" sz="95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Varmus sad nuns ligula amen sit elit. </a:t>
            </a:r>
          </a:p>
          <a:p>
            <a:pPr marL="0" indent="0" algn="ctr">
              <a:lnSpc>
                <a:spcPts val="1700"/>
              </a:lnSpc>
              <a:spcBef>
                <a:spcPts val="0"/>
              </a:spcBef>
              <a:buNone/>
            </a:pPr>
            <a:r>
              <a:rPr lang="en-US" sz="95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Pellet sequel masa dolor porta.</a:t>
            </a:r>
          </a:p>
          <a:p>
            <a:pPr marL="0" indent="0" algn="ctr">
              <a:lnSpc>
                <a:spcPts val="1700"/>
              </a:lnSpc>
              <a:spcBef>
                <a:spcPts val="0"/>
              </a:spcBef>
              <a:buNone/>
            </a:pPr>
            <a:r>
              <a:rPr lang="en-US" sz="95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Cur ipsum cangue. </a:t>
            </a:r>
          </a:p>
        </p:txBody>
      </p:sp>
      <p:sp>
        <p:nvSpPr>
          <p:cNvPr id="22" name="TextBox 21"/>
          <p:cNvSpPr txBox="1"/>
          <p:nvPr/>
        </p:nvSpPr>
        <p:spPr>
          <a:xfrm>
            <a:off x="9209211" y="4287966"/>
            <a:ext cx="1418979" cy="307777"/>
          </a:xfrm>
          <a:prstGeom prst="rect">
            <a:avLst/>
          </a:prstGeom>
          <a:noFill/>
        </p:spPr>
        <p:txBody>
          <a:bodyPr wrap="none" rtlCol="0">
            <a:spAutoFit/>
          </a:bodyPr>
          <a:lstStyle/>
          <a:p>
            <a:pPr algn="ctr"/>
            <a:r>
              <a:rPr lang="en-US" sz="1400" b="1">
                <a:latin typeface="Open Sans" panose="020B0606030504020204" pitchFamily="34" charset="0"/>
                <a:ea typeface="Open Sans" panose="020B0606030504020204" pitchFamily="34" charset="0"/>
                <a:cs typeface="Open Sans" panose="020B0606030504020204" pitchFamily="34" charset="0"/>
              </a:rPr>
              <a:t>Market Share</a:t>
            </a:r>
          </a:p>
        </p:txBody>
      </p:sp>
      <p:sp>
        <p:nvSpPr>
          <p:cNvPr id="23" name="Oval 22"/>
          <p:cNvSpPr/>
          <p:nvPr/>
        </p:nvSpPr>
        <p:spPr>
          <a:xfrm>
            <a:off x="9610422" y="5711297"/>
            <a:ext cx="616557" cy="616557"/>
          </a:xfrm>
          <a:prstGeom prst="ellipse">
            <a:avLst/>
          </a:prstGeom>
          <a:solidFill>
            <a:schemeClr val="tx2">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p:cNvSpPr txBox="1"/>
          <p:nvPr/>
        </p:nvSpPr>
        <p:spPr>
          <a:xfrm>
            <a:off x="9723775" y="5865687"/>
            <a:ext cx="389850" cy="307777"/>
          </a:xfrm>
          <a:prstGeom prst="rect">
            <a:avLst/>
          </a:prstGeom>
          <a:noFill/>
        </p:spPr>
        <p:txBody>
          <a:bodyPr wrap="none" rtlCol="0">
            <a:spAutoFit/>
          </a:bodyPr>
          <a:lstStyle/>
          <a:p>
            <a:pPr algn="ctr"/>
            <a:r>
              <a:rPr lang="en-US" sz="1400" b="1">
                <a:latin typeface="Open Sans" panose="020B0606030504020204" pitchFamily="34" charset="0"/>
                <a:ea typeface="Open Sans" panose="020B0606030504020204" pitchFamily="34" charset="0"/>
                <a:cs typeface="Open Sans" panose="020B0606030504020204" pitchFamily="34" charset="0"/>
              </a:rPr>
              <a:t>03</a:t>
            </a:r>
          </a:p>
        </p:txBody>
      </p:sp>
      <p:sp>
        <p:nvSpPr>
          <p:cNvPr id="27" name="Subtitle 2"/>
          <p:cNvSpPr txBox="1">
            <a:spLocks/>
          </p:cNvSpPr>
          <p:nvPr/>
        </p:nvSpPr>
        <p:spPr>
          <a:xfrm>
            <a:off x="4907510" y="4595742"/>
            <a:ext cx="2376980" cy="101980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ts val="1700"/>
              </a:lnSpc>
              <a:spcBef>
                <a:spcPts val="0"/>
              </a:spcBef>
              <a:buNone/>
            </a:pPr>
            <a:r>
              <a:rPr lang="en-US" sz="950">
                <a:solidFill>
                  <a:schemeClr val="bg1"/>
                </a:solidFill>
                <a:latin typeface="Open Sans" panose="020B0606030504020204" pitchFamily="34" charset="0"/>
                <a:ea typeface="Open Sans" panose="020B0606030504020204" pitchFamily="34" charset="0"/>
                <a:cs typeface="Open Sans" panose="020B0606030504020204" pitchFamily="34" charset="0"/>
              </a:rPr>
              <a:t>Vestibular dolor malasada.</a:t>
            </a:r>
          </a:p>
          <a:p>
            <a:pPr marL="0" indent="0" algn="ctr">
              <a:lnSpc>
                <a:spcPts val="1700"/>
              </a:lnSpc>
              <a:spcBef>
                <a:spcPts val="0"/>
              </a:spcBef>
              <a:buNone/>
            </a:pPr>
            <a:r>
              <a:rPr lang="en-US" sz="950">
                <a:solidFill>
                  <a:schemeClr val="bg1"/>
                </a:solidFill>
                <a:latin typeface="Open Sans" panose="020B0606030504020204" pitchFamily="34" charset="0"/>
                <a:ea typeface="Open Sans" panose="020B0606030504020204" pitchFamily="34" charset="0"/>
                <a:cs typeface="Open Sans" panose="020B0606030504020204" pitchFamily="34" charset="0"/>
              </a:rPr>
              <a:t>Varmus sad nuns ligula amen sit elit. </a:t>
            </a:r>
          </a:p>
          <a:p>
            <a:pPr marL="0" indent="0" algn="ctr">
              <a:lnSpc>
                <a:spcPts val="1700"/>
              </a:lnSpc>
              <a:spcBef>
                <a:spcPts val="0"/>
              </a:spcBef>
              <a:buNone/>
            </a:pPr>
            <a:r>
              <a:rPr lang="en-US" sz="950">
                <a:solidFill>
                  <a:schemeClr val="bg1"/>
                </a:solidFill>
                <a:latin typeface="Open Sans" panose="020B0606030504020204" pitchFamily="34" charset="0"/>
                <a:ea typeface="Open Sans" panose="020B0606030504020204" pitchFamily="34" charset="0"/>
                <a:cs typeface="Open Sans" panose="020B0606030504020204" pitchFamily="34" charset="0"/>
              </a:rPr>
              <a:t>Pellet sequel masa dolor porta.</a:t>
            </a:r>
          </a:p>
          <a:p>
            <a:pPr marL="0" indent="0" algn="ctr">
              <a:lnSpc>
                <a:spcPts val="1700"/>
              </a:lnSpc>
              <a:spcBef>
                <a:spcPts val="0"/>
              </a:spcBef>
              <a:buNone/>
            </a:pPr>
            <a:r>
              <a:rPr lang="en-US" sz="950">
                <a:solidFill>
                  <a:schemeClr val="bg1"/>
                </a:solidFill>
                <a:latin typeface="Open Sans" panose="020B0606030504020204" pitchFamily="34" charset="0"/>
                <a:ea typeface="Open Sans" panose="020B0606030504020204" pitchFamily="34" charset="0"/>
                <a:cs typeface="Open Sans" panose="020B0606030504020204" pitchFamily="34" charset="0"/>
              </a:rPr>
              <a:t>Cur ipsum cangue. </a:t>
            </a:r>
          </a:p>
        </p:txBody>
      </p:sp>
      <p:sp>
        <p:nvSpPr>
          <p:cNvPr id="28" name="TextBox 27"/>
          <p:cNvSpPr txBox="1"/>
          <p:nvPr/>
        </p:nvSpPr>
        <p:spPr>
          <a:xfrm>
            <a:off x="5491511" y="4287966"/>
            <a:ext cx="1208985" cy="307777"/>
          </a:xfrm>
          <a:prstGeom prst="rect">
            <a:avLst/>
          </a:prstGeom>
          <a:noFill/>
        </p:spPr>
        <p:txBody>
          <a:bodyPr wrap="none" rtlCol="0">
            <a:spAutoFit/>
          </a:bodyPr>
          <a:lstStyle/>
          <a:p>
            <a:pPr algn="ctr"/>
            <a:r>
              <a:rPr lang="en-US" sz="1400" b="1">
                <a:solidFill>
                  <a:schemeClr val="bg1"/>
                </a:solidFill>
                <a:latin typeface="Open Sans" panose="020B0606030504020204" pitchFamily="34" charset="0"/>
                <a:ea typeface="Open Sans" panose="020B0606030504020204" pitchFamily="34" charset="0"/>
                <a:cs typeface="Open Sans" panose="020B0606030504020204" pitchFamily="34" charset="0"/>
              </a:rPr>
              <a:t>Advertising</a:t>
            </a:r>
          </a:p>
        </p:txBody>
      </p:sp>
      <p:sp>
        <p:nvSpPr>
          <p:cNvPr id="29" name="Oval 28"/>
          <p:cNvSpPr/>
          <p:nvPr/>
        </p:nvSpPr>
        <p:spPr>
          <a:xfrm>
            <a:off x="5787722" y="5711297"/>
            <a:ext cx="616557" cy="616557"/>
          </a:xfrm>
          <a:prstGeom prst="ellipse">
            <a:avLst/>
          </a:prstGeom>
          <a:solidFill>
            <a:schemeClr val="bg1">
              <a:alpha val="2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p:cNvSpPr txBox="1"/>
          <p:nvPr/>
        </p:nvSpPr>
        <p:spPr>
          <a:xfrm>
            <a:off x="5901075" y="5865687"/>
            <a:ext cx="389851" cy="307777"/>
          </a:xfrm>
          <a:prstGeom prst="rect">
            <a:avLst/>
          </a:prstGeom>
          <a:noFill/>
        </p:spPr>
        <p:txBody>
          <a:bodyPr wrap="none" rtlCol="0">
            <a:spAutoFit/>
          </a:bodyPr>
          <a:lstStyle/>
          <a:p>
            <a:pPr algn="ctr"/>
            <a:r>
              <a:rPr lang="en-US" sz="1400" b="1">
                <a:solidFill>
                  <a:schemeClr val="bg1"/>
                </a:solidFill>
                <a:latin typeface="Open Sans" panose="020B0606030504020204" pitchFamily="34" charset="0"/>
                <a:ea typeface="Open Sans" panose="020B0606030504020204" pitchFamily="34" charset="0"/>
                <a:cs typeface="Open Sans" panose="020B0606030504020204" pitchFamily="34" charset="0"/>
              </a:rPr>
              <a:t>02</a:t>
            </a:r>
          </a:p>
        </p:txBody>
      </p:sp>
      <p:sp>
        <p:nvSpPr>
          <p:cNvPr id="31" name="Subtitle 2"/>
          <p:cNvSpPr txBox="1">
            <a:spLocks/>
          </p:cNvSpPr>
          <p:nvPr/>
        </p:nvSpPr>
        <p:spPr>
          <a:xfrm>
            <a:off x="1084810" y="4595742"/>
            <a:ext cx="2376980" cy="101980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ts val="1700"/>
              </a:lnSpc>
              <a:spcBef>
                <a:spcPts val="0"/>
              </a:spcBef>
              <a:buNone/>
            </a:pPr>
            <a:r>
              <a:rPr lang="en-US" sz="95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Vestibular dolor malasada.</a:t>
            </a:r>
          </a:p>
          <a:p>
            <a:pPr marL="0" indent="0" algn="ctr">
              <a:lnSpc>
                <a:spcPts val="1700"/>
              </a:lnSpc>
              <a:spcBef>
                <a:spcPts val="0"/>
              </a:spcBef>
              <a:buNone/>
            </a:pPr>
            <a:r>
              <a:rPr lang="en-US" sz="95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Varmus sad nuns ligula amen sit elit. </a:t>
            </a:r>
          </a:p>
          <a:p>
            <a:pPr marL="0" indent="0" algn="ctr">
              <a:lnSpc>
                <a:spcPts val="1700"/>
              </a:lnSpc>
              <a:spcBef>
                <a:spcPts val="0"/>
              </a:spcBef>
              <a:buNone/>
            </a:pPr>
            <a:r>
              <a:rPr lang="en-US" sz="95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Pellet sequel masa dolor porta.</a:t>
            </a:r>
          </a:p>
          <a:p>
            <a:pPr marL="0" indent="0" algn="ctr">
              <a:lnSpc>
                <a:spcPts val="1700"/>
              </a:lnSpc>
              <a:spcBef>
                <a:spcPts val="0"/>
              </a:spcBef>
              <a:buNone/>
            </a:pPr>
            <a:r>
              <a:rPr lang="en-US" sz="95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Cur ipsum cangue. </a:t>
            </a:r>
          </a:p>
        </p:txBody>
      </p:sp>
      <p:sp>
        <p:nvSpPr>
          <p:cNvPr id="32" name="TextBox 31"/>
          <p:cNvSpPr txBox="1"/>
          <p:nvPr/>
        </p:nvSpPr>
        <p:spPr>
          <a:xfrm>
            <a:off x="1674611" y="4287966"/>
            <a:ext cx="1197380" cy="307777"/>
          </a:xfrm>
          <a:prstGeom prst="rect">
            <a:avLst/>
          </a:prstGeom>
          <a:noFill/>
        </p:spPr>
        <p:txBody>
          <a:bodyPr wrap="none" rtlCol="0">
            <a:spAutoFit/>
          </a:bodyPr>
          <a:lstStyle/>
          <a:p>
            <a:pPr algn="ctr"/>
            <a:r>
              <a:rPr lang="en-US" sz="1400" b="1">
                <a:latin typeface="Open Sans" panose="020B0606030504020204" pitchFamily="34" charset="0"/>
                <a:ea typeface="Open Sans" panose="020B0606030504020204" pitchFamily="34" charset="0"/>
                <a:cs typeface="Open Sans" panose="020B0606030504020204" pitchFamily="34" charset="0"/>
              </a:rPr>
              <a:t>Pre-Launch</a:t>
            </a:r>
          </a:p>
        </p:txBody>
      </p:sp>
      <p:sp>
        <p:nvSpPr>
          <p:cNvPr id="33" name="Oval 32"/>
          <p:cNvSpPr/>
          <p:nvPr/>
        </p:nvSpPr>
        <p:spPr>
          <a:xfrm>
            <a:off x="1965022" y="5711297"/>
            <a:ext cx="616557" cy="616557"/>
          </a:xfrm>
          <a:prstGeom prst="ellipse">
            <a:avLst/>
          </a:prstGeom>
          <a:solidFill>
            <a:schemeClr val="tx2">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TextBox 33"/>
          <p:cNvSpPr txBox="1"/>
          <p:nvPr/>
        </p:nvSpPr>
        <p:spPr>
          <a:xfrm>
            <a:off x="2078375" y="5865687"/>
            <a:ext cx="389851" cy="307777"/>
          </a:xfrm>
          <a:prstGeom prst="rect">
            <a:avLst/>
          </a:prstGeom>
          <a:noFill/>
        </p:spPr>
        <p:txBody>
          <a:bodyPr wrap="none" rtlCol="0">
            <a:spAutoFit/>
          </a:bodyPr>
          <a:lstStyle/>
          <a:p>
            <a:pPr algn="ctr"/>
            <a:r>
              <a:rPr lang="en-US" sz="1400" b="1">
                <a:latin typeface="Open Sans" panose="020B0606030504020204" pitchFamily="34" charset="0"/>
                <a:ea typeface="Open Sans" panose="020B0606030504020204" pitchFamily="34" charset="0"/>
                <a:cs typeface="Open Sans" panose="020B0606030504020204" pitchFamily="34" charset="0"/>
              </a:rPr>
              <a:t>01</a:t>
            </a:r>
          </a:p>
        </p:txBody>
      </p:sp>
      <p:sp>
        <p:nvSpPr>
          <p:cNvPr id="2" name="Picture Placeholder 1"/>
          <p:cNvSpPr>
            <a:spLocks noGrp="1"/>
          </p:cNvSpPr>
          <p:nvPr>
            <p:ph type="pic" sz="quarter" idx="12"/>
          </p:nvPr>
        </p:nvSpPr>
        <p:spPr/>
        <p:txBody>
          <a:bodyPr/>
          <a:lstStyle/>
          <a:p>
            <a:endParaRPr lang="es-CO"/>
          </a:p>
        </p:txBody>
      </p:sp>
      <p:sp>
        <p:nvSpPr>
          <p:cNvPr id="3" name="Picture Placeholder 2"/>
          <p:cNvSpPr>
            <a:spLocks noGrp="1"/>
          </p:cNvSpPr>
          <p:nvPr>
            <p:ph type="pic" sz="quarter" idx="11"/>
          </p:nvPr>
        </p:nvSpPr>
        <p:spPr/>
        <p:txBody>
          <a:bodyPr/>
          <a:lstStyle/>
          <a:p>
            <a:endParaRPr lang="es-CO"/>
          </a:p>
        </p:txBody>
      </p:sp>
      <p:sp>
        <p:nvSpPr>
          <p:cNvPr id="4" name="Picture Placeholder 3"/>
          <p:cNvSpPr>
            <a:spLocks noGrp="1"/>
          </p:cNvSpPr>
          <p:nvPr>
            <p:ph type="pic" sz="quarter" idx="13"/>
          </p:nvPr>
        </p:nvSpPr>
        <p:spPr/>
        <p:txBody>
          <a:bodyPr/>
          <a:lstStyle/>
          <a:p>
            <a:endParaRPr lang="es-CO"/>
          </a:p>
        </p:txBody>
      </p:sp>
    </p:spTree>
    <p:extLst>
      <p:ext uri="{BB962C8B-B14F-4D97-AF65-F5344CB8AC3E}">
        <p14:creationId xmlns:p14="http://schemas.microsoft.com/office/powerpoint/2010/main" val="88603720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621505" y="582614"/>
            <a:ext cx="3018775" cy="630942"/>
          </a:xfrm>
          <a:prstGeom prst="rect">
            <a:avLst/>
          </a:prstGeom>
          <a:noFill/>
        </p:spPr>
        <p:txBody>
          <a:bodyPr wrap="none" rtlCol="0">
            <a:spAutoFit/>
          </a:bodyPr>
          <a:lstStyle/>
          <a:p>
            <a:r>
              <a:rPr lang="en-US" sz="3500" b="1">
                <a:latin typeface="Open Sans" panose="020B0606030504020204" pitchFamily="34" charset="0"/>
                <a:ea typeface="Open Sans" panose="020B0606030504020204" pitchFamily="34" charset="0"/>
                <a:cs typeface="Open Sans" panose="020B0606030504020204" pitchFamily="34" charset="0"/>
              </a:rPr>
              <a:t>Our Product</a:t>
            </a:r>
          </a:p>
        </p:txBody>
      </p:sp>
      <p:sp>
        <p:nvSpPr>
          <p:cNvPr id="3" name="TextBox 2"/>
          <p:cNvSpPr txBox="1"/>
          <p:nvPr/>
        </p:nvSpPr>
        <p:spPr>
          <a:xfrm>
            <a:off x="621505" y="1766468"/>
            <a:ext cx="3348380" cy="1323439"/>
          </a:xfrm>
          <a:prstGeom prst="rect">
            <a:avLst/>
          </a:prstGeom>
          <a:noFill/>
        </p:spPr>
        <p:txBody>
          <a:bodyPr wrap="square" rtlCol="0">
            <a:spAutoFit/>
          </a:bodyPr>
          <a:lstStyle/>
          <a:p>
            <a:pPr marL="285750" indent="-285750">
              <a:lnSpc>
                <a:spcPts val="2400"/>
              </a:lnSpc>
              <a:buFont typeface="Arial" panose="020B0604020202020204" pitchFamily="34" charset="0"/>
              <a:buChar char="•"/>
            </a:pPr>
            <a:r>
              <a:rPr lang="en-US" sz="1400" b="1">
                <a:latin typeface="Open Sans" panose="020B0606030504020204" pitchFamily="34" charset="0"/>
                <a:ea typeface="Open Sans" panose="020B0606030504020204" pitchFamily="34" charset="0"/>
                <a:cs typeface="Open Sans" panose="020B0606030504020204" pitchFamily="34" charset="0"/>
              </a:rPr>
              <a:t>Creative Design</a:t>
            </a:r>
          </a:p>
          <a:p>
            <a:pPr marL="285750" indent="-285750">
              <a:lnSpc>
                <a:spcPts val="2400"/>
              </a:lnSpc>
              <a:buFont typeface="Arial" panose="020B0604020202020204" pitchFamily="34" charset="0"/>
              <a:buChar char="•"/>
            </a:pPr>
            <a:r>
              <a:rPr lang="en-US" sz="1400" b="1">
                <a:latin typeface="Open Sans" panose="020B0606030504020204" pitchFamily="34" charset="0"/>
                <a:ea typeface="Open Sans" panose="020B0606030504020204" pitchFamily="34" charset="0"/>
                <a:cs typeface="Open Sans" panose="020B0606030504020204" pitchFamily="34" charset="0"/>
              </a:rPr>
              <a:t>Easy To Change-color theme</a:t>
            </a:r>
          </a:p>
          <a:p>
            <a:pPr marL="285750" indent="-285750">
              <a:lnSpc>
                <a:spcPts val="2400"/>
              </a:lnSpc>
              <a:buFont typeface="Arial" panose="020B0604020202020204" pitchFamily="34" charset="0"/>
              <a:buChar char="•"/>
            </a:pPr>
            <a:r>
              <a:rPr lang="en-US" sz="1400" b="1">
                <a:latin typeface="Open Sans" panose="020B0606030504020204" pitchFamily="34" charset="0"/>
                <a:ea typeface="Open Sans" panose="020B0606030504020204" pitchFamily="34" charset="0"/>
                <a:cs typeface="Open Sans" panose="020B0606030504020204" pitchFamily="34" charset="0"/>
              </a:rPr>
              <a:t>7x24 hours online support</a:t>
            </a:r>
          </a:p>
          <a:p>
            <a:pPr marL="285750" indent="-285750">
              <a:lnSpc>
                <a:spcPts val="2400"/>
              </a:lnSpc>
              <a:buFont typeface="Arial" panose="020B0604020202020204" pitchFamily="34" charset="0"/>
              <a:buChar char="•"/>
            </a:pPr>
            <a:r>
              <a:rPr lang="en-US" sz="1400" b="1">
                <a:latin typeface="Open Sans" panose="020B0606030504020204" pitchFamily="34" charset="0"/>
                <a:ea typeface="Open Sans" panose="020B0606030504020204" pitchFamily="34" charset="0"/>
                <a:cs typeface="Open Sans" panose="020B0606030504020204" pitchFamily="34" charset="0"/>
              </a:rPr>
              <a:t>Fully Animated</a:t>
            </a:r>
          </a:p>
        </p:txBody>
      </p:sp>
      <p:sp>
        <p:nvSpPr>
          <p:cNvPr id="4" name="TextBox 3"/>
          <p:cNvSpPr txBox="1"/>
          <p:nvPr/>
        </p:nvSpPr>
        <p:spPr>
          <a:xfrm>
            <a:off x="621505" y="3237689"/>
            <a:ext cx="4063696" cy="1301895"/>
          </a:xfrm>
          <a:prstGeom prst="rect">
            <a:avLst/>
          </a:prstGeom>
          <a:noFill/>
        </p:spPr>
        <p:txBody>
          <a:bodyPr wrap="square" rtlCol="0">
            <a:spAutoFit/>
          </a:bodyPr>
          <a:lstStyle/>
          <a:p>
            <a:pPr>
              <a:lnSpc>
                <a:spcPts val="1600"/>
              </a:lnSpc>
            </a:pPr>
            <a:r>
              <a:rPr lang="en-US" sz="9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Lorem</a:t>
            </a:r>
            <a:r>
              <a:rPr lang="en-US" sz="900" b="1">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 </a:t>
            </a:r>
            <a:r>
              <a:rPr lang="en-US" sz="9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Ipsum is simply dummy text of the printing and</a:t>
            </a:r>
          </a:p>
          <a:p>
            <a:pPr>
              <a:lnSpc>
                <a:spcPts val="1600"/>
              </a:lnSpc>
            </a:pPr>
            <a:r>
              <a:rPr lang="en-US" sz="9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typesetting industry. Lorem Ipsum has been the industry's standard dummy text ever since the 1500s, when an unknown printer took</a:t>
            </a:r>
          </a:p>
          <a:p>
            <a:pPr>
              <a:lnSpc>
                <a:spcPts val="1600"/>
              </a:lnSpc>
            </a:pPr>
            <a:endParaRPr lang="en-US" sz="9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endParaRPr>
          </a:p>
          <a:p>
            <a:pPr>
              <a:lnSpc>
                <a:spcPts val="1600"/>
              </a:lnSpc>
            </a:pPr>
            <a:r>
              <a:rPr lang="en-US" sz="9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a galley of type and scrambled it to make a type specimen book.</a:t>
            </a:r>
          </a:p>
          <a:p>
            <a:pPr>
              <a:lnSpc>
                <a:spcPts val="1600"/>
              </a:lnSpc>
            </a:pPr>
            <a:r>
              <a:rPr lang="en-US" sz="9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It has survived not only five</a:t>
            </a:r>
          </a:p>
        </p:txBody>
      </p:sp>
      <p:sp>
        <p:nvSpPr>
          <p:cNvPr id="5" name="TextBox 4"/>
          <p:cNvSpPr txBox="1"/>
          <p:nvPr/>
        </p:nvSpPr>
        <p:spPr>
          <a:xfrm>
            <a:off x="856455" y="4996635"/>
            <a:ext cx="3001976" cy="707886"/>
          </a:xfrm>
          <a:prstGeom prst="rect">
            <a:avLst/>
          </a:prstGeom>
          <a:noFill/>
        </p:spPr>
        <p:txBody>
          <a:bodyPr wrap="square" rtlCol="0">
            <a:spAutoFit/>
          </a:bodyPr>
          <a:lstStyle/>
          <a:p>
            <a:pPr>
              <a:lnSpc>
                <a:spcPts val="1600"/>
              </a:lnSpc>
            </a:pPr>
            <a:r>
              <a:rPr lang="en-US" sz="9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Lorem</a:t>
            </a:r>
            <a:r>
              <a:rPr lang="en-US" sz="900" b="1">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 </a:t>
            </a:r>
            <a:r>
              <a:rPr lang="en-US" sz="9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Ipsum is simply dummy text the printing and typesetting industry. Lorem Ipsum has been the industry's standard dummy</a:t>
            </a:r>
          </a:p>
        </p:txBody>
      </p:sp>
      <p:cxnSp>
        <p:nvCxnSpPr>
          <p:cNvPr id="7" name="Straight Connector 6"/>
          <p:cNvCxnSpPr/>
          <p:nvPr/>
        </p:nvCxnSpPr>
        <p:spPr>
          <a:xfrm>
            <a:off x="727881" y="5114040"/>
            <a:ext cx="0" cy="515937"/>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
        <p:nvSpPr>
          <p:cNvPr id="10" name="Oval 9"/>
          <p:cNvSpPr/>
          <p:nvPr/>
        </p:nvSpPr>
        <p:spPr>
          <a:xfrm>
            <a:off x="6091615" y="3926861"/>
            <a:ext cx="797519" cy="7975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p:cNvSpPr txBox="1"/>
          <p:nvPr/>
        </p:nvSpPr>
        <p:spPr>
          <a:xfrm>
            <a:off x="7102818" y="3971677"/>
            <a:ext cx="3819739" cy="707886"/>
          </a:xfrm>
          <a:prstGeom prst="rect">
            <a:avLst/>
          </a:prstGeom>
          <a:noFill/>
        </p:spPr>
        <p:txBody>
          <a:bodyPr wrap="square" rtlCol="0">
            <a:spAutoFit/>
          </a:bodyPr>
          <a:lstStyle/>
          <a:p>
            <a:pPr>
              <a:lnSpc>
                <a:spcPts val="1600"/>
              </a:lnSpc>
            </a:pPr>
            <a:r>
              <a:rPr lang="en-US" sz="900">
                <a:solidFill>
                  <a:schemeClr val="tx1">
                    <a:lumMod val="50000"/>
                    <a:lumOff val="50000"/>
                  </a:schemeClr>
                </a:solidFill>
                <a:latin typeface="Montserrat" pitchFamily="2" charset="0"/>
                <a:ea typeface="Open Sans" panose="020B0606030504020204" pitchFamily="34" charset="0"/>
                <a:cs typeface="Open Sans" panose="020B0606030504020204" pitchFamily="34" charset="0"/>
              </a:rPr>
              <a:t>Lorem</a:t>
            </a:r>
            <a:r>
              <a:rPr lang="en-US" sz="900" b="1">
                <a:solidFill>
                  <a:schemeClr val="tx1">
                    <a:lumMod val="50000"/>
                    <a:lumOff val="50000"/>
                  </a:schemeClr>
                </a:solidFill>
                <a:latin typeface="Montserrat" pitchFamily="2" charset="0"/>
                <a:ea typeface="Open Sans" panose="020B0606030504020204" pitchFamily="34" charset="0"/>
                <a:cs typeface="Open Sans" panose="020B0606030504020204" pitchFamily="34" charset="0"/>
              </a:rPr>
              <a:t> </a:t>
            </a:r>
            <a:r>
              <a:rPr lang="en-US" sz="900">
                <a:solidFill>
                  <a:schemeClr val="tx1">
                    <a:lumMod val="50000"/>
                    <a:lumOff val="50000"/>
                  </a:schemeClr>
                </a:solidFill>
                <a:latin typeface="Montserrat" pitchFamily="2" charset="0"/>
                <a:ea typeface="Open Sans" panose="020B0606030504020204" pitchFamily="34" charset="0"/>
                <a:cs typeface="Open Sans" panose="020B0606030504020204" pitchFamily="34" charset="0"/>
              </a:rPr>
              <a:t>Ipsum is simply dummy text the printing and typesetting Ipsum has been the industry's standard dummy text ever since the 1500s</a:t>
            </a:r>
          </a:p>
        </p:txBody>
      </p:sp>
      <p:sp>
        <p:nvSpPr>
          <p:cNvPr id="12" name="Oval 11"/>
          <p:cNvSpPr/>
          <p:nvPr/>
        </p:nvSpPr>
        <p:spPr>
          <a:xfrm>
            <a:off x="6091615" y="5340619"/>
            <a:ext cx="797519" cy="79751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p:cNvSpPr txBox="1"/>
          <p:nvPr/>
        </p:nvSpPr>
        <p:spPr>
          <a:xfrm>
            <a:off x="7102819" y="5385435"/>
            <a:ext cx="3819738" cy="707886"/>
          </a:xfrm>
          <a:prstGeom prst="rect">
            <a:avLst/>
          </a:prstGeom>
          <a:noFill/>
        </p:spPr>
        <p:txBody>
          <a:bodyPr wrap="square" rtlCol="0">
            <a:spAutoFit/>
          </a:bodyPr>
          <a:lstStyle/>
          <a:p>
            <a:pPr>
              <a:lnSpc>
                <a:spcPts val="1600"/>
              </a:lnSpc>
            </a:pPr>
            <a:r>
              <a:rPr lang="en-US" sz="900">
                <a:solidFill>
                  <a:schemeClr val="tx1">
                    <a:lumMod val="50000"/>
                    <a:lumOff val="50000"/>
                  </a:schemeClr>
                </a:solidFill>
                <a:latin typeface="Montserrat" pitchFamily="2" charset="0"/>
                <a:ea typeface="Open Sans" panose="020B0606030504020204" pitchFamily="34" charset="0"/>
                <a:cs typeface="Open Sans" panose="020B0606030504020204" pitchFamily="34" charset="0"/>
              </a:rPr>
              <a:t>Lorem</a:t>
            </a:r>
            <a:r>
              <a:rPr lang="en-US" sz="900" b="1">
                <a:solidFill>
                  <a:schemeClr val="tx1">
                    <a:lumMod val="50000"/>
                    <a:lumOff val="50000"/>
                  </a:schemeClr>
                </a:solidFill>
                <a:latin typeface="Montserrat" pitchFamily="2" charset="0"/>
                <a:ea typeface="Open Sans" panose="020B0606030504020204" pitchFamily="34" charset="0"/>
                <a:cs typeface="Open Sans" panose="020B0606030504020204" pitchFamily="34" charset="0"/>
              </a:rPr>
              <a:t> </a:t>
            </a:r>
            <a:r>
              <a:rPr lang="en-US" sz="900">
                <a:solidFill>
                  <a:schemeClr val="tx1">
                    <a:lumMod val="50000"/>
                    <a:lumOff val="50000"/>
                  </a:schemeClr>
                </a:solidFill>
                <a:latin typeface="Montserrat" pitchFamily="2" charset="0"/>
                <a:ea typeface="Open Sans" panose="020B0606030504020204" pitchFamily="34" charset="0"/>
                <a:cs typeface="Open Sans" panose="020B0606030504020204" pitchFamily="34" charset="0"/>
              </a:rPr>
              <a:t>Ipsum is simply dummy text the printing and typesetting Ipsum has been the industry's standard dummy text ever since the 1500s</a:t>
            </a:r>
          </a:p>
        </p:txBody>
      </p:sp>
      <p:sp>
        <p:nvSpPr>
          <p:cNvPr id="14" name="Freeform 71">
            <a:extLst>
              <a:ext uri="{FF2B5EF4-FFF2-40B4-BE49-F238E27FC236}">
                <a16:creationId xmlns:a16="http://schemas.microsoft.com/office/drawing/2014/main" id="{4990C4DC-D6C3-D594-6375-65DEB1377816}"/>
              </a:ext>
            </a:extLst>
          </p:cNvPr>
          <p:cNvSpPr>
            <a:spLocks noChangeAspect="1" noEditPoints="1"/>
          </p:cNvSpPr>
          <p:nvPr/>
        </p:nvSpPr>
        <p:spPr bwMode="auto">
          <a:xfrm>
            <a:off x="6263558" y="5512562"/>
            <a:ext cx="453633" cy="453633"/>
          </a:xfrm>
          <a:custGeom>
            <a:avLst/>
            <a:gdLst>
              <a:gd name="T0" fmla="*/ 11 w 348"/>
              <a:gd name="T1" fmla="*/ 122 h 348"/>
              <a:gd name="T2" fmla="*/ 11 w 348"/>
              <a:gd name="T3" fmla="*/ 145 h 348"/>
              <a:gd name="T4" fmla="*/ 38 w 348"/>
              <a:gd name="T5" fmla="*/ 133 h 348"/>
              <a:gd name="T6" fmla="*/ 174 w 348"/>
              <a:gd name="T7" fmla="*/ 0 h 348"/>
              <a:gd name="T8" fmla="*/ 52 w 348"/>
              <a:gd name="T9" fmla="*/ 103 h 348"/>
              <a:gd name="T10" fmla="*/ 117 w 348"/>
              <a:gd name="T11" fmla="*/ 291 h 348"/>
              <a:gd name="T12" fmla="*/ 232 w 348"/>
              <a:gd name="T13" fmla="*/ 291 h 348"/>
              <a:gd name="T14" fmla="*/ 300 w 348"/>
              <a:gd name="T15" fmla="*/ 124 h 348"/>
              <a:gd name="T16" fmla="*/ 174 w 348"/>
              <a:gd name="T17" fmla="*/ 326 h 348"/>
              <a:gd name="T18" fmla="*/ 205 w 348"/>
              <a:gd name="T19" fmla="*/ 303 h 348"/>
              <a:gd name="T20" fmla="*/ 208 w 348"/>
              <a:gd name="T21" fmla="*/ 281 h 348"/>
              <a:gd name="T22" fmla="*/ 140 w 348"/>
              <a:gd name="T23" fmla="*/ 258 h 348"/>
              <a:gd name="T24" fmla="*/ 208 w 348"/>
              <a:gd name="T25" fmla="*/ 281 h 348"/>
              <a:gd name="T26" fmla="*/ 209 w 348"/>
              <a:gd name="T27" fmla="*/ 230 h 348"/>
              <a:gd name="T28" fmla="*/ 141 w 348"/>
              <a:gd name="T29" fmla="*/ 235 h 348"/>
              <a:gd name="T30" fmla="*/ 135 w 348"/>
              <a:gd name="T31" fmla="*/ 219 h 348"/>
              <a:gd name="T32" fmla="*/ 154 w 348"/>
              <a:gd name="T33" fmla="*/ 25 h 348"/>
              <a:gd name="T34" fmla="*/ 278 w 348"/>
              <a:gd name="T35" fmla="*/ 125 h 348"/>
              <a:gd name="T36" fmla="*/ 174 w 348"/>
              <a:gd name="T37" fmla="*/ 86 h 348"/>
              <a:gd name="T38" fmla="*/ 196 w 348"/>
              <a:gd name="T39" fmla="*/ 110 h 348"/>
              <a:gd name="T40" fmla="*/ 186 w 348"/>
              <a:gd name="T41" fmla="*/ 66 h 348"/>
              <a:gd name="T42" fmla="*/ 174 w 348"/>
              <a:gd name="T43" fmla="*/ 48 h 348"/>
              <a:gd name="T44" fmla="*/ 163 w 348"/>
              <a:gd name="T45" fmla="*/ 66 h 348"/>
              <a:gd name="T46" fmla="*/ 168 w 348"/>
              <a:gd name="T47" fmla="*/ 136 h 348"/>
              <a:gd name="T48" fmla="*/ 174 w 348"/>
              <a:gd name="T49" fmla="*/ 167 h 348"/>
              <a:gd name="T50" fmla="*/ 152 w 348"/>
              <a:gd name="T51" fmla="*/ 143 h 348"/>
              <a:gd name="T52" fmla="*/ 163 w 348"/>
              <a:gd name="T53" fmla="*/ 187 h 348"/>
              <a:gd name="T54" fmla="*/ 174 w 348"/>
              <a:gd name="T55" fmla="*/ 207 h 348"/>
              <a:gd name="T56" fmla="*/ 186 w 348"/>
              <a:gd name="T57" fmla="*/ 187 h 348"/>
              <a:gd name="T58" fmla="*/ 182 w 348"/>
              <a:gd name="T59" fmla="*/ 117 h 348"/>
              <a:gd name="T60" fmla="*/ 174 w 348"/>
              <a:gd name="T61" fmla="*/ 86 h 348"/>
              <a:gd name="T62" fmla="*/ 62 w 348"/>
              <a:gd name="T63" fmla="*/ 230 h 348"/>
              <a:gd name="T64" fmla="*/ 52 w 348"/>
              <a:gd name="T65" fmla="*/ 257 h 348"/>
              <a:gd name="T66" fmla="*/ 67 w 348"/>
              <a:gd name="T67" fmla="*/ 257 h 348"/>
              <a:gd name="T68" fmla="*/ 78 w 348"/>
              <a:gd name="T69" fmla="*/ 230 h 348"/>
              <a:gd name="T70" fmla="*/ 289 w 348"/>
              <a:gd name="T71" fmla="*/ 7 h 348"/>
              <a:gd name="T72" fmla="*/ 270 w 348"/>
              <a:gd name="T73" fmla="*/ 21 h 348"/>
              <a:gd name="T74" fmla="*/ 278 w 348"/>
              <a:gd name="T75" fmla="*/ 40 h 348"/>
              <a:gd name="T76" fmla="*/ 297 w 348"/>
              <a:gd name="T77" fmla="*/ 26 h 348"/>
              <a:gd name="T78" fmla="*/ 289 w 348"/>
              <a:gd name="T79" fmla="*/ 7 h 348"/>
              <a:gd name="T80" fmla="*/ 278 w 348"/>
              <a:gd name="T81" fmla="*/ 227 h 348"/>
              <a:gd name="T82" fmla="*/ 270 w 348"/>
              <a:gd name="T83" fmla="*/ 247 h 348"/>
              <a:gd name="T84" fmla="*/ 289 w 348"/>
              <a:gd name="T85" fmla="*/ 260 h 348"/>
              <a:gd name="T86" fmla="*/ 297 w 348"/>
              <a:gd name="T87" fmla="*/ 241 h 348"/>
              <a:gd name="T88" fmla="*/ 62 w 348"/>
              <a:gd name="T89" fmla="*/ 37 h 348"/>
              <a:gd name="T90" fmla="*/ 78 w 348"/>
              <a:gd name="T91" fmla="*/ 37 h 348"/>
              <a:gd name="T92" fmla="*/ 67 w 348"/>
              <a:gd name="T93" fmla="*/ 10 h 348"/>
              <a:gd name="T94" fmla="*/ 52 w 348"/>
              <a:gd name="T95" fmla="*/ 10 h 348"/>
              <a:gd name="T96" fmla="*/ 62 w 348"/>
              <a:gd name="T97" fmla="*/ 37 h 348"/>
              <a:gd name="T98" fmla="*/ 321 w 348"/>
              <a:gd name="T99" fmla="*/ 122 h 348"/>
              <a:gd name="T100" fmla="*/ 321 w 348"/>
              <a:gd name="T101" fmla="*/ 145 h 348"/>
              <a:gd name="T102" fmla="*/ 347 w 348"/>
              <a:gd name="T103" fmla="*/ 133 h 3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348" h="348">
                <a:moveTo>
                  <a:pt x="26" y="122"/>
                </a:moveTo>
                <a:cubicBezTo>
                  <a:pt x="11" y="122"/>
                  <a:pt x="11" y="122"/>
                  <a:pt x="11" y="122"/>
                </a:cubicBezTo>
                <a:cubicBezTo>
                  <a:pt x="5" y="122"/>
                  <a:pt x="0" y="127"/>
                  <a:pt x="0" y="133"/>
                </a:cubicBezTo>
                <a:cubicBezTo>
                  <a:pt x="0" y="140"/>
                  <a:pt x="5" y="145"/>
                  <a:pt x="11" y="145"/>
                </a:cubicBezTo>
                <a:cubicBezTo>
                  <a:pt x="26" y="145"/>
                  <a:pt x="26" y="145"/>
                  <a:pt x="26" y="145"/>
                </a:cubicBezTo>
                <a:cubicBezTo>
                  <a:pt x="32" y="145"/>
                  <a:pt x="38" y="140"/>
                  <a:pt x="38" y="133"/>
                </a:cubicBezTo>
                <a:cubicBezTo>
                  <a:pt x="38" y="127"/>
                  <a:pt x="32" y="122"/>
                  <a:pt x="26" y="122"/>
                </a:cubicBezTo>
                <a:close/>
                <a:moveTo>
                  <a:pt x="174" y="0"/>
                </a:moveTo>
                <a:cubicBezTo>
                  <a:pt x="165" y="0"/>
                  <a:pt x="156" y="1"/>
                  <a:pt x="148" y="3"/>
                </a:cubicBezTo>
                <a:cubicBezTo>
                  <a:pt x="99" y="14"/>
                  <a:pt x="60" y="54"/>
                  <a:pt x="52" y="103"/>
                </a:cubicBezTo>
                <a:cubicBezTo>
                  <a:pt x="41" y="161"/>
                  <a:pt x="71" y="213"/>
                  <a:pt x="117" y="236"/>
                </a:cubicBezTo>
                <a:cubicBezTo>
                  <a:pt x="117" y="291"/>
                  <a:pt x="117" y="291"/>
                  <a:pt x="117" y="291"/>
                </a:cubicBezTo>
                <a:cubicBezTo>
                  <a:pt x="117" y="322"/>
                  <a:pt x="143" y="348"/>
                  <a:pt x="174" y="348"/>
                </a:cubicBezTo>
                <a:cubicBezTo>
                  <a:pt x="205" y="348"/>
                  <a:pt x="232" y="322"/>
                  <a:pt x="232" y="291"/>
                </a:cubicBezTo>
                <a:cubicBezTo>
                  <a:pt x="232" y="236"/>
                  <a:pt x="232" y="236"/>
                  <a:pt x="232" y="236"/>
                </a:cubicBezTo>
                <a:cubicBezTo>
                  <a:pt x="273" y="214"/>
                  <a:pt x="300" y="172"/>
                  <a:pt x="300" y="124"/>
                </a:cubicBezTo>
                <a:cubicBezTo>
                  <a:pt x="299" y="55"/>
                  <a:pt x="242" y="0"/>
                  <a:pt x="174" y="0"/>
                </a:cubicBezTo>
                <a:close/>
                <a:moveTo>
                  <a:pt x="174" y="326"/>
                </a:moveTo>
                <a:cubicBezTo>
                  <a:pt x="160" y="326"/>
                  <a:pt x="148" y="316"/>
                  <a:pt x="142" y="303"/>
                </a:cubicBezTo>
                <a:cubicBezTo>
                  <a:pt x="205" y="303"/>
                  <a:pt x="205" y="303"/>
                  <a:pt x="205" y="303"/>
                </a:cubicBezTo>
                <a:cubicBezTo>
                  <a:pt x="201" y="316"/>
                  <a:pt x="190" y="326"/>
                  <a:pt x="174" y="326"/>
                </a:cubicBezTo>
                <a:close/>
                <a:moveTo>
                  <a:pt x="208" y="281"/>
                </a:moveTo>
                <a:cubicBezTo>
                  <a:pt x="140" y="281"/>
                  <a:pt x="140" y="281"/>
                  <a:pt x="140" y="281"/>
                </a:cubicBezTo>
                <a:cubicBezTo>
                  <a:pt x="140" y="258"/>
                  <a:pt x="140" y="258"/>
                  <a:pt x="140" y="258"/>
                </a:cubicBezTo>
                <a:cubicBezTo>
                  <a:pt x="208" y="258"/>
                  <a:pt x="208" y="258"/>
                  <a:pt x="208" y="258"/>
                </a:cubicBezTo>
                <a:lnTo>
                  <a:pt x="208" y="281"/>
                </a:lnTo>
                <a:close/>
                <a:moveTo>
                  <a:pt x="216" y="219"/>
                </a:moveTo>
                <a:cubicBezTo>
                  <a:pt x="211" y="221"/>
                  <a:pt x="209" y="225"/>
                  <a:pt x="209" y="230"/>
                </a:cubicBezTo>
                <a:cubicBezTo>
                  <a:pt x="209" y="235"/>
                  <a:pt x="209" y="235"/>
                  <a:pt x="209" y="235"/>
                </a:cubicBezTo>
                <a:cubicBezTo>
                  <a:pt x="141" y="235"/>
                  <a:pt x="141" y="235"/>
                  <a:pt x="141" y="235"/>
                </a:cubicBezTo>
                <a:cubicBezTo>
                  <a:pt x="141" y="230"/>
                  <a:pt x="141" y="230"/>
                  <a:pt x="141" y="230"/>
                </a:cubicBezTo>
                <a:cubicBezTo>
                  <a:pt x="141" y="226"/>
                  <a:pt x="139" y="221"/>
                  <a:pt x="135" y="219"/>
                </a:cubicBezTo>
                <a:cubicBezTo>
                  <a:pt x="91" y="200"/>
                  <a:pt x="66" y="154"/>
                  <a:pt x="75" y="107"/>
                </a:cubicBezTo>
                <a:cubicBezTo>
                  <a:pt x="82" y="67"/>
                  <a:pt x="114" y="33"/>
                  <a:pt x="154" y="25"/>
                </a:cubicBezTo>
                <a:cubicBezTo>
                  <a:pt x="161" y="24"/>
                  <a:pt x="169" y="23"/>
                  <a:pt x="175" y="23"/>
                </a:cubicBezTo>
                <a:cubicBezTo>
                  <a:pt x="233" y="23"/>
                  <a:pt x="278" y="68"/>
                  <a:pt x="278" y="125"/>
                </a:cubicBezTo>
                <a:cubicBezTo>
                  <a:pt x="276" y="166"/>
                  <a:pt x="252" y="203"/>
                  <a:pt x="216" y="219"/>
                </a:cubicBezTo>
                <a:close/>
                <a:moveTo>
                  <a:pt x="174" y="86"/>
                </a:moveTo>
                <a:cubicBezTo>
                  <a:pt x="181" y="86"/>
                  <a:pt x="186" y="92"/>
                  <a:pt x="186" y="98"/>
                </a:cubicBezTo>
                <a:cubicBezTo>
                  <a:pt x="186" y="104"/>
                  <a:pt x="191" y="110"/>
                  <a:pt x="196" y="110"/>
                </a:cubicBezTo>
                <a:cubicBezTo>
                  <a:pt x="203" y="110"/>
                  <a:pt x="208" y="104"/>
                  <a:pt x="208" y="98"/>
                </a:cubicBezTo>
                <a:cubicBezTo>
                  <a:pt x="208" y="83"/>
                  <a:pt x="199" y="71"/>
                  <a:pt x="186" y="66"/>
                </a:cubicBezTo>
                <a:cubicBezTo>
                  <a:pt x="186" y="58"/>
                  <a:pt x="186" y="58"/>
                  <a:pt x="186" y="58"/>
                </a:cubicBezTo>
                <a:cubicBezTo>
                  <a:pt x="186" y="52"/>
                  <a:pt x="181" y="48"/>
                  <a:pt x="174" y="48"/>
                </a:cubicBezTo>
                <a:cubicBezTo>
                  <a:pt x="168" y="48"/>
                  <a:pt x="163" y="53"/>
                  <a:pt x="163" y="58"/>
                </a:cubicBezTo>
                <a:cubicBezTo>
                  <a:pt x="163" y="66"/>
                  <a:pt x="163" y="66"/>
                  <a:pt x="163" y="66"/>
                </a:cubicBezTo>
                <a:cubicBezTo>
                  <a:pt x="150" y="70"/>
                  <a:pt x="140" y="83"/>
                  <a:pt x="140" y="98"/>
                </a:cubicBezTo>
                <a:cubicBezTo>
                  <a:pt x="140" y="117"/>
                  <a:pt x="156" y="127"/>
                  <a:pt x="168" y="136"/>
                </a:cubicBezTo>
                <a:cubicBezTo>
                  <a:pt x="176" y="142"/>
                  <a:pt x="186" y="148"/>
                  <a:pt x="186" y="155"/>
                </a:cubicBezTo>
                <a:cubicBezTo>
                  <a:pt x="186" y="161"/>
                  <a:pt x="181" y="167"/>
                  <a:pt x="174" y="167"/>
                </a:cubicBezTo>
                <a:cubicBezTo>
                  <a:pt x="168" y="167"/>
                  <a:pt x="163" y="161"/>
                  <a:pt x="163" y="155"/>
                </a:cubicBezTo>
                <a:cubicBezTo>
                  <a:pt x="163" y="148"/>
                  <a:pt x="157" y="143"/>
                  <a:pt x="152" y="143"/>
                </a:cubicBezTo>
                <a:cubicBezTo>
                  <a:pt x="146" y="143"/>
                  <a:pt x="140" y="148"/>
                  <a:pt x="140" y="155"/>
                </a:cubicBezTo>
                <a:cubicBezTo>
                  <a:pt x="140" y="170"/>
                  <a:pt x="150" y="182"/>
                  <a:pt x="163" y="187"/>
                </a:cubicBezTo>
                <a:cubicBezTo>
                  <a:pt x="163" y="195"/>
                  <a:pt x="163" y="195"/>
                  <a:pt x="163" y="195"/>
                </a:cubicBezTo>
                <a:cubicBezTo>
                  <a:pt x="163" y="201"/>
                  <a:pt x="169" y="207"/>
                  <a:pt x="174" y="207"/>
                </a:cubicBezTo>
                <a:cubicBezTo>
                  <a:pt x="181" y="207"/>
                  <a:pt x="186" y="201"/>
                  <a:pt x="186" y="195"/>
                </a:cubicBezTo>
                <a:cubicBezTo>
                  <a:pt x="186" y="187"/>
                  <a:pt x="186" y="187"/>
                  <a:pt x="186" y="187"/>
                </a:cubicBezTo>
                <a:cubicBezTo>
                  <a:pt x="199" y="183"/>
                  <a:pt x="208" y="170"/>
                  <a:pt x="208" y="155"/>
                </a:cubicBezTo>
                <a:cubicBezTo>
                  <a:pt x="208" y="136"/>
                  <a:pt x="194" y="126"/>
                  <a:pt x="182" y="117"/>
                </a:cubicBezTo>
                <a:cubicBezTo>
                  <a:pt x="173" y="110"/>
                  <a:pt x="163" y="104"/>
                  <a:pt x="163" y="98"/>
                </a:cubicBezTo>
                <a:cubicBezTo>
                  <a:pt x="162" y="92"/>
                  <a:pt x="168" y="86"/>
                  <a:pt x="174" y="86"/>
                </a:cubicBezTo>
                <a:close/>
                <a:moveTo>
                  <a:pt x="70" y="227"/>
                </a:moveTo>
                <a:cubicBezTo>
                  <a:pt x="67" y="227"/>
                  <a:pt x="64" y="228"/>
                  <a:pt x="62" y="230"/>
                </a:cubicBezTo>
                <a:cubicBezTo>
                  <a:pt x="52" y="241"/>
                  <a:pt x="52" y="241"/>
                  <a:pt x="52" y="241"/>
                </a:cubicBezTo>
                <a:cubicBezTo>
                  <a:pt x="47" y="245"/>
                  <a:pt x="47" y="252"/>
                  <a:pt x="52" y="257"/>
                </a:cubicBezTo>
                <a:cubicBezTo>
                  <a:pt x="54" y="259"/>
                  <a:pt x="57" y="260"/>
                  <a:pt x="59" y="260"/>
                </a:cubicBezTo>
                <a:cubicBezTo>
                  <a:pt x="62" y="260"/>
                  <a:pt x="65" y="259"/>
                  <a:pt x="67" y="257"/>
                </a:cubicBezTo>
                <a:cubicBezTo>
                  <a:pt x="78" y="247"/>
                  <a:pt x="78" y="247"/>
                  <a:pt x="78" y="247"/>
                </a:cubicBezTo>
                <a:cubicBezTo>
                  <a:pt x="82" y="242"/>
                  <a:pt x="82" y="234"/>
                  <a:pt x="78" y="230"/>
                </a:cubicBezTo>
                <a:cubicBezTo>
                  <a:pt x="76" y="228"/>
                  <a:pt x="73" y="227"/>
                  <a:pt x="70" y="227"/>
                </a:cubicBezTo>
                <a:close/>
                <a:moveTo>
                  <a:pt x="289" y="7"/>
                </a:moveTo>
                <a:cubicBezTo>
                  <a:pt x="286" y="7"/>
                  <a:pt x="283" y="8"/>
                  <a:pt x="281" y="10"/>
                </a:cubicBezTo>
                <a:cubicBezTo>
                  <a:pt x="270" y="21"/>
                  <a:pt x="270" y="21"/>
                  <a:pt x="270" y="21"/>
                </a:cubicBezTo>
                <a:cubicBezTo>
                  <a:pt x="266" y="25"/>
                  <a:pt x="266" y="32"/>
                  <a:pt x="270" y="37"/>
                </a:cubicBezTo>
                <a:cubicBezTo>
                  <a:pt x="272" y="39"/>
                  <a:pt x="275" y="40"/>
                  <a:pt x="278" y="40"/>
                </a:cubicBezTo>
                <a:cubicBezTo>
                  <a:pt x="281" y="40"/>
                  <a:pt x="284" y="39"/>
                  <a:pt x="286" y="37"/>
                </a:cubicBezTo>
                <a:cubicBezTo>
                  <a:pt x="297" y="26"/>
                  <a:pt x="297" y="26"/>
                  <a:pt x="297" y="26"/>
                </a:cubicBezTo>
                <a:cubicBezTo>
                  <a:pt x="301" y="22"/>
                  <a:pt x="301" y="14"/>
                  <a:pt x="297" y="10"/>
                </a:cubicBezTo>
                <a:cubicBezTo>
                  <a:pt x="295" y="8"/>
                  <a:pt x="292" y="7"/>
                  <a:pt x="289" y="7"/>
                </a:cubicBezTo>
                <a:close/>
                <a:moveTo>
                  <a:pt x="286" y="230"/>
                </a:moveTo>
                <a:cubicBezTo>
                  <a:pt x="284" y="228"/>
                  <a:pt x="281" y="227"/>
                  <a:pt x="278" y="227"/>
                </a:cubicBezTo>
                <a:cubicBezTo>
                  <a:pt x="275" y="227"/>
                  <a:pt x="272" y="228"/>
                  <a:pt x="270" y="230"/>
                </a:cubicBezTo>
                <a:cubicBezTo>
                  <a:pt x="266" y="234"/>
                  <a:pt x="266" y="242"/>
                  <a:pt x="270" y="247"/>
                </a:cubicBezTo>
                <a:cubicBezTo>
                  <a:pt x="281" y="257"/>
                  <a:pt x="281" y="257"/>
                  <a:pt x="281" y="257"/>
                </a:cubicBezTo>
                <a:cubicBezTo>
                  <a:pt x="283" y="259"/>
                  <a:pt x="286" y="260"/>
                  <a:pt x="289" y="260"/>
                </a:cubicBezTo>
                <a:cubicBezTo>
                  <a:pt x="292" y="260"/>
                  <a:pt x="295" y="259"/>
                  <a:pt x="297" y="257"/>
                </a:cubicBezTo>
                <a:cubicBezTo>
                  <a:pt x="301" y="253"/>
                  <a:pt x="301" y="245"/>
                  <a:pt x="297" y="241"/>
                </a:cubicBezTo>
                <a:lnTo>
                  <a:pt x="286" y="230"/>
                </a:lnTo>
                <a:close/>
                <a:moveTo>
                  <a:pt x="62" y="37"/>
                </a:moveTo>
                <a:cubicBezTo>
                  <a:pt x="64" y="39"/>
                  <a:pt x="67" y="40"/>
                  <a:pt x="70" y="40"/>
                </a:cubicBezTo>
                <a:cubicBezTo>
                  <a:pt x="73" y="40"/>
                  <a:pt x="76" y="39"/>
                  <a:pt x="78" y="37"/>
                </a:cubicBezTo>
                <a:cubicBezTo>
                  <a:pt x="82" y="32"/>
                  <a:pt x="82" y="25"/>
                  <a:pt x="78" y="21"/>
                </a:cubicBezTo>
                <a:cubicBezTo>
                  <a:pt x="67" y="10"/>
                  <a:pt x="67" y="10"/>
                  <a:pt x="67" y="10"/>
                </a:cubicBezTo>
                <a:cubicBezTo>
                  <a:pt x="65" y="8"/>
                  <a:pt x="62" y="7"/>
                  <a:pt x="59" y="7"/>
                </a:cubicBezTo>
                <a:cubicBezTo>
                  <a:pt x="57" y="7"/>
                  <a:pt x="54" y="8"/>
                  <a:pt x="52" y="10"/>
                </a:cubicBezTo>
                <a:cubicBezTo>
                  <a:pt x="47" y="14"/>
                  <a:pt x="47" y="22"/>
                  <a:pt x="52" y="26"/>
                </a:cubicBezTo>
                <a:lnTo>
                  <a:pt x="62" y="37"/>
                </a:lnTo>
                <a:close/>
                <a:moveTo>
                  <a:pt x="337" y="122"/>
                </a:moveTo>
                <a:cubicBezTo>
                  <a:pt x="321" y="122"/>
                  <a:pt x="321" y="122"/>
                  <a:pt x="321" y="122"/>
                </a:cubicBezTo>
                <a:cubicBezTo>
                  <a:pt x="315" y="122"/>
                  <a:pt x="309" y="127"/>
                  <a:pt x="309" y="133"/>
                </a:cubicBezTo>
                <a:cubicBezTo>
                  <a:pt x="309" y="140"/>
                  <a:pt x="315" y="145"/>
                  <a:pt x="321" y="145"/>
                </a:cubicBezTo>
                <a:cubicBezTo>
                  <a:pt x="337" y="145"/>
                  <a:pt x="337" y="145"/>
                  <a:pt x="337" y="145"/>
                </a:cubicBezTo>
                <a:cubicBezTo>
                  <a:pt x="343" y="145"/>
                  <a:pt x="347" y="140"/>
                  <a:pt x="347" y="133"/>
                </a:cubicBezTo>
                <a:cubicBezTo>
                  <a:pt x="348" y="127"/>
                  <a:pt x="343" y="122"/>
                  <a:pt x="337" y="122"/>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15" name="Freeform 24">
            <a:extLst>
              <a:ext uri="{FF2B5EF4-FFF2-40B4-BE49-F238E27FC236}">
                <a16:creationId xmlns:a16="http://schemas.microsoft.com/office/drawing/2014/main" id="{FB637E37-6B5C-A2B6-094D-27ACFCA55EA3}"/>
              </a:ext>
            </a:extLst>
          </p:cNvPr>
          <p:cNvSpPr>
            <a:spLocks noChangeAspect="1" noEditPoints="1"/>
          </p:cNvSpPr>
          <p:nvPr/>
        </p:nvSpPr>
        <p:spPr bwMode="auto">
          <a:xfrm>
            <a:off x="6261601" y="4098804"/>
            <a:ext cx="457547" cy="453633"/>
          </a:xfrm>
          <a:custGeom>
            <a:avLst/>
            <a:gdLst>
              <a:gd name="T0" fmla="*/ 218 w 351"/>
              <a:gd name="T1" fmla="*/ 0 h 348"/>
              <a:gd name="T2" fmla="*/ 86 w 351"/>
              <a:gd name="T3" fmla="*/ 132 h 348"/>
              <a:gd name="T4" fmla="*/ 105 w 351"/>
              <a:gd name="T5" fmla="*/ 202 h 348"/>
              <a:gd name="T6" fmla="*/ 12 w 351"/>
              <a:gd name="T7" fmla="*/ 296 h 348"/>
              <a:gd name="T8" fmla="*/ 12 w 351"/>
              <a:gd name="T9" fmla="*/ 339 h 348"/>
              <a:gd name="T10" fmla="*/ 33 w 351"/>
              <a:gd name="T11" fmla="*/ 348 h 348"/>
              <a:gd name="T12" fmla="*/ 54 w 351"/>
              <a:gd name="T13" fmla="*/ 339 h 348"/>
              <a:gd name="T14" fmla="*/ 149 w 351"/>
              <a:gd name="T15" fmla="*/ 245 h 348"/>
              <a:gd name="T16" fmla="*/ 218 w 351"/>
              <a:gd name="T17" fmla="*/ 265 h 348"/>
              <a:gd name="T18" fmla="*/ 351 w 351"/>
              <a:gd name="T19" fmla="*/ 132 h 348"/>
              <a:gd name="T20" fmla="*/ 218 w 351"/>
              <a:gd name="T21" fmla="*/ 0 h 348"/>
              <a:gd name="T22" fmla="*/ 40 w 351"/>
              <a:gd name="T23" fmla="*/ 324 h 348"/>
              <a:gd name="T24" fmla="*/ 33 w 351"/>
              <a:gd name="T25" fmla="*/ 327 h 348"/>
              <a:gd name="T26" fmla="*/ 25 w 351"/>
              <a:gd name="T27" fmla="*/ 324 h 348"/>
              <a:gd name="T28" fmla="*/ 25 w 351"/>
              <a:gd name="T29" fmla="*/ 309 h 348"/>
              <a:gd name="T30" fmla="*/ 76 w 351"/>
              <a:gd name="T31" fmla="*/ 258 h 348"/>
              <a:gd name="T32" fmla="*/ 91 w 351"/>
              <a:gd name="T33" fmla="*/ 273 h 348"/>
              <a:gd name="T34" fmla="*/ 40 w 351"/>
              <a:gd name="T35" fmla="*/ 324 h 348"/>
              <a:gd name="T36" fmla="*/ 107 w 351"/>
              <a:gd name="T37" fmla="*/ 259 h 348"/>
              <a:gd name="T38" fmla="*/ 91 w 351"/>
              <a:gd name="T39" fmla="*/ 245 h 348"/>
              <a:gd name="T40" fmla="*/ 118 w 351"/>
              <a:gd name="T41" fmla="*/ 218 h 348"/>
              <a:gd name="T42" fmla="*/ 132 w 351"/>
              <a:gd name="T43" fmla="*/ 233 h 348"/>
              <a:gd name="T44" fmla="*/ 107 w 351"/>
              <a:gd name="T45" fmla="*/ 259 h 348"/>
              <a:gd name="T46" fmla="*/ 218 w 351"/>
              <a:gd name="T47" fmla="*/ 245 h 348"/>
              <a:gd name="T48" fmla="*/ 107 w 351"/>
              <a:gd name="T49" fmla="*/ 132 h 348"/>
              <a:gd name="T50" fmla="*/ 218 w 351"/>
              <a:gd name="T51" fmla="*/ 21 h 348"/>
              <a:gd name="T52" fmla="*/ 331 w 351"/>
              <a:gd name="T53" fmla="*/ 132 h 348"/>
              <a:gd name="T54" fmla="*/ 218 w 351"/>
              <a:gd name="T55" fmla="*/ 245 h 348"/>
              <a:gd name="T56" fmla="*/ 280 w 351"/>
              <a:gd name="T57" fmla="*/ 103 h 348"/>
              <a:gd name="T58" fmla="*/ 247 w 351"/>
              <a:gd name="T59" fmla="*/ 103 h 348"/>
              <a:gd name="T60" fmla="*/ 197 w 351"/>
              <a:gd name="T61" fmla="*/ 62 h 348"/>
              <a:gd name="T62" fmla="*/ 145 w 351"/>
              <a:gd name="T63" fmla="*/ 113 h 348"/>
              <a:gd name="T64" fmla="*/ 186 w 351"/>
              <a:gd name="T65" fmla="*/ 163 h 348"/>
              <a:gd name="T66" fmla="*/ 186 w 351"/>
              <a:gd name="T67" fmla="*/ 196 h 348"/>
              <a:gd name="T68" fmla="*/ 197 w 351"/>
              <a:gd name="T69" fmla="*/ 206 h 348"/>
              <a:gd name="T70" fmla="*/ 278 w 351"/>
              <a:gd name="T71" fmla="*/ 206 h 348"/>
              <a:gd name="T72" fmla="*/ 289 w 351"/>
              <a:gd name="T73" fmla="*/ 196 h 348"/>
              <a:gd name="T74" fmla="*/ 289 w 351"/>
              <a:gd name="T75" fmla="*/ 114 h 348"/>
              <a:gd name="T76" fmla="*/ 280 w 351"/>
              <a:gd name="T77" fmla="*/ 103 h 348"/>
              <a:gd name="T78" fmla="*/ 188 w 351"/>
              <a:gd name="T79" fmla="*/ 113 h 348"/>
              <a:gd name="T80" fmla="*/ 188 w 351"/>
              <a:gd name="T81" fmla="*/ 142 h 348"/>
              <a:gd name="T82" fmla="*/ 167 w 351"/>
              <a:gd name="T83" fmla="*/ 113 h 348"/>
              <a:gd name="T84" fmla="*/ 198 w 351"/>
              <a:gd name="T85" fmla="*/ 82 h 348"/>
              <a:gd name="T86" fmla="*/ 227 w 351"/>
              <a:gd name="T87" fmla="*/ 103 h 348"/>
              <a:gd name="T88" fmla="*/ 198 w 351"/>
              <a:gd name="T89" fmla="*/ 103 h 348"/>
              <a:gd name="T90" fmla="*/ 188 w 351"/>
              <a:gd name="T91" fmla="*/ 113 h 348"/>
              <a:gd name="T92" fmla="*/ 227 w 351"/>
              <a:gd name="T93" fmla="*/ 122 h 348"/>
              <a:gd name="T94" fmla="*/ 208 w 351"/>
              <a:gd name="T95" fmla="*/ 141 h 348"/>
              <a:gd name="T96" fmla="*/ 208 w 351"/>
              <a:gd name="T97" fmla="*/ 122 h 348"/>
              <a:gd name="T98" fmla="*/ 227 w 351"/>
              <a:gd name="T99" fmla="*/ 122 h 348"/>
              <a:gd name="T100" fmla="*/ 269 w 351"/>
              <a:gd name="T101" fmla="*/ 185 h 348"/>
              <a:gd name="T102" fmla="*/ 207 w 351"/>
              <a:gd name="T103" fmla="*/ 185 h 348"/>
              <a:gd name="T104" fmla="*/ 207 w 351"/>
              <a:gd name="T105" fmla="*/ 163 h 348"/>
              <a:gd name="T106" fmla="*/ 247 w 351"/>
              <a:gd name="T107" fmla="*/ 122 h 348"/>
              <a:gd name="T108" fmla="*/ 269 w 351"/>
              <a:gd name="T109" fmla="*/ 122 h 348"/>
              <a:gd name="T110" fmla="*/ 269 w 351"/>
              <a:gd name="T111" fmla="*/ 185 h 3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351" h="348">
                <a:moveTo>
                  <a:pt x="218" y="0"/>
                </a:moveTo>
                <a:cubicBezTo>
                  <a:pt x="145" y="0"/>
                  <a:pt x="86" y="59"/>
                  <a:pt x="86" y="132"/>
                </a:cubicBezTo>
                <a:cubicBezTo>
                  <a:pt x="86" y="158"/>
                  <a:pt x="93" y="182"/>
                  <a:pt x="105" y="202"/>
                </a:cubicBezTo>
                <a:cubicBezTo>
                  <a:pt x="12" y="296"/>
                  <a:pt x="12" y="296"/>
                  <a:pt x="12" y="296"/>
                </a:cubicBezTo>
                <a:cubicBezTo>
                  <a:pt x="0" y="307"/>
                  <a:pt x="0" y="327"/>
                  <a:pt x="12" y="339"/>
                </a:cubicBezTo>
                <a:cubicBezTo>
                  <a:pt x="17" y="345"/>
                  <a:pt x="25" y="348"/>
                  <a:pt x="33" y="348"/>
                </a:cubicBezTo>
                <a:cubicBezTo>
                  <a:pt x="41" y="348"/>
                  <a:pt x="49" y="345"/>
                  <a:pt x="54" y="339"/>
                </a:cubicBezTo>
                <a:cubicBezTo>
                  <a:pt x="149" y="245"/>
                  <a:pt x="149" y="245"/>
                  <a:pt x="149" y="245"/>
                </a:cubicBezTo>
                <a:cubicBezTo>
                  <a:pt x="169" y="258"/>
                  <a:pt x="193" y="265"/>
                  <a:pt x="218" y="265"/>
                </a:cubicBezTo>
                <a:cubicBezTo>
                  <a:pt x="291" y="265"/>
                  <a:pt x="351" y="205"/>
                  <a:pt x="351" y="132"/>
                </a:cubicBezTo>
                <a:cubicBezTo>
                  <a:pt x="351" y="59"/>
                  <a:pt x="291" y="0"/>
                  <a:pt x="218" y="0"/>
                </a:cubicBezTo>
                <a:close/>
                <a:moveTo>
                  <a:pt x="40" y="324"/>
                </a:moveTo>
                <a:cubicBezTo>
                  <a:pt x="38" y="326"/>
                  <a:pt x="36" y="327"/>
                  <a:pt x="33" y="327"/>
                </a:cubicBezTo>
                <a:cubicBezTo>
                  <a:pt x="30" y="327"/>
                  <a:pt x="28" y="326"/>
                  <a:pt x="25" y="324"/>
                </a:cubicBezTo>
                <a:cubicBezTo>
                  <a:pt x="22" y="321"/>
                  <a:pt x="22" y="314"/>
                  <a:pt x="25" y="309"/>
                </a:cubicBezTo>
                <a:cubicBezTo>
                  <a:pt x="76" y="258"/>
                  <a:pt x="76" y="258"/>
                  <a:pt x="76" y="258"/>
                </a:cubicBezTo>
                <a:cubicBezTo>
                  <a:pt x="91" y="273"/>
                  <a:pt x="91" y="273"/>
                  <a:pt x="91" y="273"/>
                </a:cubicBezTo>
                <a:lnTo>
                  <a:pt x="40" y="324"/>
                </a:lnTo>
                <a:close/>
                <a:moveTo>
                  <a:pt x="107" y="259"/>
                </a:moveTo>
                <a:cubicBezTo>
                  <a:pt x="91" y="245"/>
                  <a:pt x="91" y="245"/>
                  <a:pt x="91" y="245"/>
                </a:cubicBezTo>
                <a:cubicBezTo>
                  <a:pt x="118" y="218"/>
                  <a:pt x="118" y="218"/>
                  <a:pt x="118" y="218"/>
                </a:cubicBezTo>
                <a:cubicBezTo>
                  <a:pt x="122" y="224"/>
                  <a:pt x="127" y="228"/>
                  <a:pt x="132" y="233"/>
                </a:cubicBezTo>
                <a:lnTo>
                  <a:pt x="107" y="259"/>
                </a:lnTo>
                <a:close/>
                <a:moveTo>
                  <a:pt x="218" y="245"/>
                </a:moveTo>
                <a:cubicBezTo>
                  <a:pt x="157" y="245"/>
                  <a:pt x="107" y="194"/>
                  <a:pt x="107" y="132"/>
                </a:cubicBezTo>
                <a:cubicBezTo>
                  <a:pt x="107" y="71"/>
                  <a:pt x="157" y="21"/>
                  <a:pt x="218" y="21"/>
                </a:cubicBezTo>
                <a:cubicBezTo>
                  <a:pt x="280" y="21"/>
                  <a:pt x="331" y="71"/>
                  <a:pt x="331" y="132"/>
                </a:cubicBezTo>
                <a:cubicBezTo>
                  <a:pt x="331" y="194"/>
                  <a:pt x="280" y="245"/>
                  <a:pt x="218" y="245"/>
                </a:cubicBezTo>
                <a:close/>
                <a:moveTo>
                  <a:pt x="280" y="103"/>
                </a:moveTo>
                <a:cubicBezTo>
                  <a:pt x="247" y="103"/>
                  <a:pt x="247" y="103"/>
                  <a:pt x="247" y="103"/>
                </a:cubicBezTo>
                <a:cubicBezTo>
                  <a:pt x="243" y="80"/>
                  <a:pt x="222" y="62"/>
                  <a:pt x="197" y="62"/>
                </a:cubicBezTo>
                <a:cubicBezTo>
                  <a:pt x="168" y="62"/>
                  <a:pt x="145" y="85"/>
                  <a:pt x="145" y="113"/>
                </a:cubicBezTo>
                <a:cubicBezTo>
                  <a:pt x="145" y="138"/>
                  <a:pt x="162" y="159"/>
                  <a:pt x="186" y="163"/>
                </a:cubicBezTo>
                <a:cubicBezTo>
                  <a:pt x="186" y="196"/>
                  <a:pt x="186" y="196"/>
                  <a:pt x="186" y="196"/>
                </a:cubicBezTo>
                <a:cubicBezTo>
                  <a:pt x="186" y="201"/>
                  <a:pt x="191" y="206"/>
                  <a:pt x="197" y="206"/>
                </a:cubicBezTo>
                <a:cubicBezTo>
                  <a:pt x="278" y="206"/>
                  <a:pt x="278" y="206"/>
                  <a:pt x="278" y="206"/>
                </a:cubicBezTo>
                <a:cubicBezTo>
                  <a:pt x="284" y="206"/>
                  <a:pt x="289" y="201"/>
                  <a:pt x="289" y="196"/>
                </a:cubicBezTo>
                <a:cubicBezTo>
                  <a:pt x="289" y="114"/>
                  <a:pt x="289" y="114"/>
                  <a:pt x="289" y="114"/>
                </a:cubicBezTo>
                <a:cubicBezTo>
                  <a:pt x="290" y="108"/>
                  <a:pt x="285" y="103"/>
                  <a:pt x="280" y="103"/>
                </a:cubicBezTo>
                <a:close/>
                <a:moveTo>
                  <a:pt x="188" y="113"/>
                </a:moveTo>
                <a:cubicBezTo>
                  <a:pt x="188" y="142"/>
                  <a:pt x="188" y="142"/>
                  <a:pt x="188" y="142"/>
                </a:cubicBezTo>
                <a:cubicBezTo>
                  <a:pt x="176" y="137"/>
                  <a:pt x="167" y="126"/>
                  <a:pt x="167" y="113"/>
                </a:cubicBezTo>
                <a:cubicBezTo>
                  <a:pt x="167" y="96"/>
                  <a:pt x="181" y="82"/>
                  <a:pt x="198" y="82"/>
                </a:cubicBezTo>
                <a:cubicBezTo>
                  <a:pt x="212" y="82"/>
                  <a:pt x="223" y="90"/>
                  <a:pt x="227" y="103"/>
                </a:cubicBezTo>
                <a:cubicBezTo>
                  <a:pt x="198" y="103"/>
                  <a:pt x="198" y="103"/>
                  <a:pt x="198" y="103"/>
                </a:cubicBezTo>
                <a:cubicBezTo>
                  <a:pt x="192" y="103"/>
                  <a:pt x="188" y="108"/>
                  <a:pt x="188" y="113"/>
                </a:cubicBezTo>
                <a:close/>
                <a:moveTo>
                  <a:pt x="227" y="122"/>
                </a:moveTo>
                <a:cubicBezTo>
                  <a:pt x="223" y="132"/>
                  <a:pt x="216" y="139"/>
                  <a:pt x="208" y="141"/>
                </a:cubicBezTo>
                <a:cubicBezTo>
                  <a:pt x="208" y="122"/>
                  <a:pt x="208" y="122"/>
                  <a:pt x="208" y="122"/>
                </a:cubicBezTo>
                <a:lnTo>
                  <a:pt x="227" y="122"/>
                </a:lnTo>
                <a:close/>
                <a:moveTo>
                  <a:pt x="269" y="185"/>
                </a:moveTo>
                <a:cubicBezTo>
                  <a:pt x="207" y="185"/>
                  <a:pt x="207" y="185"/>
                  <a:pt x="207" y="185"/>
                </a:cubicBezTo>
                <a:cubicBezTo>
                  <a:pt x="207" y="163"/>
                  <a:pt x="207" y="163"/>
                  <a:pt x="207" y="163"/>
                </a:cubicBezTo>
                <a:cubicBezTo>
                  <a:pt x="227" y="158"/>
                  <a:pt x="243" y="143"/>
                  <a:pt x="247" y="122"/>
                </a:cubicBezTo>
                <a:cubicBezTo>
                  <a:pt x="269" y="122"/>
                  <a:pt x="269" y="122"/>
                  <a:pt x="269" y="122"/>
                </a:cubicBezTo>
                <a:lnTo>
                  <a:pt x="269" y="185"/>
                </a:ln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endParaRPr lang="en-US"/>
          </a:p>
        </p:txBody>
      </p:sp>
      <p:sp>
        <p:nvSpPr>
          <p:cNvPr id="8" name="Picture Placeholder 7"/>
          <p:cNvSpPr>
            <a:spLocks noGrp="1"/>
          </p:cNvSpPr>
          <p:nvPr>
            <p:ph type="pic" sz="quarter" idx="12"/>
          </p:nvPr>
        </p:nvSpPr>
        <p:spPr/>
        <p:txBody>
          <a:bodyPr/>
          <a:lstStyle/>
          <a:p>
            <a:endParaRPr lang="es-CO"/>
          </a:p>
        </p:txBody>
      </p:sp>
      <p:sp>
        <p:nvSpPr>
          <p:cNvPr id="9" name="Picture Placeholder 8"/>
          <p:cNvSpPr>
            <a:spLocks noGrp="1"/>
          </p:cNvSpPr>
          <p:nvPr>
            <p:ph type="pic" sz="quarter" idx="13"/>
          </p:nvPr>
        </p:nvSpPr>
        <p:spPr/>
        <p:txBody>
          <a:bodyPr/>
          <a:lstStyle/>
          <a:p>
            <a:endParaRPr lang="es-CO"/>
          </a:p>
        </p:txBody>
      </p:sp>
      <p:sp>
        <p:nvSpPr>
          <p:cNvPr id="16" name="Picture Placeholder 15"/>
          <p:cNvSpPr>
            <a:spLocks noGrp="1"/>
          </p:cNvSpPr>
          <p:nvPr>
            <p:ph type="pic" sz="quarter" idx="14"/>
          </p:nvPr>
        </p:nvSpPr>
        <p:spPr/>
        <p:txBody>
          <a:bodyPr/>
          <a:lstStyle/>
          <a:p>
            <a:endParaRPr lang="es-CO"/>
          </a:p>
        </p:txBody>
      </p:sp>
      <p:sp>
        <p:nvSpPr>
          <p:cNvPr id="2" name="Picture Placeholder 1"/>
          <p:cNvSpPr>
            <a:spLocks noGrp="1"/>
          </p:cNvSpPr>
          <p:nvPr>
            <p:ph type="pic" sz="quarter" idx="11"/>
          </p:nvPr>
        </p:nvSpPr>
        <p:spPr/>
        <p:txBody>
          <a:bodyPr/>
          <a:lstStyle/>
          <a:p>
            <a:endParaRPr lang="es-CO"/>
          </a:p>
        </p:txBody>
      </p:sp>
      <p:pic>
        <p:nvPicPr>
          <p:cNvPr id="17" name="Imagen 16">
            <a:extLst>
              <a:ext uri="{FF2B5EF4-FFF2-40B4-BE49-F238E27FC236}">
                <a16:creationId xmlns:a16="http://schemas.microsoft.com/office/drawing/2014/main" id="{D1AA61A1-0FF5-ACB2-CF80-25790CF893A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9795" y="6368290"/>
            <a:ext cx="1498186" cy="239305"/>
          </a:xfrm>
          <a:prstGeom prst="rect">
            <a:avLst/>
          </a:prstGeom>
        </p:spPr>
      </p:pic>
      <p:pic>
        <p:nvPicPr>
          <p:cNvPr id="18" name="Imagen 17">
            <a:extLst>
              <a:ext uri="{FF2B5EF4-FFF2-40B4-BE49-F238E27FC236}">
                <a16:creationId xmlns:a16="http://schemas.microsoft.com/office/drawing/2014/main" id="{2237ACCE-42BC-CC0C-1D0D-DC4D182400DD}"/>
              </a:ext>
            </a:extLst>
          </p:cNvPr>
          <p:cNvPicPr>
            <a:picLocks noChangeAspect="1"/>
          </p:cNvPicPr>
          <p:nvPr/>
        </p:nvPicPr>
        <p:blipFill>
          <a:blip r:embed="rId3"/>
          <a:stretch>
            <a:fillRect/>
          </a:stretch>
        </p:blipFill>
        <p:spPr>
          <a:xfrm>
            <a:off x="10547350" y="6165838"/>
            <a:ext cx="1360142" cy="644208"/>
          </a:xfrm>
          <a:prstGeom prst="rect">
            <a:avLst/>
          </a:prstGeom>
        </p:spPr>
      </p:pic>
    </p:spTree>
    <p:extLst>
      <p:ext uri="{BB962C8B-B14F-4D97-AF65-F5344CB8AC3E}">
        <p14:creationId xmlns:p14="http://schemas.microsoft.com/office/powerpoint/2010/main" val="395462620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3346101" y="2100105"/>
            <a:ext cx="8845899" cy="4757895"/>
          </a:xfrm>
          <a:prstGeom prst="rect">
            <a:avLst/>
          </a:prstGeom>
          <a:solidFill>
            <a:srgbClr val="605F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4170066" y="2883877"/>
            <a:ext cx="2974312" cy="3250223"/>
          </a:xfrm>
          <a:prstGeom prst="rect">
            <a:avLst/>
          </a:prstGeom>
          <a:solidFill>
            <a:schemeClr val="bg1">
              <a:alpha val="15000"/>
            </a:schemeClr>
          </a:solidFill>
          <a:ln>
            <a:solidFill>
              <a:schemeClr val="bg1">
                <a:alpha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7395587" y="2883877"/>
            <a:ext cx="2974312" cy="325022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944545" y="2883877"/>
            <a:ext cx="2974312" cy="325022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920976" y="819098"/>
            <a:ext cx="2064027" cy="1169551"/>
          </a:xfrm>
          <a:prstGeom prst="rect">
            <a:avLst/>
          </a:prstGeom>
          <a:noFill/>
        </p:spPr>
        <p:txBody>
          <a:bodyPr wrap="none" rtlCol="0">
            <a:spAutoFit/>
          </a:bodyPr>
          <a:lstStyle/>
          <a:p>
            <a:r>
              <a:rPr lang="en-US" sz="3500" b="1">
                <a:latin typeface="Open Sans" panose="020B0606030504020204" pitchFamily="34" charset="0"/>
                <a:ea typeface="Open Sans" panose="020B0606030504020204" pitchFamily="34" charset="0"/>
                <a:cs typeface="Open Sans" panose="020B0606030504020204" pitchFamily="34" charset="0"/>
              </a:rPr>
              <a:t>The</a:t>
            </a:r>
          </a:p>
          <a:p>
            <a:r>
              <a:rPr lang="en-US" sz="3500" b="1">
                <a:latin typeface="Open Sans" panose="020B0606030504020204" pitchFamily="34" charset="0"/>
                <a:ea typeface="Open Sans" panose="020B0606030504020204" pitchFamily="34" charset="0"/>
                <a:cs typeface="Open Sans" panose="020B0606030504020204" pitchFamily="34" charset="0"/>
              </a:rPr>
              <a:t>Problem</a:t>
            </a:r>
          </a:p>
        </p:txBody>
      </p:sp>
      <p:sp>
        <p:nvSpPr>
          <p:cNvPr id="11" name="TextBox 10">
            <a:extLst>
              <a:ext uri="{FF2B5EF4-FFF2-40B4-BE49-F238E27FC236}">
                <a16:creationId xmlns:a16="http://schemas.microsoft.com/office/drawing/2014/main" id="{B2ED1907-A98C-F503-B297-E4FB7BDFAABD}"/>
              </a:ext>
            </a:extLst>
          </p:cNvPr>
          <p:cNvSpPr txBox="1"/>
          <p:nvPr/>
        </p:nvSpPr>
        <p:spPr>
          <a:xfrm>
            <a:off x="4331964" y="4674332"/>
            <a:ext cx="2585133" cy="1118255"/>
          </a:xfrm>
          <a:prstGeom prst="rect">
            <a:avLst/>
          </a:prstGeom>
          <a:noFill/>
        </p:spPr>
        <p:txBody>
          <a:bodyPr wrap="square" rtlCol="0">
            <a:spAutoFit/>
          </a:bodyPr>
          <a:lstStyle/>
          <a:p>
            <a:pPr>
              <a:lnSpc>
                <a:spcPts val="1600"/>
              </a:lnSpc>
            </a:pPr>
            <a:r>
              <a:rPr lang="en-US" sz="950" b="0" i="0">
                <a:solidFill>
                  <a:schemeClr val="bg1"/>
                </a:solidFill>
                <a:effectLst/>
                <a:latin typeface="Open Sans" panose="020B0606030504020204" pitchFamily="34" charset="0"/>
                <a:ea typeface="Open Sans" panose="020B0606030504020204" pitchFamily="34" charset="0"/>
                <a:cs typeface="Open Sans" panose="020B0606030504020204" pitchFamily="34" charset="0"/>
              </a:rPr>
              <a:t>In publishing and graphic design, </a:t>
            </a:r>
          </a:p>
          <a:p>
            <a:pPr>
              <a:lnSpc>
                <a:spcPts val="1600"/>
              </a:lnSpc>
            </a:pPr>
            <a:r>
              <a:rPr lang="en-US" sz="950" b="0" i="0">
                <a:solidFill>
                  <a:schemeClr val="bg1"/>
                </a:solidFill>
                <a:effectLst/>
                <a:latin typeface="Open Sans" panose="020B0606030504020204" pitchFamily="34" charset="0"/>
                <a:ea typeface="Open Sans" panose="020B0606030504020204" pitchFamily="34" charset="0"/>
                <a:cs typeface="Open Sans" panose="020B0606030504020204" pitchFamily="34" charset="0"/>
              </a:rPr>
              <a:t>ipsum is placeholder commonly used to </a:t>
            </a:r>
            <a:r>
              <a:rPr lang="en-US" sz="950">
                <a:solidFill>
                  <a:schemeClr val="bg1"/>
                </a:solidFill>
                <a:latin typeface="Open Sans" panose="020B0606030504020204" pitchFamily="34" charset="0"/>
                <a:ea typeface="Open Sans" panose="020B0606030504020204" pitchFamily="34" charset="0"/>
                <a:cs typeface="Open Sans" panose="020B0606030504020204" pitchFamily="34" charset="0"/>
              </a:rPr>
              <a:t>meaningful commonly demonstrate.</a:t>
            </a:r>
          </a:p>
          <a:p>
            <a:pPr>
              <a:lnSpc>
                <a:spcPts val="1600"/>
              </a:lnSpc>
            </a:pPr>
            <a:r>
              <a:rPr lang="en-US" sz="950">
                <a:solidFill>
                  <a:schemeClr val="bg1"/>
                </a:solidFill>
                <a:latin typeface="Open Sans" panose="020B0606030504020204" pitchFamily="34" charset="0"/>
                <a:ea typeface="Open Sans" panose="020B0606030504020204" pitchFamily="34" charset="0"/>
                <a:cs typeface="Open Sans" panose="020B0606030504020204" pitchFamily="34" charset="0"/>
              </a:rPr>
              <a:t>content </a:t>
            </a:r>
            <a:r>
              <a:rPr lang="en-US" sz="950" b="0" i="0">
                <a:solidFill>
                  <a:schemeClr val="bg1"/>
                </a:solidFill>
                <a:effectLst/>
                <a:latin typeface="Open Sans" panose="020B0606030504020204" pitchFamily="34" charset="0"/>
                <a:ea typeface="Open Sans" panose="020B0606030504020204" pitchFamily="34" charset="0"/>
                <a:cs typeface="Open Sans" panose="020B0606030504020204" pitchFamily="34" charset="0"/>
              </a:rPr>
              <a:t>demonstrate. The visual form</a:t>
            </a:r>
          </a:p>
          <a:p>
            <a:pPr>
              <a:lnSpc>
                <a:spcPts val="1600"/>
              </a:lnSpc>
            </a:pPr>
            <a:r>
              <a:rPr lang="en-US" sz="950">
                <a:solidFill>
                  <a:schemeClr val="bg1"/>
                </a:solidFill>
                <a:latin typeface="Open Sans" panose="020B0606030504020204" pitchFamily="34" charset="0"/>
                <a:ea typeface="Open Sans" panose="020B0606030504020204" pitchFamily="34" charset="0"/>
                <a:cs typeface="Open Sans" panose="020B0606030504020204" pitchFamily="34" charset="0"/>
              </a:rPr>
              <a:t>the visual dolor.</a:t>
            </a:r>
          </a:p>
        </p:txBody>
      </p:sp>
      <p:sp>
        <p:nvSpPr>
          <p:cNvPr id="12" name="TextBox 11"/>
          <p:cNvSpPr txBox="1"/>
          <p:nvPr/>
        </p:nvSpPr>
        <p:spPr>
          <a:xfrm>
            <a:off x="4331965" y="4305000"/>
            <a:ext cx="1693092" cy="369332"/>
          </a:xfrm>
          <a:prstGeom prst="rect">
            <a:avLst/>
          </a:prstGeom>
          <a:noFill/>
        </p:spPr>
        <p:txBody>
          <a:bodyPr wrap="none" rtlCol="0">
            <a:spAutoFit/>
          </a:bodyPr>
          <a:lstStyle/>
          <a:p>
            <a:pPr lvl="0">
              <a:defRPr/>
            </a:pPr>
            <a:r>
              <a:rPr lang="en-US" b="1">
                <a:solidFill>
                  <a:schemeClr val="bg1"/>
                </a:solidFill>
                <a:latin typeface="Sora" pitchFamily="2" charset="0"/>
                <a:ea typeface="Open Sans" panose="020B0606030504020204" pitchFamily="34" charset="0"/>
                <a:cs typeface="Sora" pitchFamily="2" charset="0"/>
              </a:rPr>
              <a:t>Our Problem</a:t>
            </a:r>
          </a:p>
        </p:txBody>
      </p:sp>
      <p:sp>
        <p:nvSpPr>
          <p:cNvPr id="14" name="Freeform 91"/>
          <p:cNvSpPr>
            <a:spLocks noEditPoints="1"/>
          </p:cNvSpPr>
          <p:nvPr/>
        </p:nvSpPr>
        <p:spPr bwMode="auto">
          <a:xfrm>
            <a:off x="4481574" y="3183111"/>
            <a:ext cx="839889" cy="825481"/>
          </a:xfrm>
          <a:custGeom>
            <a:avLst/>
            <a:gdLst>
              <a:gd name="T0" fmla="*/ 76 w 204"/>
              <a:gd name="T1" fmla="*/ 33 h 200"/>
              <a:gd name="T2" fmla="*/ 48 w 204"/>
              <a:gd name="T3" fmla="*/ 54 h 200"/>
              <a:gd name="T4" fmla="*/ 60 w 204"/>
              <a:gd name="T5" fmla="*/ 58 h 200"/>
              <a:gd name="T6" fmla="*/ 67 w 204"/>
              <a:gd name="T7" fmla="*/ 46 h 200"/>
              <a:gd name="T8" fmla="*/ 84 w 204"/>
              <a:gd name="T9" fmla="*/ 48 h 200"/>
              <a:gd name="T10" fmla="*/ 73 w 204"/>
              <a:gd name="T11" fmla="*/ 70 h 200"/>
              <a:gd name="T12" fmla="*/ 71 w 204"/>
              <a:gd name="T13" fmla="*/ 92 h 200"/>
              <a:gd name="T14" fmla="*/ 79 w 204"/>
              <a:gd name="T15" fmla="*/ 86 h 200"/>
              <a:gd name="T16" fmla="*/ 94 w 204"/>
              <a:gd name="T17" fmla="*/ 67 h 200"/>
              <a:gd name="T18" fmla="*/ 60 w 204"/>
              <a:gd name="T19" fmla="*/ 109 h 200"/>
              <a:gd name="T20" fmla="*/ 34 w 204"/>
              <a:gd name="T21" fmla="*/ 71 h 200"/>
              <a:gd name="T22" fmla="*/ 29 w 204"/>
              <a:gd name="T23" fmla="*/ 71 h 200"/>
              <a:gd name="T24" fmla="*/ 44 w 204"/>
              <a:gd name="T25" fmla="*/ 105 h 200"/>
              <a:gd name="T26" fmla="*/ 61 w 204"/>
              <a:gd name="T27" fmla="*/ 114 h 200"/>
              <a:gd name="T28" fmla="*/ 74 w 204"/>
              <a:gd name="T29" fmla="*/ 97 h 200"/>
              <a:gd name="T30" fmla="*/ 73 w 204"/>
              <a:gd name="T31" fmla="*/ 112 h 200"/>
              <a:gd name="T32" fmla="*/ 74 w 204"/>
              <a:gd name="T33" fmla="*/ 97 h 200"/>
              <a:gd name="T34" fmla="*/ 168 w 204"/>
              <a:gd name="T35" fmla="*/ 132 h 200"/>
              <a:gd name="T36" fmla="*/ 144 w 204"/>
              <a:gd name="T37" fmla="*/ 124 h 200"/>
              <a:gd name="T38" fmla="*/ 132 w 204"/>
              <a:gd name="T39" fmla="*/ 110 h 200"/>
              <a:gd name="T40" fmla="*/ 138 w 204"/>
              <a:gd name="T41" fmla="*/ 44 h 200"/>
              <a:gd name="T42" fmla="*/ 69 w 204"/>
              <a:gd name="T43" fmla="*/ 0 h 200"/>
              <a:gd name="T44" fmla="*/ 17 w 204"/>
              <a:gd name="T45" fmla="*/ 27 h 200"/>
              <a:gd name="T46" fmla="*/ 1 w 204"/>
              <a:gd name="T47" fmla="*/ 79 h 200"/>
              <a:gd name="T48" fmla="*/ 44 w 204"/>
              <a:gd name="T49" fmla="*/ 137 h 200"/>
              <a:gd name="T50" fmla="*/ 112 w 204"/>
              <a:gd name="T51" fmla="*/ 131 h 200"/>
              <a:gd name="T52" fmla="*/ 125 w 204"/>
              <a:gd name="T53" fmla="*/ 144 h 200"/>
              <a:gd name="T54" fmla="*/ 131 w 204"/>
              <a:gd name="T55" fmla="*/ 164 h 200"/>
              <a:gd name="T56" fmla="*/ 158 w 204"/>
              <a:gd name="T57" fmla="*/ 191 h 200"/>
              <a:gd name="T58" fmla="*/ 192 w 204"/>
              <a:gd name="T59" fmla="*/ 156 h 200"/>
              <a:gd name="T60" fmla="*/ 7 w 204"/>
              <a:gd name="T61" fmla="*/ 71 h 200"/>
              <a:gd name="T62" fmla="*/ 138 w 204"/>
              <a:gd name="T63" fmla="*/ 71 h 200"/>
              <a:gd name="T64" fmla="*/ 190 w 204"/>
              <a:gd name="T65" fmla="*/ 185 h 200"/>
              <a:gd name="T66" fmla="*/ 159 w 204"/>
              <a:gd name="T67" fmla="*/ 154 h 200"/>
              <a:gd name="T68" fmla="*/ 155 w 204"/>
              <a:gd name="T69" fmla="*/ 158 h 200"/>
              <a:gd name="T70" fmla="*/ 186 w 204"/>
              <a:gd name="T71" fmla="*/ 189 h 200"/>
              <a:gd name="T72" fmla="*/ 161 w 204"/>
              <a:gd name="T73" fmla="*/ 186 h 200"/>
              <a:gd name="T74" fmla="*/ 131 w 204"/>
              <a:gd name="T75" fmla="*/ 146 h 200"/>
              <a:gd name="T76" fmla="*/ 117 w 204"/>
              <a:gd name="T77" fmla="*/ 128 h 200"/>
              <a:gd name="T78" fmla="*/ 134 w 204"/>
              <a:gd name="T79" fmla="*/ 122 h 200"/>
              <a:gd name="T80" fmla="*/ 145 w 204"/>
              <a:gd name="T81" fmla="*/ 130 h 200"/>
              <a:gd name="T82" fmla="*/ 189 w 204"/>
              <a:gd name="T83" fmla="*/ 161 h 200"/>
              <a:gd name="T84" fmla="*/ 131 w 204"/>
              <a:gd name="T85" fmla="*/ 65 h 200"/>
              <a:gd name="T86" fmla="*/ 104 w 204"/>
              <a:gd name="T87" fmla="*/ 22 h 200"/>
              <a:gd name="T88" fmla="*/ 29 w 204"/>
              <a:gd name="T89" fmla="*/ 32 h 200"/>
              <a:gd name="T90" fmla="*/ 25 w 204"/>
              <a:gd name="T91" fmla="*/ 36 h 200"/>
              <a:gd name="T92" fmla="*/ 19 w 204"/>
              <a:gd name="T93" fmla="*/ 96 h 200"/>
              <a:gd name="T94" fmla="*/ 20 w 204"/>
              <a:gd name="T95" fmla="*/ 99 h 200"/>
              <a:gd name="T96" fmla="*/ 82 w 204"/>
              <a:gd name="T97" fmla="*/ 130 h 200"/>
              <a:gd name="T98" fmla="*/ 131 w 204"/>
              <a:gd name="T99" fmla="*/ 65 h 200"/>
              <a:gd name="T100" fmla="*/ 87 w 204"/>
              <a:gd name="T101" fmla="*/ 123 h 200"/>
              <a:gd name="T102" fmla="*/ 25 w 204"/>
              <a:gd name="T103" fmla="*/ 95 h 200"/>
              <a:gd name="T104" fmla="*/ 21 w 204"/>
              <a:gd name="T105" fmla="*/ 86 h 200"/>
              <a:gd name="T106" fmla="*/ 30 w 204"/>
              <a:gd name="T107" fmla="*/ 39 h 200"/>
              <a:gd name="T108" fmla="*/ 63 w 204"/>
              <a:gd name="T109" fmla="*/ 19 h 200"/>
              <a:gd name="T110" fmla="*/ 125 w 204"/>
              <a:gd name="T111" fmla="*/ 64 h 200"/>
              <a:gd name="T112" fmla="*/ 106 w 204"/>
              <a:gd name="T113" fmla="*/ 113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204" h="200">
                <a:moveTo>
                  <a:pt x="93" y="39"/>
                </a:moveTo>
                <a:cubicBezTo>
                  <a:pt x="88" y="35"/>
                  <a:pt x="81" y="33"/>
                  <a:pt x="76" y="33"/>
                </a:cubicBezTo>
                <a:cubicBezTo>
                  <a:pt x="67" y="33"/>
                  <a:pt x="60" y="36"/>
                  <a:pt x="55" y="40"/>
                </a:cubicBezTo>
                <a:cubicBezTo>
                  <a:pt x="51" y="44"/>
                  <a:pt x="48" y="49"/>
                  <a:pt x="48" y="54"/>
                </a:cubicBezTo>
                <a:cubicBezTo>
                  <a:pt x="48" y="58"/>
                  <a:pt x="50" y="61"/>
                  <a:pt x="53" y="61"/>
                </a:cubicBezTo>
                <a:cubicBezTo>
                  <a:pt x="56" y="62"/>
                  <a:pt x="59" y="61"/>
                  <a:pt x="60" y="58"/>
                </a:cubicBezTo>
                <a:cubicBezTo>
                  <a:pt x="61" y="56"/>
                  <a:pt x="62" y="55"/>
                  <a:pt x="63" y="53"/>
                </a:cubicBezTo>
                <a:cubicBezTo>
                  <a:pt x="64" y="50"/>
                  <a:pt x="65" y="48"/>
                  <a:pt x="67" y="46"/>
                </a:cubicBezTo>
                <a:cubicBezTo>
                  <a:pt x="69" y="45"/>
                  <a:pt x="71" y="44"/>
                  <a:pt x="73" y="44"/>
                </a:cubicBezTo>
                <a:cubicBezTo>
                  <a:pt x="77" y="44"/>
                  <a:pt x="81" y="45"/>
                  <a:pt x="84" y="48"/>
                </a:cubicBezTo>
                <a:cubicBezTo>
                  <a:pt x="87" y="52"/>
                  <a:pt x="86" y="57"/>
                  <a:pt x="83" y="61"/>
                </a:cubicBezTo>
                <a:cubicBezTo>
                  <a:pt x="79" y="64"/>
                  <a:pt x="76" y="67"/>
                  <a:pt x="73" y="70"/>
                </a:cubicBezTo>
                <a:cubicBezTo>
                  <a:pt x="68" y="74"/>
                  <a:pt x="66" y="80"/>
                  <a:pt x="66" y="86"/>
                </a:cubicBezTo>
                <a:cubicBezTo>
                  <a:pt x="67" y="89"/>
                  <a:pt x="69" y="91"/>
                  <a:pt x="71" y="92"/>
                </a:cubicBezTo>
                <a:cubicBezTo>
                  <a:pt x="75" y="92"/>
                  <a:pt x="77" y="91"/>
                  <a:pt x="78" y="88"/>
                </a:cubicBezTo>
                <a:cubicBezTo>
                  <a:pt x="79" y="87"/>
                  <a:pt x="79" y="86"/>
                  <a:pt x="79" y="86"/>
                </a:cubicBezTo>
                <a:cubicBezTo>
                  <a:pt x="80" y="82"/>
                  <a:pt x="81" y="79"/>
                  <a:pt x="84" y="77"/>
                </a:cubicBezTo>
                <a:cubicBezTo>
                  <a:pt x="88" y="74"/>
                  <a:pt x="91" y="70"/>
                  <a:pt x="94" y="67"/>
                </a:cubicBezTo>
                <a:cubicBezTo>
                  <a:pt x="103" y="58"/>
                  <a:pt x="101" y="46"/>
                  <a:pt x="93" y="39"/>
                </a:cubicBezTo>
                <a:close/>
                <a:moveTo>
                  <a:pt x="60" y="109"/>
                </a:moveTo>
                <a:cubicBezTo>
                  <a:pt x="54" y="107"/>
                  <a:pt x="49" y="103"/>
                  <a:pt x="45" y="98"/>
                </a:cubicBezTo>
                <a:cubicBezTo>
                  <a:pt x="39" y="90"/>
                  <a:pt x="35" y="81"/>
                  <a:pt x="34" y="71"/>
                </a:cubicBezTo>
                <a:cubicBezTo>
                  <a:pt x="34" y="69"/>
                  <a:pt x="33" y="68"/>
                  <a:pt x="31" y="68"/>
                </a:cubicBezTo>
                <a:cubicBezTo>
                  <a:pt x="30" y="68"/>
                  <a:pt x="29" y="69"/>
                  <a:pt x="29" y="71"/>
                </a:cubicBezTo>
                <a:cubicBezTo>
                  <a:pt x="29" y="73"/>
                  <a:pt x="29" y="75"/>
                  <a:pt x="29" y="77"/>
                </a:cubicBezTo>
                <a:cubicBezTo>
                  <a:pt x="31" y="88"/>
                  <a:pt x="36" y="97"/>
                  <a:pt x="44" y="105"/>
                </a:cubicBezTo>
                <a:cubicBezTo>
                  <a:pt x="48" y="109"/>
                  <a:pt x="52" y="112"/>
                  <a:pt x="58" y="114"/>
                </a:cubicBezTo>
                <a:cubicBezTo>
                  <a:pt x="59" y="115"/>
                  <a:pt x="60" y="115"/>
                  <a:pt x="61" y="114"/>
                </a:cubicBezTo>
                <a:cubicBezTo>
                  <a:pt x="62" y="112"/>
                  <a:pt x="62" y="110"/>
                  <a:pt x="60" y="109"/>
                </a:cubicBezTo>
                <a:close/>
                <a:moveTo>
                  <a:pt x="74" y="97"/>
                </a:moveTo>
                <a:cubicBezTo>
                  <a:pt x="69" y="97"/>
                  <a:pt x="65" y="100"/>
                  <a:pt x="65" y="104"/>
                </a:cubicBezTo>
                <a:cubicBezTo>
                  <a:pt x="65" y="109"/>
                  <a:pt x="69" y="112"/>
                  <a:pt x="73" y="112"/>
                </a:cubicBezTo>
                <a:cubicBezTo>
                  <a:pt x="78" y="112"/>
                  <a:pt x="81" y="109"/>
                  <a:pt x="81" y="104"/>
                </a:cubicBezTo>
                <a:cubicBezTo>
                  <a:pt x="81" y="100"/>
                  <a:pt x="78" y="97"/>
                  <a:pt x="74" y="97"/>
                </a:cubicBezTo>
                <a:close/>
                <a:moveTo>
                  <a:pt x="192" y="156"/>
                </a:moveTo>
                <a:cubicBezTo>
                  <a:pt x="184" y="148"/>
                  <a:pt x="176" y="140"/>
                  <a:pt x="168" y="132"/>
                </a:cubicBezTo>
                <a:cubicBezTo>
                  <a:pt x="161" y="126"/>
                  <a:pt x="154" y="123"/>
                  <a:pt x="146" y="124"/>
                </a:cubicBezTo>
                <a:cubicBezTo>
                  <a:pt x="145" y="125"/>
                  <a:pt x="144" y="124"/>
                  <a:pt x="144" y="124"/>
                </a:cubicBezTo>
                <a:cubicBezTo>
                  <a:pt x="140" y="120"/>
                  <a:pt x="136" y="116"/>
                  <a:pt x="133" y="113"/>
                </a:cubicBezTo>
                <a:cubicBezTo>
                  <a:pt x="132" y="112"/>
                  <a:pt x="132" y="111"/>
                  <a:pt x="132" y="110"/>
                </a:cubicBezTo>
                <a:cubicBezTo>
                  <a:pt x="142" y="95"/>
                  <a:pt x="146" y="78"/>
                  <a:pt x="143" y="61"/>
                </a:cubicBezTo>
                <a:cubicBezTo>
                  <a:pt x="142" y="55"/>
                  <a:pt x="141" y="49"/>
                  <a:pt x="138" y="44"/>
                </a:cubicBezTo>
                <a:cubicBezTo>
                  <a:pt x="132" y="29"/>
                  <a:pt x="122" y="18"/>
                  <a:pt x="108" y="10"/>
                </a:cubicBezTo>
                <a:cubicBezTo>
                  <a:pt x="97" y="3"/>
                  <a:pt x="85" y="0"/>
                  <a:pt x="69" y="0"/>
                </a:cubicBezTo>
                <a:cubicBezTo>
                  <a:pt x="64" y="0"/>
                  <a:pt x="55" y="2"/>
                  <a:pt x="47" y="5"/>
                </a:cubicBezTo>
                <a:cubicBezTo>
                  <a:pt x="35" y="9"/>
                  <a:pt x="25" y="17"/>
                  <a:pt x="17" y="27"/>
                </a:cubicBezTo>
                <a:cubicBezTo>
                  <a:pt x="12" y="33"/>
                  <a:pt x="8" y="40"/>
                  <a:pt x="5" y="47"/>
                </a:cubicBezTo>
                <a:cubicBezTo>
                  <a:pt x="2" y="57"/>
                  <a:pt x="0" y="68"/>
                  <a:pt x="1" y="79"/>
                </a:cubicBezTo>
                <a:cubicBezTo>
                  <a:pt x="2" y="87"/>
                  <a:pt x="4" y="95"/>
                  <a:pt x="8" y="102"/>
                </a:cubicBezTo>
                <a:cubicBezTo>
                  <a:pt x="16" y="118"/>
                  <a:pt x="28" y="130"/>
                  <a:pt x="44" y="137"/>
                </a:cubicBezTo>
                <a:cubicBezTo>
                  <a:pt x="57" y="143"/>
                  <a:pt x="71" y="144"/>
                  <a:pt x="84" y="142"/>
                </a:cubicBezTo>
                <a:cubicBezTo>
                  <a:pt x="94" y="141"/>
                  <a:pt x="103" y="137"/>
                  <a:pt x="112" y="131"/>
                </a:cubicBezTo>
                <a:cubicBezTo>
                  <a:pt x="112" y="131"/>
                  <a:pt x="113" y="131"/>
                  <a:pt x="113" y="132"/>
                </a:cubicBezTo>
                <a:cubicBezTo>
                  <a:pt x="117" y="136"/>
                  <a:pt x="121" y="140"/>
                  <a:pt x="125" y="144"/>
                </a:cubicBezTo>
                <a:cubicBezTo>
                  <a:pt x="126" y="144"/>
                  <a:pt x="126" y="145"/>
                  <a:pt x="126" y="145"/>
                </a:cubicBezTo>
                <a:cubicBezTo>
                  <a:pt x="125" y="152"/>
                  <a:pt x="126" y="158"/>
                  <a:pt x="131" y="164"/>
                </a:cubicBezTo>
                <a:cubicBezTo>
                  <a:pt x="134" y="167"/>
                  <a:pt x="137" y="169"/>
                  <a:pt x="140" y="172"/>
                </a:cubicBezTo>
                <a:cubicBezTo>
                  <a:pt x="146" y="179"/>
                  <a:pt x="152" y="185"/>
                  <a:pt x="158" y="191"/>
                </a:cubicBezTo>
                <a:cubicBezTo>
                  <a:pt x="166" y="199"/>
                  <a:pt x="178" y="200"/>
                  <a:pt x="188" y="195"/>
                </a:cubicBezTo>
                <a:cubicBezTo>
                  <a:pt x="202" y="187"/>
                  <a:pt x="204" y="168"/>
                  <a:pt x="192" y="156"/>
                </a:cubicBezTo>
                <a:close/>
                <a:moveTo>
                  <a:pt x="72" y="137"/>
                </a:moveTo>
                <a:cubicBezTo>
                  <a:pt x="36" y="137"/>
                  <a:pt x="6" y="107"/>
                  <a:pt x="7" y="71"/>
                </a:cubicBezTo>
                <a:cubicBezTo>
                  <a:pt x="7" y="34"/>
                  <a:pt x="37" y="5"/>
                  <a:pt x="74" y="6"/>
                </a:cubicBezTo>
                <a:cubicBezTo>
                  <a:pt x="110" y="7"/>
                  <a:pt x="138" y="36"/>
                  <a:pt x="138" y="71"/>
                </a:cubicBezTo>
                <a:cubicBezTo>
                  <a:pt x="139" y="109"/>
                  <a:pt x="108" y="138"/>
                  <a:pt x="72" y="137"/>
                </a:cubicBezTo>
                <a:close/>
                <a:moveTo>
                  <a:pt x="190" y="185"/>
                </a:moveTo>
                <a:cubicBezTo>
                  <a:pt x="182" y="176"/>
                  <a:pt x="173" y="168"/>
                  <a:pt x="165" y="159"/>
                </a:cubicBezTo>
                <a:cubicBezTo>
                  <a:pt x="163" y="157"/>
                  <a:pt x="161" y="156"/>
                  <a:pt x="159" y="154"/>
                </a:cubicBezTo>
                <a:cubicBezTo>
                  <a:pt x="158" y="152"/>
                  <a:pt x="156" y="152"/>
                  <a:pt x="155" y="153"/>
                </a:cubicBezTo>
                <a:cubicBezTo>
                  <a:pt x="154" y="155"/>
                  <a:pt x="154" y="156"/>
                  <a:pt x="155" y="158"/>
                </a:cubicBezTo>
                <a:cubicBezTo>
                  <a:pt x="165" y="168"/>
                  <a:pt x="175" y="178"/>
                  <a:pt x="185" y="188"/>
                </a:cubicBezTo>
                <a:cubicBezTo>
                  <a:pt x="186" y="188"/>
                  <a:pt x="186" y="188"/>
                  <a:pt x="186" y="189"/>
                </a:cubicBezTo>
                <a:cubicBezTo>
                  <a:pt x="183" y="191"/>
                  <a:pt x="180" y="192"/>
                  <a:pt x="177" y="192"/>
                </a:cubicBezTo>
                <a:cubicBezTo>
                  <a:pt x="170" y="193"/>
                  <a:pt x="165" y="190"/>
                  <a:pt x="161" y="186"/>
                </a:cubicBezTo>
                <a:cubicBezTo>
                  <a:pt x="153" y="178"/>
                  <a:pt x="145" y="170"/>
                  <a:pt x="137" y="162"/>
                </a:cubicBezTo>
                <a:cubicBezTo>
                  <a:pt x="132" y="157"/>
                  <a:pt x="131" y="152"/>
                  <a:pt x="131" y="146"/>
                </a:cubicBezTo>
                <a:cubicBezTo>
                  <a:pt x="132" y="143"/>
                  <a:pt x="131" y="141"/>
                  <a:pt x="129" y="139"/>
                </a:cubicBezTo>
                <a:cubicBezTo>
                  <a:pt x="125" y="136"/>
                  <a:pt x="121" y="132"/>
                  <a:pt x="117" y="128"/>
                </a:cubicBezTo>
                <a:cubicBezTo>
                  <a:pt x="121" y="124"/>
                  <a:pt x="125" y="120"/>
                  <a:pt x="128" y="116"/>
                </a:cubicBezTo>
                <a:cubicBezTo>
                  <a:pt x="130" y="118"/>
                  <a:pt x="132" y="120"/>
                  <a:pt x="134" y="122"/>
                </a:cubicBezTo>
                <a:cubicBezTo>
                  <a:pt x="136" y="124"/>
                  <a:pt x="139" y="127"/>
                  <a:pt x="141" y="129"/>
                </a:cubicBezTo>
                <a:cubicBezTo>
                  <a:pt x="142" y="130"/>
                  <a:pt x="144" y="131"/>
                  <a:pt x="145" y="130"/>
                </a:cubicBezTo>
                <a:cubicBezTo>
                  <a:pt x="152" y="129"/>
                  <a:pt x="158" y="130"/>
                  <a:pt x="163" y="136"/>
                </a:cubicBezTo>
                <a:cubicBezTo>
                  <a:pt x="172" y="144"/>
                  <a:pt x="180" y="153"/>
                  <a:pt x="189" y="161"/>
                </a:cubicBezTo>
                <a:cubicBezTo>
                  <a:pt x="195" y="167"/>
                  <a:pt x="196" y="178"/>
                  <a:pt x="190" y="185"/>
                </a:cubicBezTo>
                <a:close/>
                <a:moveTo>
                  <a:pt x="131" y="65"/>
                </a:moveTo>
                <a:cubicBezTo>
                  <a:pt x="130" y="54"/>
                  <a:pt x="126" y="45"/>
                  <a:pt x="120" y="36"/>
                </a:cubicBezTo>
                <a:cubicBezTo>
                  <a:pt x="115" y="31"/>
                  <a:pt x="110" y="26"/>
                  <a:pt x="104" y="22"/>
                </a:cubicBezTo>
                <a:cubicBezTo>
                  <a:pt x="92" y="14"/>
                  <a:pt x="78" y="11"/>
                  <a:pt x="63" y="14"/>
                </a:cubicBezTo>
                <a:cubicBezTo>
                  <a:pt x="49" y="16"/>
                  <a:pt x="38" y="22"/>
                  <a:pt x="29" y="32"/>
                </a:cubicBezTo>
                <a:cubicBezTo>
                  <a:pt x="28" y="33"/>
                  <a:pt x="27" y="34"/>
                  <a:pt x="26" y="35"/>
                </a:cubicBezTo>
                <a:cubicBezTo>
                  <a:pt x="26" y="35"/>
                  <a:pt x="26" y="36"/>
                  <a:pt x="25" y="36"/>
                </a:cubicBezTo>
                <a:cubicBezTo>
                  <a:pt x="18" y="46"/>
                  <a:pt x="14" y="58"/>
                  <a:pt x="13" y="71"/>
                </a:cubicBezTo>
                <a:cubicBezTo>
                  <a:pt x="13" y="80"/>
                  <a:pt x="15" y="88"/>
                  <a:pt x="19" y="96"/>
                </a:cubicBezTo>
                <a:cubicBezTo>
                  <a:pt x="19" y="97"/>
                  <a:pt x="20" y="98"/>
                  <a:pt x="20" y="98"/>
                </a:cubicBezTo>
                <a:cubicBezTo>
                  <a:pt x="20" y="99"/>
                  <a:pt x="20" y="99"/>
                  <a:pt x="20" y="99"/>
                </a:cubicBezTo>
                <a:cubicBezTo>
                  <a:pt x="24" y="106"/>
                  <a:pt x="28" y="111"/>
                  <a:pt x="33" y="116"/>
                </a:cubicBezTo>
                <a:cubicBezTo>
                  <a:pt x="47" y="128"/>
                  <a:pt x="64" y="133"/>
                  <a:pt x="82" y="130"/>
                </a:cubicBezTo>
                <a:cubicBezTo>
                  <a:pt x="100" y="127"/>
                  <a:pt x="114" y="117"/>
                  <a:pt x="123" y="102"/>
                </a:cubicBezTo>
                <a:cubicBezTo>
                  <a:pt x="130" y="90"/>
                  <a:pt x="132" y="78"/>
                  <a:pt x="131" y="65"/>
                </a:cubicBezTo>
                <a:close/>
                <a:moveTo>
                  <a:pt x="106" y="113"/>
                </a:moveTo>
                <a:cubicBezTo>
                  <a:pt x="100" y="118"/>
                  <a:pt x="94" y="121"/>
                  <a:pt x="87" y="123"/>
                </a:cubicBezTo>
                <a:cubicBezTo>
                  <a:pt x="71" y="127"/>
                  <a:pt x="56" y="125"/>
                  <a:pt x="43" y="116"/>
                </a:cubicBezTo>
                <a:cubicBezTo>
                  <a:pt x="35" y="111"/>
                  <a:pt x="29" y="104"/>
                  <a:pt x="25" y="95"/>
                </a:cubicBezTo>
                <a:cubicBezTo>
                  <a:pt x="25" y="95"/>
                  <a:pt x="24" y="95"/>
                  <a:pt x="24" y="95"/>
                </a:cubicBezTo>
                <a:cubicBezTo>
                  <a:pt x="23" y="92"/>
                  <a:pt x="22" y="89"/>
                  <a:pt x="21" y="86"/>
                </a:cubicBezTo>
                <a:cubicBezTo>
                  <a:pt x="17" y="72"/>
                  <a:pt x="19" y="59"/>
                  <a:pt x="26" y="46"/>
                </a:cubicBezTo>
                <a:cubicBezTo>
                  <a:pt x="27" y="44"/>
                  <a:pt x="29" y="41"/>
                  <a:pt x="30" y="39"/>
                </a:cubicBezTo>
                <a:cubicBezTo>
                  <a:pt x="32" y="37"/>
                  <a:pt x="33" y="35"/>
                  <a:pt x="35" y="34"/>
                </a:cubicBezTo>
                <a:cubicBezTo>
                  <a:pt x="43" y="26"/>
                  <a:pt x="52" y="21"/>
                  <a:pt x="63" y="19"/>
                </a:cubicBezTo>
                <a:cubicBezTo>
                  <a:pt x="83" y="16"/>
                  <a:pt x="100" y="22"/>
                  <a:pt x="113" y="37"/>
                </a:cubicBezTo>
                <a:cubicBezTo>
                  <a:pt x="120" y="45"/>
                  <a:pt x="124" y="54"/>
                  <a:pt x="125" y="64"/>
                </a:cubicBezTo>
                <a:cubicBezTo>
                  <a:pt x="126" y="71"/>
                  <a:pt x="126" y="78"/>
                  <a:pt x="124" y="84"/>
                </a:cubicBezTo>
                <a:cubicBezTo>
                  <a:pt x="121" y="96"/>
                  <a:pt x="115" y="105"/>
                  <a:pt x="106" y="113"/>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15" name="Freeform 93"/>
          <p:cNvSpPr>
            <a:spLocks noEditPoints="1"/>
          </p:cNvSpPr>
          <p:nvPr/>
        </p:nvSpPr>
        <p:spPr bwMode="auto">
          <a:xfrm>
            <a:off x="7766050" y="3226537"/>
            <a:ext cx="718447" cy="738628"/>
          </a:xfrm>
          <a:custGeom>
            <a:avLst/>
            <a:gdLst>
              <a:gd name="T0" fmla="*/ 100 w 267"/>
              <a:gd name="T1" fmla="*/ 157 h 274"/>
              <a:gd name="T2" fmla="*/ 167 w 267"/>
              <a:gd name="T3" fmla="*/ 148 h 274"/>
              <a:gd name="T4" fmla="*/ 164 w 267"/>
              <a:gd name="T5" fmla="*/ 119 h 274"/>
              <a:gd name="T6" fmla="*/ 143 w 267"/>
              <a:gd name="T7" fmla="*/ 123 h 274"/>
              <a:gd name="T8" fmla="*/ 144 w 267"/>
              <a:gd name="T9" fmla="*/ 104 h 274"/>
              <a:gd name="T10" fmla="*/ 163 w 267"/>
              <a:gd name="T11" fmla="*/ 109 h 274"/>
              <a:gd name="T12" fmla="*/ 167 w 267"/>
              <a:gd name="T13" fmla="*/ 78 h 274"/>
              <a:gd name="T14" fmla="*/ 144 w 267"/>
              <a:gd name="T15" fmla="*/ 70 h 274"/>
              <a:gd name="T16" fmla="*/ 112 w 267"/>
              <a:gd name="T17" fmla="*/ 44 h 274"/>
              <a:gd name="T18" fmla="*/ 89 w 267"/>
              <a:gd name="T19" fmla="*/ 70 h 274"/>
              <a:gd name="T20" fmla="*/ 80 w 267"/>
              <a:gd name="T21" fmla="*/ 137 h 274"/>
              <a:gd name="T22" fmla="*/ 110 w 267"/>
              <a:gd name="T23" fmla="*/ 81 h 274"/>
              <a:gd name="T24" fmla="*/ 115 w 267"/>
              <a:gd name="T25" fmla="*/ 70 h 274"/>
              <a:gd name="T26" fmla="*/ 131 w 267"/>
              <a:gd name="T27" fmla="*/ 54 h 274"/>
              <a:gd name="T28" fmla="*/ 129 w 267"/>
              <a:gd name="T29" fmla="*/ 78 h 274"/>
              <a:gd name="T30" fmla="*/ 156 w 267"/>
              <a:gd name="T31" fmla="*/ 81 h 274"/>
              <a:gd name="T32" fmla="*/ 130 w 267"/>
              <a:gd name="T33" fmla="*/ 103 h 274"/>
              <a:gd name="T34" fmla="*/ 156 w 267"/>
              <a:gd name="T35" fmla="*/ 135 h 274"/>
              <a:gd name="T36" fmla="*/ 97 w 267"/>
              <a:gd name="T37" fmla="*/ 147 h 274"/>
              <a:gd name="T38" fmla="*/ 90 w 267"/>
              <a:gd name="T39" fmla="*/ 81 h 274"/>
              <a:gd name="T40" fmla="*/ 244 w 267"/>
              <a:gd name="T41" fmla="*/ 211 h 274"/>
              <a:gd name="T42" fmla="*/ 241 w 267"/>
              <a:gd name="T43" fmla="*/ 156 h 274"/>
              <a:gd name="T44" fmla="*/ 199 w 267"/>
              <a:gd name="T45" fmla="*/ 148 h 274"/>
              <a:gd name="T46" fmla="*/ 184 w 267"/>
              <a:gd name="T47" fmla="*/ 32 h 274"/>
              <a:gd name="T48" fmla="*/ 34 w 267"/>
              <a:gd name="T49" fmla="*/ 33 h 274"/>
              <a:gd name="T50" fmla="*/ 0 w 267"/>
              <a:gd name="T51" fmla="*/ 61 h 274"/>
              <a:gd name="T52" fmla="*/ 28 w 267"/>
              <a:gd name="T53" fmla="*/ 274 h 274"/>
              <a:gd name="T54" fmla="*/ 235 w 267"/>
              <a:gd name="T55" fmla="*/ 274 h 274"/>
              <a:gd name="T56" fmla="*/ 257 w 267"/>
              <a:gd name="T57" fmla="*/ 226 h 274"/>
              <a:gd name="T58" fmla="*/ 230 w 267"/>
              <a:gd name="T59" fmla="*/ 159 h 274"/>
              <a:gd name="T60" fmla="*/ 209 w 267"/>
              <a:gd name="T61" fmla="*/ 159 h 274"/>
              <a:gd name="T62" fmla="*/ 203 w 267"/>
              <a:gd name="T63" fmla="*/ 100 h 274"/>
              <a:gd name="T64" fmla="*/ 44 w 267"/>
              <a:gd name="T65" fmla="*/ 99 h 274"/>
              <a:gd name="T66" fmla="*/ 196 w 267"/>
              <a:gd name="T67" fmla="*/ 173 h 274"/>
              <a:gd name="T68" fmla="*/ 165 w 267"/>
              <a:gd name="T69" fmla="*/ 185 h 274"/>
              <a:gd name="T70" fmla="*/ 193 w 267"/>
              <a:gd name="T71" fmla="*/ 159 h 274"/>
              <a:gd name="T72" fmla="*/ 196 w 267"/>
              <a:gd name="T73" fmla="*/ 173 h 274"/>
              <a:gd name="T74" fmla="*/ 52 w 267"/>
              <a:gd name="T75" fmla="*/ 43 h 274"/>
              <a:gd name="T76" fmla="*/ 35 w 267"/>
              <a:gd name="T77" fmla="*/ 116 h 274"/>
              <a:gd name="T78" fmla="*/ 36 w 267"/>
              <a:gd name="T79" fmla="*/ 148 h 274"/>
              <a:gd name="T80" fmla="*/ 10 w 267"/>
              <a:gd name="T81" fmla="*/ 141 h 274"/>
              <a:gd name="T82" fmla="*/ 28 w 267"/>
              <a:gd name="T83" fmla="*/ 43 h 274"/>
              <a:gd name="T84" fmla="*/ 108 w 267"/>
              <a:gd name="T85" fmla="*/ 264 h 274"/>
              <a:gd name="T86" fmla="*/ 10 w 267"/>
              <a:gd name="T87" fmla="*/ 245 h 274"/>
              <a:gd name="T88" fmla="*/ 10 w 267"/>
              <a:gd name="T89" fmla="*/ 158 h 274"/>
              <a:gd name="T90" fmla="*/ 87 w 267"/>
              <a:gd name="T91" fmla="*/ 184 h 274"/>
              <a:gd name="T92" fmla="*/ 114 w 267"/>
              <a:gd name="T93" fmla="*/ 238 h 274"/>
              <a:gd name="T94" fmla="*/ 125 w 267"/>
              <a:gd name="T95" fmla="*/ 263 h 274"/>
              <a:gd name="T96" fmla="*/ 122 w 267"/>
              <a:gd name="T97" fmla="*/ 221 h 274"/>
              <a:gd name="T98" fmla="*/ 87 w 267"/>
              <a:gd name="T99" fmla="*/ 225 h 274"/>
              <a:gd name="T100" fmla="*/ 112 w 267"/>
              <a:gd name="T101" fmla="*/ 196 h 274"/>
              <a:gd name="T102" fmla="*/ 127 w 267"/>
              <a:gd name="T103" fmla="*/ 190 h 274"/>
              <a:gd name="T104" fmla="*/ 155 w 267"/>
              <a:gd name="T105" fmla="*/ 188 h 274"/>
              <a:gd name="T106" fmla="*/ 174 w 267"/>
              <a:gd name="T107" fmla="*/ 204 h 274"/>
              <a:gd name="T108" fmla="*/ 125 w 267"/>
              <a:gd name="T109" fmla="*/ 263 h 274"/>
              <a:gd name="T110" fmla="*/ 219 w 267"/>
              <a:gd name="T111" fmla="*/ 253 h 274"/>
              <a:gd name="T112" fmla="*/ 202 w 267"/>
              <a:gd name="T113" fmla="*/ 181 h 274"/>
              <a:gd name="T114" fmla="*/ 248 w 267"/>
              <a:gd name="T115" fmla="*/ 231 h 2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267" h="274">
                <a:moveTo>
                  <a:pt x="80" y="137"/>
                </a:moveTo>
                <a:cubicBezTo>
                  <a:pt x="80" y="150"/>
                  <a:pt x="87" y="157"/>
                  <a:pt x="100" y="157"/>
                </a:cubicBezTo>
                <a:cubicBezTo>
                  <a:pt x="119" y="157"/>
                  <a:pt x="139" y="157"/>
                  <a:pt x="158" y="157"/>
                </a:cubicBezTo>
                <a:cubicBezTo>
                  <a:pt x="165" y="158"/>
                  <a:pt x="167" y="154"/>
                  <a:pt x="167" y="148"/>
                </a:cubicBezTo>
                <a:cubicBezTo>
                  <a:pt x="167" y="141"/>
                  <a:pt x="167" y="135"/>
                  <a:pt x="167" y="128"/>
                </a:cubicBezTo>
                <a:cubicBezTo>
                  <a:pt x="166" y="125"/>
                  <a:pt x="165" y="122"/>
                  <a:pt x="164" y="119"/>
                </a:cubicBezTo>
                <a:cubicBezTo>
                  <a:pt x="161" y="120"/>
                  <a:pt x="158" y="122"/>
                  <a:pt x="156" y="122"/>
                </a:cubicBezTo>
                <a:cubicBezTo>
                  <a:pt x="151" y="123"/>
                  <a:pt x="146" y="125"/>
                  <a:pt x="143" y="123"/>
                </a:cubicBezTo>
                <a:cubicBezTo>
                  <a:pt x="140" y="122"/>
                  <a:pt x="138" y="116"/>
                  <a:pt x="138" y="113"/>
                </a:cubicBezTo>
                <a:cubicBezTo>
                  <a:pt x="138" y="110"/>
                  <a:pt x="142" y="105"/>
                  <a:pt x="144" y="104"/>
                </a:cubicBezTo>
                <a:cubicBezTo>
                  <a:pt x="148" y="103"/>
                  <a:pt x="153" y="105"/>
                  <a:pt x="157" y="107"/>
                </a:cubicBezTo>
                <a:cubicBezTo>
                  <a:pt x="159" y="107"/>
                  <a:pt x="162" y="110"/>
                  <a:pt x="163" y="109"/>
                </a:cubicBezTo>
                <a:cubicBezTo>
                  <a:pt x="165" y="108"/>
                  <a:pt x="167" y="104"/>
                  <a:pt x="167" y="102"/>
                </a:cubicBezTo>
                <a:cubicBezTo>
                  <a:pt x="167" y="94"/>
                  <a:pt x="167" y="86"/>
                  <a:pt x="167" y="78"/>
                </a:cubicBezTo>
                <a:cubicBezTo>
                  <a:pt x="167" y="73"/>
                  <a:pt x="164" y="70"/>
                  <a:pt x="160" y="70"/>
                </a:cubicBezTo>
                <a:cubicBezTo>
                  <a:pt x="155" y="70"/>
                  <a:pt x="150" y="70"/>
                  <a:pt x="144" y="70"/>
                </a:cubicBezTo>
                <a:cubicBezTo>
                  <a:pt x="146" y="59"/>
                  <a:pt x="144" y="50"/>
                  <a:pt x="135" y="44"/>
                </a:cubicBezTo>
                <a:cubicBezTo>
                  <a:pt x="127" y="39"/>
                  <a:pt x="119" y="39"/>
                  <a:pt x="112" y="44"/>
                </a:cubicBezTo>
                <a:cubicBezTo>
                  <a:pt x="103" y="50"/>
                  <a:pt x="100" y="59"/>
                  <a:pt x="103" y="70"/>
                </a:cubicBezTo>
                <a:cubicBezTo>
                  <a:pt x="98" y="70"/>
                  <a:pt x="93" y="70"/>
                  <a:pt x="89" y="70"/>
                </a:cubicBezTo>
                <a:cubicBezTo>
                  <a:pt x="83" y="70"/>
                  <a:pt x="80" y="72"/>
                  <a:pt x="80" y="79"/>
                </a:cubicBezTo>
                <a:cubicBezTo>
                  <a:pt x="80" y="99"/>
                  <a:pt x="80" y="118"/>
                  <a:pt x="80" y="137"/>
                </a:cubicBezTo>
                <a:close/>
                <a:moveTo>
                  <a:pt x="90" y="81"/>
                </a:moveTo>
                <a:cubicBezTo>
                  <a:pt x="97" y="81"/>
                  <a:pt x="104" y="81"/>
                  <a:pt x="110" y="81"/>
                </a:cubicBezTo>
                <a:cubicBezTo>
                  <a:pt x="113" y="81"/>
                  <a:pt x="117" y="80"/>
                  <a:pt x="118" y="78"/>
                </a:cubicBezTo>
                <a:cubicBezTo>
                  <a:pt x="119" y="76"/>
                  <a:pt x="117" y="72"/>
                  <a:pt x="115" y="70"/>
                </a:cubicBezTo>
                <a:cubicBezTo>
                  <a:pt x="111" y="65"/>
                  <a:pt x="111" y="59"/>
                  <a:pt x="116" y="54"/>
                </a:cubicBezTo>
                <a:cubicBezTo>
                  <a:pt x="120" y="50"/>
                  <a:pt x="127" y="50"/>
                  <a:pt x="131" y="54"/>
                </a:cubicBezTo>
                <a:cubicBezTo>
                  <a:pt x="135" y="59"/>
                  <a:pt x="135" y="65"/>
                  <a:pt x="131" y="70"/>
                </a:cubicBezTo>
                <a:cubicBezTo>
                  <a:pt x="130" y="72"/>
                  <a:pt x="128" y="76"/>
                  <a:pt x="129" y="78"/>
                </a:cubicBezTo>
                <a:cubicBezTo>
                  <a:pt x="130" y="80"/>
                  <a:pt x="134" y="81"/>
                  <a:pt x="137" y="81"/>
                </a:cubicBezTo>
                <a:cubicBezTo>
                  <a:pt x="143" y="81"/>
                  <a:pt x="149" y="81"/>
                  <a:pt x="156" y="81"/>
                </a:cubicBezTo>
                <a:cubicBezTo>
                  <a:pt x="156" y="93"/>
                  <a:pt x="156" y="93"/>
                  <a:pt x="156" y="93"/>
                </a:cubicBezTo>
                <a:cubicBezTo>
                  <a:pt x="145" y="91"/>
                  <a:pt x="136" y="93"/>
                  <a:pt x="130" y="103"/>
                </a:cubicBezTo>
                <a:cubicBezTo>
                  <a:pt x="125" y="110"/>
                  <a:pt x="125" y="118"/>
                  <a:pt x="130" y="126"/>
                </a:cubicBezTo>
                <a:cubicBezTo>
                  <a:pt x="136" y="135"/>
                  <a:pt x="145" y="137"/>
                  <a:pt x="156" y="135"/>
                </a:cubicBezTo>
                <a:cubicBezTo>
                  <a:pt x="156" y="147"/>
                  <a:pt x="156" y="147"/>
                  <a:pt x="156" y="147"/>
                </a:cubicBezTo>
                <a:cubicBezTo>
                  <a:pt x="136" y="147"/>
                  <a:pt x="117" y="147"/>
                  <a:pt x="97" y="147"/>
                </a:cubicBezTo>
                <a:cubicBezTo>
                  <a:pt x="93" y="147"/>
                  <a:pt x="90" y="143"/>
                  <a:pt x="90" y="139"/>
                </a:cubicBezTo>
                <a:cubicBezTo>
                  <a:pt x="90" y="120"/>
                  <a:pt x="90" y="101"/>
                  <a:pt x="90" y="81"/>
                </a:cubicBezTo>
                <a:close/>
                <a:moveTo>
                  <a:pt x="257" y="226"/>
                </a:moveTo>
                <a:cubicBezTo>
                  <a:pt x="253" y="221"/>
                  <a:pt x="248" y="216"/>
                  <a:pt x="244" y="211"/>
                </a:cubicBezTo>
                <a:cubicBezTo>
                  <a:pt x="242" y="208"/>
                  <a:pt x="241" y="205"/>
                  <a:pt x="241" y="202"/>
                </a:cubicBezTo>
                <a:cubicBezTo>
                  <a:pt x="241" y="187"/>
                  <a:pt x="241" y="171"/>
                  <a:pt x="241" y="156"/>
                </a:cubicBezTo>
                <a:cubicBezTo>
                  <a:pt x="241" y="150"/>
                  <a:pt x="239" y="148"/>
                  <a:pt x="233" y="148"/>
                </a:cubicBezTo>
                <a:cubicBezTo>
                  <a:pt x="222" y="148"/>
                  <a:pt x="211" y="148"/>
                  <a:pt x="199" y="148"/>
                </a:cubicBezTo>
                <a:cubicBezTo>
                  <a:pt x="201" y="144"/>
                  <a:pt x="203" y="141"/>
                  <a:pt x="204" y="139"/>
                </a:cubicBezTo>
                <a:cubicBezTo>
                  <a:pt x="222" y="103"/>
                  <a:pt x="214" y="60"/>
                  <a:pt x="184" y="32"/>
                </a:cubicBezTo>
                <a:cubicBezTo>
                  <a:pt x="156" y="6"/>
                  <a:pt x="111" y="0"/>
                  <a:pt x="78" y="22"/>
                </a:cubicBezTo>
                <a:cubicBezTo>
                  <a:pt x="64" y="31"/>
                  <a:pt x="50" y="34"/>
                  <a:pt x="34" y="33"/>
                </a:cubicBezTo>
                <a:cubicBezTo>
                  <a:pt x="32" y="33"/>
                  <a:pt x="30" y="33"/>
                  <a:pt x="28" y="33"/>
                </a:cubicBezTo>
                <a:cubicBezTo>
                  <a:pt x="9" y="33"/>
                  <a:pt x="0" y="42"/>
                  <a:pt x="0" y="61"/>
                </a:cubicBezTo>
                <a:cubicBezTo>
                  <a:pt x="0" y="123"/>
                  <a:pt x="0" y="184"/>
                  <a:pt x="0" y="246"/>
                </a:cubicBezTo>
                <a:cubicBezTo>
                  <a:pt x="0" y="265"/>
                  <a:pt x="9" y="274"/>
                  <a:pt x="28" y="274"/>
                </a:cubicBezTo>
                <a:cubicBezTo>
                  <a:pt x="90" y="274"/>
                  <a:pt x="151" y="274"/>
                  <a:pt x="213" y="274"/>
                </a:cubicBezTo>
                <a:cubicBezTo>
                  <a:pt x="220" y="274"/>
                  <a:pt x="227" y="274"/>
                  <a:pt x="235" y="274"/>
                </a:cubicBezTo>
                <a:cubicBezTo>
                  <a:pt x="247" y="274"/>
                  <a:pt x="256" y="269"/>
                  <a:pt x="262" y="258"/>
                </a:cubicBezTo>
                <a:cubicBezTo>
                  <a:pt x="267" y="246"/>
                  <a:pt x="266" y="235"/>
                  <a:pt x="257" y="226"/>
                </a:cubicBezTo>
                <a:close/>
                <a:moveTo>
                  <a:pt x="209" y="159"/>
                </a:moveTo>
                <a:cubicBezTo>
                  <a:pt x="230" y="159"/>
                  <a:pt x="230" y="159"/>
                  <a:pt x="230" y="159"/>
                </a:cubicBezTo>
                <a:cubicBezTo>
                  <a:pt x="230" y="193"/>
                  <a:pt x="230" y="193"/>
                  <a:pt x="230" y="193"/>
                </a:cubicBezTo>
                <a:cubicBezTo>
                  <a:pt x="221" y="183"/>
                  <a:pt x="207" y="176"/>
                  <a:pt x="209" y="159"/>
                </a:cubicBezTo>
                <a:close/>
                <a:moveTo>
                  <a:pt x="124" y="19"/>
                </a:moveTo>
                <a:cubicBezTo>
                  <a:pt x="168" y="20"/>
                  <a:pt x="203" y="56"/>
                  <a:pt x="203" y="100"/>
                </a:cubicBezTo>
                <a:cubicBezTo>
                  <a:pt x="202" y="144"/>
                  <a:pt x="167" y="179"/>
                  <a:pt x="123" y="179"/>
                </a:cubicBezTo>
                <a:cubicBezTo>
                  <a:pt x="79" y="178"/>
                  <a:pt x="43" y="143"/>
                  <a:pt x="44" y="99"/>
                </a:cubicBezTo>
                <a:cubicBezTo>
                  <a:pt x="44" y="55"/>
                  <a:pt x="80" y="19"/>
                  <a:pt x="124" y="19"/>
                </a:cubicBezTo>
                <a:close/>
                <a:moveTo>
                  <a:pt x="196" y="173"/>
                </a:moveTo>
                <a:cubicBezTo>
                  <a:pt x="189" y="177"/>
                  <a:pt x="183" y="182"/>
                  <a:pt x="177" y="187"/>
                </a:cubicBezTo>
                <a:cubicBezTo>
                  <a:pt x="172" y="191"/>
                  <a:pt x="169" y="191"/>
                  <a:pt x="165" y="185"/>
                </a:cubicBezTo>
                <a:cubicBezTo>
                  <a:pt x="165" y="184"/>
                  <a:pt x="164" y="182"/>
                  <a:pt x="163" y="181"/>
                </a:cubicBezTo>
                <a:cubicBezTo>
                  <a:pt x="173" y="174"/>
                  <a:pt x="183" y="167"/>
                  <a:pt x="193" y="159"/>
                </a:cubicBezTo>
                <a:cubicBezTo>
                  <a:pt x="194" y="160"/>
                  <a:pt x="195" y="162"/>
                  <a:pt x="197" y="164"/>
                </a:cubicBezTo>
                <a:cubicBezTo>
                  <a:pt x="200" y="167"/>
                  <a:pt x="200" y="170"/>
                  <a:pt x="196" y="173"/>
                </a:cubicBezTo>
                <a:close/>
                <a:moveTo>
                  <a:pt x="28" y="43"/>
                </a:moveTo>
                <a:cubicBezTo>
                  <a:pt x="36" y="43"/>
                  <a:pt x="43" y="43"/>
                  <a:pt x="52" y="43"/>
                </a:cubicBezTo>
                <a:cubicBezTo>
                  <a:pt x="50" y="46"/>
                  <a:pt x="49" y="48"/>
                  <a:pt x="48" y="49"/>
                </a:cubicBezTo>
                <a:cubicBezTo>
                  <a:pt x="35" y="70"/>
                  <a:pt x="31" y="92"/>
                  <a:pt x="35" y="116"/>
                </a:cubicBezTo>
                <a:cubicBezTo>
                  <a:pt x="35" y="118"/>
                  <a:pt x="36" y="119"/>
                  <a:pt x="35" y="121"/>
                </a:cubicBezTo>
                <a:cubicBezTo>
                  <a:pt x="31" y="130"/>
                  <a:pt x="32" y="139"/>
                  <a:pt x="36" y="148"/>
                </a:cubicBezTo>
                <a:cubicBezTo>
                  <a:pt x="11" y="148"/>
                  <a:pt x="11" y="148"/>
                  <a:pt x="11" y="148"/>
                </a:cubicBezTo>
                <a:cubicBezTo>
                  <a:pt x="10" y="145"/>
                  <a:pt x="10" y="143"/>
                  <a:pt x="10" y="141"/>
                </a:cubicBezTo>
                <a:cubicBezTo>
                  <a:pt x="10" y="115"/>
                  <a:pt x="10" y="88"/>
                  <a:pt x="10" y="61"/>
                </a:cubicBezTo>
                <a:cubicBezTo>
                  <a:pt x="10" y="49"/>
                  <a:pt x="15" y="43"/>
                  <a:pt x="28" y="43"/>
                </a:cubicBezTo>
                <a:close/>
                <a:moveTo>
                  <a:pt x="114" y="263"/>
                </a:moveTo>
                <a:cubicBezTo>
                  <a:pt x="112" y="263"/>
                  <a:pt x="110" y="264"/>
                  <a:pt x="108" y="264"/>
                </a:cubicBezTo>
                <a:cubicBezTo>
                  <a:pt x="81" y="264"/>
                  <a:pt x="55" y="264"/>
                  <a:pt x="28" y="264"/>
                </a:cubicBezTo>
                <a:cubicBezTo>
                  <a:pt x="15" y="264"/>
                  <a:pt x="10" y="259"/>
                  <a:pt x="10" y="245"/>
                </a:cubicBezTo>
                <a:cubicBezTo>
                  <a:pt x="10" y="219"/>
                  <a:pt x="10" y="193"/>
                  <a:pt x="10" y="167"/>
                </a:cubicBezTo>
                <a:cubicBezTo>
                  <a:pt x="10" y="164"/>
                  <a:pt x="10" y="162"/>
                  <a:pt x="10" y="158"/>
                </a:cubicBezTo>
                <a:cubicBezTo>
                  <a:pt x="53" y="158"/>
                  <a:pt x="53" y="158"/>
                  <a:pt x="53" y="158"/>
                </a:cubicBezTo>
                <a:cubicBezTo>
                  <a:pt x="64" y="166"/>
                  <a:pt x="76" y="175"/>
                  <a:pt x="87" y="184"/>
                </a:cubicBezTo>
                <a:cubicBezTo>
                  <a:pt x="72" y="194"/>
                  <a:pt x="66" y="208"/>
                  <a:pt x="73" y="223"/>
                </a:cubicBezTo>
                <a:cubicBezTo>
                  <a:pt x="80" y="238"/>
                  <a:pt x="94" y="244"/>
                  <a:pt x="114" y="238"/>
                </a:cubicBezTo>
                <a:lnTo>
                  <a:pt x="114" y="263"/>
                </a:lnTo>
                <a:close/>
                <a:moveTo>
                  <a:pt x="125" y="263"/>
                </a:moveTo>
                <a:cubicBezTo>
                  <a:pt x="125" y="252"/>
                  <a:pt x="126" y="241"/>
                  <a:pt x="125" y="231"/>
                </a:cubicBezTo>
                <a:cubicBezTo>
                  <a:pt x="125" y="227"/>
                  <a:pt x="123" y="224"/>
                  <a:pt x="122" y="221"/>
                </a:cubicBezTo>
                <a:cubicBezTo>
                  <a:pt x="119" y="222"/>
                  <a:pt x="116" y="223"/>
                  <a:pt x="114" y="225"/>
                </a:cubicBezTo>
                <a:cubicBezTo>
                  <a:pt x="106" y="232"/>
                  <a:pt x="94" y="232"/>
                  <a:pt x="87" y="225"/>
                </a:cubicBezTo>
                <a:cubicBezTo>
                  <a:pt x="79" y="218"/>
                  <a:pt x="79" y="206"/>
                  <a:pt x="86" y="198"/>
                </a:cubicBezTo>
                <a:cubicBezTo>
                  <a:pt x="93" y="191"/>
                  <a:pt x="104" y="190"/>
                  <a:pt x="112" y="196"/>
                </a:cubicBezTo>
                <a:cubicBezTo>
                  <a:pt x="115" y="198"/>
                  <a:pt x="119" y="200"/>
                  <a:pt x="122" y="201"/>
                </a:cubicBezTo>
                <a:cubicBezTo>
                  <a:pt x="124" y="198"/>
                  <a:pt x="125" y="194"/>
                  <a:pt x="127" y="190"/>
                </a:cubicBezTo>
                <a:cubicBezTo>
                  <a:pt x="134" y="189"/>
                  <a:pt x="142" y="187"/>
                  <a:pt x="150" y="185"/>
                </a:cubicBezTo>
                <a:cubicBezTo>
                  <a:pt x="151" y="185"/>
                  <a:pt x="153" y="187"/>
                  <a:pt x="155" y="188"/>
                </a:cubicBezTo>
                <a:cubicBezTo>
                  <a:pt x="159" y="194"/>
                  <a:pt x="163" y="201"/>
                  <a:pt x="172" y="201"/>
                </a:cubicBezTo>
                <a:cubicBezTo>
                  <a:pt x="173" y="201"/>
                  <a:pt x="174" y="203"/>
                  <a:pt x="174" y="204"/>
                </a:cubicBezTo>
                <a:cubicBezTo>
                  <a:pt x="187" y="223"/>
                  <a:pt x="200" y="243"/>
                  <a:pt x="213" y="263"/>
                </a:cubicBezTo>
                <a:lnTo>
                  <a:pt x="125" y="263"/>
                </a:lnTo>
                <a:close/>
                <a:moveTo>
                  <a:pt x="247" y="260"/>
                </a:moveTo>
                <a:cubicBezTo>
                  <a:pt x="238" y="267"/>
                  <a:pt x="226" y="264"/>
                  <a:pt x="219" y="253"/>
                </a:cubicBezTo>
                <a:cubicBezTo>
                  <a:pt x="207" y="234"/>
                  <a:pt x="195" y="216"/>
                  <a:pt x="182" y="197"/>
                </a:cubicBezTo>
                <a:cubicBezTo>
                  <a:pt x="189" y="191"/>
                  <a:pt x="195" y="186"/>
                  <a:pt x="202" y="181"/>
                </a:cubicBezTo>
                <a:cubicBezTo>
                  <a:pt x="204" y="182"/>
                  <a:pt x="205" y="183"/>
                  <a:pt x="206" y="185"/>
                </a:cubicBezTo>
                <a:cubicBezTo>
                  <a:pt x="220" y="200"/>
                  <a:pt x="234" y="216"/>
                  <a:pt x="248" y="231"/>
                </a:cubicBezTo>
                <a:cubicBezTo>
                  <a:pt x="257" y="241"/>
                  <a:pt x="256" y="253"/>
                  <a:pt x="247" y="260"/>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16" name="Freeform 15"/>
          <p:cNvSpPr>
            <a:spLocks noEditPoints="1"/>
          </p:cNvSpPr>
          <p:nvPr/>
        </p:nvSpPr>
        <p:spPr bwMode="auto">
          <a:xfrm>
            <a:off x="1206845" y="3258814"/>
            <a:ext cx="746145" cy="674075"/>
          </a:xfrm>
          <a:custGeom>
            <a:avLst/>
            <a:gdLst>
              <a:gd name="T0" fmla="*/ 86 w 176"/>
              <a:gd name="T1" fmla="*/ 118 h 159"/>
              <a:gd name="T2" fmla="*/ 80 w 176"/>
              <a:gd name="T3" fmla="*/ 124 h 159"/>
              <a:gd name="T4" fmla="*/ 86 w 176"/>
              <a:gd name="T5" fmla="*/ 130 h 159"/>
              <a:gd name="T6" fmla="*/ 91 w 176"/>
              <a:gd name="T7" fmla="*/ 124 h 159"/>
              <a:gd name="T8" fmla="*/ 86 w 176"/>
              <a:gd name="T9" fmla="*/ 118 h 159"/>
              <a:gd name="T10" fmla="*/ 166 w 176"/>
              <a:gd name="T11" fmla="*/ 114 h 159"/>
              <a:gd name="T12" fmla="*/ 111 w 176"/>
              <a:gd name="T13" fmla="*/ 20 h 159"/>
              <a:gd name="T14" fmla="*/ 60 w 176"/>
              <a:gd name="T15" fmla="*/ 20 h 159"/>
              <a:gd name="T16" fmla="*/ 5 w 176"/>
              <a:gd name="T17" fmla="*/ 114 h 159"/>
              <a:gd name="T18" fmla="*/ 2 w 176"/>
              <a:gd name="T19" fmla="*/ 135 h 159"/>
              <a:gd name="T20" fmla="*/ 32 w 176"/>
              <a:gd name="T21" fmla="*/ 159 h 159"/>
              <a:gd name="T22" fmla="*/ 86 w 176"/>
              <a:gd name="T23" fmla="*/ 159 h 159"/>
              <a:gd name="T24" fmla="*/ 113 w 176"/>
              <a:gd name="T25" fmla="*/ 159 h 159"/>
              <a:gd name="T26" fmla="*/ 140 w 176"/>
              <a:gd name="T27" fmla="*/ 159 h 159"/>
              <a:gd name="T28" fmla="*/ 145 w 176"/>
              <a:gd name="T29" fmla="*/ 159 h 159"/>
              <a:gd name="T30" fmla="*/ 166 w 176"/>
              <a:gd name="T31" fmla="*/ 114 h 159"/>
              <a:gd name="T32" fmla="*/ 140 w 176"/>
              <a:gd name="T33" fmla="*/ 154 h 159"/>
              <a:gd name="T34" fmla="*/ 116 w 176"/>
              <a:gd name="T35" fmla="*/ 154 h 159"/>
              <a:gd name="T36" fmla="*/ 86 w 176"/>
              <a:gd name="T37" fmla="*/ 154 h 159"/>
              <a:gd name="T38" fmla="*/ 31 w 176"/>
              <a:gd name="T39" fmla="*/ 154 h 159"/>
              <a:gd name="T40" fmla="*/ 6 w 176"/>
              <a:gd name="T41" fmla="*/ 128 h 159"/>
              <a:gd name="T42" fmla="*/ 9 w 176"/>
              <a:gd name="T43" fmla="*/ 118 h 159"/>
              <a:gd name="T44" fmla="*/ 38 w 176"/>
              <a:gd name="T45" fmla="*/ 68 h 159"/>
              <a:gd name="T46" fmla="*/ 65 w 176"/>
              <a:gd name="T47" fmla="*/ 22 h 159"/>
              <a:gd name="T48" fmla="*/ 107 w 176"/>
              <a:gd name="T49" fmla="*/ 22 h 159"/>
              <a:gd name="T50" fmla="*/ 138 w 176"/>
              <a:gd name="T51" fmla="*/ 77 h 159"/>
              <a:gd name="T52" fmla="*/ 162 w 176"/>
              <a:gd name="T53" fmla="*/ 117 h 159"/>
              <a:gd name="T54" fmla="*/ 140 w 176"/>
              <a:gd name="T55" fmla="*/ 154 h 159"/>
              <a:gd name="T56" fmla="*/ 86 w 176"/>
              <a:gd name="T57" fmla="*/ 50 h 159"/>
              <a:gd name="T58" fmla="*/ 77 w 176"/>
              <a:gd name="T59" fmla="*/ 59 h 159"/>
              <a:gd name="T60" fmla="*/ 79 w 176"/>
              <a:gd name="T61" fmla="*/ 76 h 159"/>
              <a:gd name="T62" fmla="*/ 81 w 176"/>
              <a:gd name="T63" fmla="*/ 110 h 159"/>
              <a:gd name="T64" fmla="*/ 86 w 176"/>
              <a:gd name="T65" fmla="*/ 114 h 159"/>
              <a:gd name="T66" fmla="*/ 90 w 176"/>
              <a:gd name="T67" fmla="*/ 110 h 159"/>
              <a:gd name="T68" fmla="*/ 92 w 176"/>
              <a:gd name="T69" fmla="*/ 84 h 159"/>
              <a:gd name="T70" fmla="*/ 94 w 176"/>
              <a:gd name="T71" fmla="*/ 59 h 159"/>
              <a:gd name="T72" fmla="*/ 86 w 176"/>
              <a:gd name="T73" fmla="*/ 50 h 1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76" h="159">
                <a:moveTo>
                  <a:pt x="86" y="118"/>
                </a:moveTo>
                <a:cubicBezTo>
                  <a:pt x="83" y="118"/>
                  <a:pt x="80" y="121"/>
                  <a:pt x="80" y="124"/>
                </a:cubicBezTo>
                <a:cubicBezTo>
                  <a:pt x="80" y="127"/>
                  <a:pt x="82" y="129"/>
                  <a:pt x="86" y="130"/>
                </a:cubicBezTo>
                <a:cubicBezTo>
                  <a:pt x="89" y="130"/>
                  <a:pt x="91" y="127"/>
                  <a:pt x="91" y="124"/>
                </a:cubicBezTo>
                <a:cubicBezTo>
                  <a:pt x="91" y="121"/>
                  <a:pt x="89" y="118"/>
                  <a:pt x="86" y="118"/>
                </a:cubicBezTo>
                <a:close/>
                <a:moveTo>
                  <a:pt x="166" y="114"/>
                </a:moveTo>
                <a:cubicBezTo>
                  <a:pt x="148" y="83"/>
                  <a:pt x="130" y="52"/>
                  <a:pt x="111" y="20"/>
                </a:cubicBezTo>
                <a:cubicBezTo>
                  <a:pt x="100" y="0"/>
                  <a:pt x="71" y="0"/>
                  <a:pt x="60" y="20"/>
                </a:cubicBezTo>
                <a:cubicBezTo>
                  <a:pt x="42" y="52"/>
                  <a:pt x="24" y="83"/>
                  <a:pt x="5" y="114"/>
                </a:cubicBezTo>
                <a:cubicBezTo>
                  <a:pt x="2" y="121"/>
                  <a:pt x="0" y="128"/>
                  <a:pt x="2" y="135"/>
                </a:cubicBezTo>
                <a:cubicBezTo>
                  <a:pt x="5" y="150"/>
                  <a:pt x="17" y="159"/>
                  <a:pt x="32" y="159"/>
                </a:cubicBezTo>
                <a:cubicBezTo>
                  <a:pt x="50" y="159"/>
                  <a:pt x="68" y="159"/>
                  <a:pt x="86" y="159"/>
                </a:cubicBezTo>
                <a:cubicBezTo>
                  <a:pt x="113" y="159"/>
                  <a:pt x="113" y="159"/>
                  <a:pt x="113" y="159"/>
                </a:cubicBezTo>
                <a:cubicBezTo>
                  <a:pt x="122" y="159"/>
                  <a:pt x="131" y="159"/>
                  <a:pt x="140" y="159"/>
                </a:cubicBezTo>
                <a:cubicBezTo>
                  <a:pt x="142" y="159"/>
                  <a:pt x="144" y="159"/>
                  <a:pt x="145" y="159"/>
                </a:cubicBezTo>
                <a:cubicBezTo>
                  <a:pt x="166" y="155"/>
                  <a:pt x="176" y="133"/>
                  <a:pt x="166" y="114"/>
                </a:cubicBezTo>
                <a:close/>
                <a:moveTo>
                  <a:pt x="140" y="154"/>
                </a:moveTo>
                <a:cubicBezTo>
                  <a:pt x="132" y="154"/>
                  <a:pt x="124" y="154"/>
                  <a:pt x="116" y="154"/>
                </a:cubicBezTo>
                <a:cubicBezTo>
                  <a:pt x="106" y="154"/>
                  <a:pt x="96" y="154"/>
                  <a:pt x="86" y="154"/>
                </a:cubicBezTo>
                <a:cubicBezTo>
                  <a:pt x="67" y="154"/>
                  <a:pt x="49" y="154"/>
                  <a:pt x="31" y="154"/>
                </a:cubicBezTo>
                <a:cubicBezTo>
                  <a:pt x="17" y="154"/>
                  <a:pt x="6" y="143"/>
                  <a:pt x="6" y="128"/>
                </a:cubicBezTo>
                <a:cubicBezTo>
                  <a:pt x="6" y="125"/>
                  <a:pt x="7" y="121"/>
                  <a:pt x="9" y="118"/>
                </a:cubicBezTo>
                <a:cubicBezTo>
                  <a:pt x="19" y="101"/>
                  <a:pt x="28" y="85"/>
                  <a:pt x="38" y="68"/>
                </a:cubicBezTo>
                <a:cubicBezTo>
                  <a:pt x="47" y="53"/>
                  <a:pt x="56" y="38"/>
                  <a:pt x="65" y="22"/>
                </a:cubicBezTo>
                <a:cubicBezTo>
                  <a:pt x="74" y="6"/>
                  <a:pt x="97" y="6"/>
                  <a:pt x="107" y="22"/>
                </a:cubicBezTo>
                <a:cubicBezTo>
                  <a:pt x="117" y="40"/>
                  <a:pt x="128" y="59"/>
                  <a:pt x="138" y="77"/>
                </a:cubicBezTo>
                <a:cubicBezTo>
                  <a:pt x="146" y="90"/>
                  <a:pt x="154" y="104"/>
                  <a:pt x="162" y="117"/>
                </a:cubicBezTo>
                <a:cubicBezTo>
                  <a:pt x="171" y="134"/>
                  <a:pt x="159" y="154"/>
                  <a:pt x="140" y="154"/>
                </a:cubicBezTo>
                <a:close/>
                <a:moveTo>
                  <a:pt x="86" y="50"/>
                </a:moveTo>
                <a:cubicBezTo>
                  <a:pt x="81" y="50"/>
                  <a:pt x="77" y="54"/>
                  <a:pt x="77" y="59"/>
                </a:cubicBezTo>
                <a:cubicBezTo>
                  <a:pt x="78" y="65"/>
                  <a:pt x="78" y="70"/>
                  <a:pt x="79" y="76"/>
                </a:cubicBezTo>
                <a:cubicBezTo>
                  <a:pt x="79" y="87"/>
                  <a:pt x="80" y="99"/>
                  <a:pt x="81" y="110"/>
                </a:cubicBezTo>
                <a:cubicBezTo>
                  <a:pt x="82" y="113"/>
                  <a:pt x="83" y="114"/>
                  <a:pt x="86" y="114"/>
                </a:cubicBezTo>
                <a:cubicBezTo>
                  <a:pt x="88" y="115"/>
                  <a:pt x="90" y="113"/>
                  <a:pt x="90" y="110"/>
                </a:cubicBezTo>
                <a:cubicBezTo>
                  <a:pt x="91" y="101"/>
                  <a:pt x="91" y="93"/>
                  <a:pt x="92" y="84"/>
                </a:cubicBezTo>
                <a:cubicBezTo>
                  <a:pt x="93" y="76"/>
                  <a:pt x="93" y="68"/>
                  <a:pt x="94" y="59"/>
                </a:cubicBezTo>
                <a:cubicBezTo>
                  <a:pt x="95" y="54"/>
                  <a:pt x="91" y="50"/>
                  <a:pt x="86" y="50"/>
                </a:cubicBezTo>
                <a:close/>
              </a:path>
            </a:pathLst>
          </a:custGeom>
          <a:solidFill>
            <a:srgbClr val="FFC000"/>
          </a:solidFill>
          <a:ln>
            <a:noFill/>
          </a:ln>
        </p:spPr>
        <p:txBody>
          <a:bodyPr vert="horz" wrap="square" lIns="91440" tIns="45720" rIns="91440" bIns="45720" numCol="1" anchor="t" anchorCtr="0" compatLnSpc="1">
            <a:prstTxWarp prst="textNoShape">
              <a:avLst/>
            </a:prstTxWarp>
          </a:bodyPr>
          <a:lstStyle/>
          <a:p>
            <a:endParaRPr lang="en-US"/>
          </a:p>
        </p:txBody>
      </p:sp>
      <p:sp>
        <p:nvSpPr>
          <p:cNvPr id="19" name="TextBox 18">
            <a:extLst>
              <a:ext uri="{FF2B5EF4-FFF2-40B4-BE49-F238E27FC236}">
                <a16:creationId xmlns:a16="http://schemas.microsoft.com/office/drawing/2014/main" id="{B2ED1907-A98C-F503-B297-E4FB7BDFAABD}"/>
              </a:ext>
            </a:extLst>
          </p:cNvPr>
          <p:cNvSpPr txBox="1"/>
          <p:nvPr/>
        </p:nvSpPr>
        <p:spPr>
          <a:xfrm>
            <a:off x="7557485" y="4674332"/>
            <a:ext cx="2585133" cy="1118255"/>
          </a:xfrm>
          <a:prstGeom prst="rect">
            <a:avLst/>
          </a:prstGeom>
          <a:noFill/>
        </p:spPr>
        <p:txBody>
          <a:bodyPr wrap="square" rtlCol="0">
            <a:spAutoFit/>
          </a:bodyPr>
          <a:lstStyle/>
          <a:p>
            <a:pPr>
              <a:lnSpc>
                <a:spcPts val="1600"/>
              </a:lnSpc>
            </a:pPr>
            <a:r>
              <a:rPr lang="en-US" sz="950" b="0" i="0">
                <a:solidFill>
                  <a:schemeClr val="tx1">
                    <a:lumMod val="50000"/>
                    <a:lumOff val="50000"/>
                  </a:schemeClr>
                </a:solidFill>
                <a:effectLst/>
                <a:latin typeface="Open Sans" panose="020B0606030504020204" pitchFamily="34" charset="0"/>
                <a:ea typeface="Open Sans" panose="020B0606030504020204" pitchFamily="34" charset="0"/>
                <a:cs typeface="Open Sans" panose="020B0606030504020204" pitchFamily="34" charset="0"/>
              </a:rPr>
              <a:t>In publishing and graphic design, </a:t>
            </a:r>
          </a:p>
          <a:p>
            <a:pPr>
              <a:lnSpc>
                <a:spcPts val="1600"/>
              </a:lnSpc>
            </a:pPr>
            <a:r>
              <a:rPr lang="en-US" sz="950" b="0" i="0">
                <a:solidFill>
                  <a:schemeClr val="tx1">
                    <a:lumMod val="50000"/>
                    <a:lumOff val="50000"/>
                  </a:schemeClr>
                </a:solidFill>
                <a:effectLst/>
                <a:latin typeface="Open Sans" panose="020B0606030504020204" pitchFamily="34" charset="0"/>
                <a:ea typeface="Open Sans" panose="020B0606030504020204" pitchFamily="34" charset="0"/>
                <a:cs typeface="Open Sans" panose="020B0606030504020204" pitchFamily="34" charset="0"/>
              </a:rPr>
              <a:t>ipsum is placeholder commonly used to </a:t>
            </a:r>
            <a:r>
              <a:rPr lang="en-US" sz="95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meaningful commonly demonstrate.</a:t>
            </a:r>
          </a:p>
          <a:p>
            <a:pPr>
              <a:lnSpc>
                <a:spcPts val="1600"/>
              </a:lnSpc>
            </a:pPr>
            <a:r>
              <a:rPr lang="en-US" sz="95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content </a:t>
            </a:r>
            <a:r>
              <a:rPr lang="en-US" sz="950" b="0" i="0">
                <a:solidFill>
                  <a:schemeClr val="tx1">
                    <a:lumMod val="50000"/>
                    <a:lumOff val="50000"/>
                  </a:schemeClr>
                </a:solidFill>
                <a:effectLst/>
                <a:latin typeface="Open Sans" panose="020B0606030504020204" pitchFamily="34" charset="0"/>
                <a:ea typeface="Open Sans" panose="020B0606030504020204" pitchFamily="34" charset="0"/>
                <a:cs typeface="Open Sans" panose="020B0606030504020204" pitchFamily="34" charset="0"/>
              </a:rPr>
              <a:t>demonstrate. The visual form</a:t>
            </a:r>
          </a:p>
          <a:p>
            <a:pPr>
              <a:lnSpc>
                <a:spcPts val="1600"/>
              </a:lnSpc>
            </a:pPr>
            <a:r>
              <a:rPr lang="en-US" sz="95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the visual dolor.</a:t>
            </a:r>
          </a:p>
        </p:txBody>
      </p:sp>
      <p:sp>
        <p:nvSpPr>
          <p:cNvPr id="20" name="TextBox 19"/>
          <p:cNvSpPr txBox="1"/>
          <p:nvPr/>
        </p:nvSpPr>
        <p:spPr>
          <a:xfrm>
            <a:off x="7557486" y="4305000"/>
            <a:ext cx="1693092" cy="369332"/>
          </a:xfrm>
          <a:prstGeom prst="rect">
            <a:avLst/>
          </a:prstGeom>
          <a:noFill/>
        </p:spPr>
        <p:txBody>
          <a:bodyPr wrap="none" rtlCol="0">
            <a:spAutoFit/>
          </a:bodyPr>
          <a:lstStyle/>
          <a:p>
            <a:pPr lvl="0">
              <a:defRPr/>
            </a:pPr>
            <a:r>
              <a:rPr lang="en-US" b="1">
                <a:latin typeface="Sora" pitchFamily="2" charset="0"/>
                <a:ea typeface="Open Sans" panose="020B0606030504020204" pitchFamily="34" charset="0"/>
                <a:cs typeface="Sora" pitchFamily="2" charset="0"/>
              </a:rPr>
              <a:t>Our Problem</a:t>
            </a:r>
          </a:p>
        </p:txBody>
      </p:sp>
      <p:sp>
        <p:nvSpPr>
          <p:cNvPr id="23" name="TextBox 22">
            <a:extLst>
              <a:ext uri="{FF2B5EF4-FFF2-40B4-BE49-F238E27FC236}">
                <a16:creationId xmlns:a16="http://schemas.microsoft.com/office/drawing/2014/main" id="{B2ED1907-A98C-F503-B297-E4FB7BDFAABD}"/>
              </a:ext>
            </a:extLst>
          </p:cNvPr>
          <p:cNvSpPr txBox="1"/>
          <p:nvPr/>
        </p:nvSpPr>
        <p:spPr>
          <a:xfrm>
            <a:off x="1106443" y="4674332"/>
            <a:ext cx="2585133" cy="1118255"/>
          </a:xfrm>
          <a:prstGeom prst="rect">
            <a:avLst/>
          </a:prstGeom>
          <a:noFill/>
        </p:spPr>
        <p:txBody>
          <a:bodyPr wrap="square" rtlCol="0">
            <a:spAutoFit/>
          </a:bodyPr>
          <a:lstStyle/>
          <a:p>
            <a:pPr>
              <a:lnSpc>
                <a:spcPts val="1600"/>
              </a:lnSpc>
            </a:pPr>
            <a:r>
              <a:rPr lang="en-US" sz="950" b="0" i="0">
                <a:solidFill>
                  <a:schemeClr val="tx1">
                    <a:lumMod val="50000"/>
                    <a:lumOff val="50000"/>
                  </a:schemeClr>
                </a:solidFill>
                <a:effectLst/>
                <a:latin typeface="Open Sans" panose="020B0606030504020204" pitchFamily="34" charset="0"/>
                <a:ea typeface="Open Sans" panose="020B0606030504020204" pitchFamily="34" charset="0"/>
                <a:cs typeface="Open Sans" panose="020B0606030504020204" pitchFamily="34" charset="0"/>
              </a:rPr>
              <a:t>In publishing and graphic design, </a:t>
            </a:r>
          </a:p>
          <a:p>
            <a:pPr>
              <a:lnSpc>
                <a:spcPts val="1600"/>
              </a:lnSpc>
            </a:pPr>
            <a:r>
              <a:rPr lang="en-US" sz="950" b="0" i="0">
                <a:solidFill>
                  <a:schemeClr val="tx1">
                    <a:lumMod val="50000"/>
                    <a:lumOff val="50000"/>
                  </a:schemeClr>
                </a:solidFill>
                <a:effectLst/>
                <a:latin typeface="Open Sans" panose="020B0606030504020204" pitchFamily="34" charset="0"/>
                <a:ea typeface="Open Sans" panose="020B0606030504020204" pitchFamily="34" charset="0"/>
                <a:cs typeface="Open Sans" panose="020B0606030504020204" pitchFamily="34" charset="0"/>
              </a:rPr>
              <a:t>ipsum is placeholder commonly used to </a:t>
            </a:r>
            <a:r>
              <a:rPr lang="en-US" sz="95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meaningful commonly demonstrate.</a:t>
            </a:r>
          </a:p>
          <a:p>
            <a:pPr>
              <a:lnSpc>
                <a:spcPts val="1600"/>
              </a:lnSpc>
            </a:pPr>
            <a:r>
              <a:rPr lang="en-US" sz="95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content </a:t>
            </a:r>
            <a:r>
              <a:rPr lang="en-US" sz="950" b="0" i="0">
                <a:solidFill>
                  <a:schemeClr val="tx1">
                    <a:lumMod val="50000"/>
                    <a:lumOff val="50000"/>
                  </a:schemeClr>
                </a:solidFill>
                <a:effectLst/>
                <a:latin typeface="Open Sans" panose="020B0606030504020204" pitchFamily="34" charset="0"/>
                <a:ea typeface="Open Sans" panose="020B0606030504020204" pitchFamily="34" charset="0"/>
                <a:cs typeface="Open Sans" panose="020B0606030504020204" pitchFamily="34" charset="0"/>
              </a:rPr>
              <a:t>demonstrate. The visual form</a:t>
            </a:r>
          </a:p>
          <a:p>
            <a:pPr>
              <a:lnSpc>
                <a:spcPts val="1600"/>
              </a:lnSpc>
            </a:pPr>
            <a:r>
              <a:rPr lang="en-US" sz="95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the visual dolor.</a:t>
            </a:r>
          </a:p>
        </p:txBody>
      </p:sp>
      <p:sp>
        <p:nvSpPr>
          <p:cNvPr id="24" name="TextBox 23"/>
          <p:cNvSpPr txBox="1"/>
          <p:nvPr/>
        </p:nvSpPr>
        <p:spPr>
          <a:xfrm>
            <a:off x="1106444" y="4305000"/>
            <a:ext cx="1693092" cy="369332"/>
          </a:xfrm>
          <a:prstGeom prst="rect">
            <a:avLst/>
          </a:prstGeom>
          <a:noFill/>
        </p:spPr>
        <p:txBody>
          <a:bodyPr wrap="none" rtlCol="0">
            <a:spAutoFit/>
          </a:bodyPr>
          <a:lstStyle/>
          <a:p>
            <a:pPr lvl="0">
              <a:defRPr/>
            </a:pPr>
            <a:r>
              <a:rPr lang="en-US" b="1">
                <a:latin typeface="Sora" pitchFamily="2" charset="0"/>
                <a:ea typeface="Open Sans" panose="020B0606030504020204" pitchFamily="34" charset="0"/>
                <a:cs typeface="Sora" pitchFamily="2" charset="0"/>
              </a:rPr>
              <a:t>Our Problem</a:t>
            </a:r>
          </a:p>
        </p:txBody>
      </p:sp>
      <p:sp>
        <p:nvSpPr>
          <p:cNvPr id="26" name="Title 1">
            <a:extLst>
              <a:ext uri="{FF2B5EF4-FFF2-40B4-BE49-F238E27FC236}">
                <a16:creationId xmlns:a16="http://schemas.microsoft.com/office/drawing/2014/main" id="{DACAFAD4-D1B7-E70E-8369-CA650D9C7018}"/>
              </a:ext>
            </a:extLst>
          </p:cNvPr>
          <p:cNvSpPr txBox="1">
            <a:spLocks/>
          </p:cNvSpPr>
          <p:nvPr/>
        </p:nvSpPr>
        <p:spPr>
          <a:xfrm>
            <a:off x="7141970" y="716975"/>
            <a:ext cx="4280410" cy="597475"/>
          </a:xfrm>
          <a:prstGeom prst="rect">
            <a:avLst/>
          </a:prstGeom>
        </p:spPr>
        <p:txBody>
          <a:bodyP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lnSpc>
                <a:spcPts val="1700"/>
              </a:lnSpc>
            </a:pPr>
            <a:r>
              <a:rPr lang="en-US" sz="95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Authoritatively fashion proactive architectures without fashion too </a:t>
            </a:r>
          </a:p>
          <a:p>
            <a:pPr algn="l">
              <a:lnSpc>
                <a:spcPts val="1700"/>
              </a:lnSpc>
            </a:pPr>
            <a:r>
              <a:rPr lang="en-US" sz="95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business corporate thinking architectures </a:t>
            </a:r>
          </a:p>
        </p:txBody>
      </p:sp>
      <p:cxnSp>
        <p:nvCxnSpPr>
          <p:cNvPr id="28" name="Straight Connector 27"/>
          <p:cNvCxnSpPr/>
          <p:nvPr/>
        </p:nvCxnSpPr>
        <p:spPr>
          <a:xfrm>
            <a:off x="5797899" y="1497204"/>
            <a:ext cx="1759586" cy="0"/>
          </a:xfrm>
          <a:prstGeom prst="line">
            <a:avLst/>
          </a:prstGeom>
          <a:ln w="66675">
            <a:solidFill>
              <a:schemeClr val="tx2"/>
            </a:solidFill>
          </a:ln>
        </p:spPr>
        <p:style>
          <a:lnRef idx="1">
            <a:schemeClr val="accent1"/>
          </a:lnRef>
          <a:fillRef idx="0">
            <a:schemeClr val="accent1"/>
          </a:fillRef>
          <a:effectRef idx="0">
            <a:schemeClr val="accent1"/>
          </a:effectRef>
          <a:fontRef idx="minor">
            <a:schemeClr val="tx1"/>
          </a:fontRef>
        </p:style>
      </p:cxnSp>
      <p:pic>
        <p:nvPicPr>
          <p:cNvPr id="2" name="Imagen 1">
            <a:extLst>
              <a:ext uri="{FF2B5EF4-FFF2-40B4-BE49-F238E27FC236}">
                <a16:creationId xmlns:a16="http://schemas.microsoft.com/office/drawing/2014/main" id="{4C7B4D0C-4F85-C74A-2DB5-6CECED76233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9795" y="6368290"/>
            <a:ext cx="1498186" cy="239305"/>
          </a:xfrm>
          <a:prstGeom prst="rect">
            <a:avLst/>
          </a:prstGeom>
        </p:spPr>
      </p:pic>
      <p:pic>
        <p:nvPicPr>
          <p:cNvPr id="3" name="Imagen 2">
            <a:extLst>
              <a:ext uri="{FF2B5EF4-FFF2-40B4-BE49-F238E27FC236}">
                <a16:creationId xmlns:a16="http://schemas.microsoft.com/office/drawing/2014/main" id="{DF8E716D-4E96-3822-80A9-A24D6D483AFA}"/>
              </a:ext>
            </a:extLst>
          </p:cNvPr>
          <p:cNvPicPr>
            <a:picLocks noChangeAspect="1"/>
          </p:cNvPicPr>
          <p:nvPr/>
        </p:nvPicPr>
        <p:blipFill>
          <a:blip r:embed="rId3"/>
          <a:stretch>
            <a:fillRect/>
          </a:stretch>
        </p:blipFill>
        <p:spPr>
          <a:xfrm>
            <a:off x="10547350" y="6165838"/>
            <a:ext cx="1360142" cy="644208"/>
          </a:xfrm>
          <a:prstGeom prst="rect">
            <a:avLst/>
          </a:prstGeom>
        </p:spPr>
      </p:pic>
    </p:spTree>
    <p:extLst>
      <p:ext uri="{BB962C8B-B14F-4D97-AF65-F5344CB8AC3E}">
        <p14:creationId xmlns:p14="http://schemas.microsoft.com/office/powerpoint/2010/main" val="423858907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621505" y="582614"/>
            <a:ext cx="2980303" cy="630942"/>
          </a:xfrm>
          <a:prstGeom prst="rect">
            <a:avLst/>
          </a:prstGeom>
          <a:noFill/>
        </p:spPr>
        <p:txBody>
          <a:bodyPr wrap="none" rtlCol="0">
            <a:spAutoFit/>
          </a:bodyPr>
          <a:lstStyle/>
          <a:p>
            <a:r>
              <a:rPr lang="en-US" sz="3500" b="1">
                <a:latin typeface="Open Sans" panose="020B0606030504020204" pitchFamily="34" charset="0"/>
                <a:ea typeface="Open Sans" panose="020B0606030504020204" pitchFamily="34" charset="0"/>
                <a:cs typeface="Open Sans" panose="020B0606030504020204" pitchFamily="34" charset="0"/>
              </a:rPr>
              <a:t>The Solution</a:t>
            </a:r>
          </a:p>
        </p:txBody>
      </p:sp>
      <p:sp>
        <p:nvSpPr>
          <p:cNvPr id="7" name="Rectangle 6"/>
          <p:cNvSpPr/>
          <p:nvPr/>
        </p:nvSpPr>
        <p:spPr>
          <a:xfrm>
            <a:off x="5334000" y="0"/>
            <a:ext cx="6858000" cy="3835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p:cNvSpPr txBox="1"/>
          <p:nvPr/>
        </p:nvSpPr>
        <p:spPr>
          <a:xfrm>
            <a:off x="666923" y="1667014"/>
            <a:ext cx="1247457" cy="707886"/>
          </a:xfrm>
          <a:prstGeom prst="rect">
            <a:avLst/>
          </a:prstGeom>
          <a:noFill/>
        </p:spPr>
        <p:txBody>
          <a:bodyPr wrap="none" rtlCol="0">
            <a:spAutoFit/>
          </a:bodyPr>
          <a:lstStyle/>
          <a:p>
            <a:r>
              <a:rPr lang="en-GB" sz="2000" b="1">
                <a:latin typeface="Open Sans" panose="020B0606030504020204" pitchFamily="34" charset="0"/>
                <a:ea typeface="Open Sans" panose="020B0606030504020204" pitchFamily="34" charset="0"/>
                <a:cs typeface="Open Sans" panose="020B0606030504020204" pitchFamily="34" charset="0"/>
              </a:rPr>
              <a:t>Our</a:t>
            </a:r>
          </a:p>
          <a:p>
            <a:r>
              <a:rPr lang="en-GB" sz="2000" b="1">
                <a:latin typeface="Open Sans" panose="020B0606030504020204" pitchFamily="34" charset="0"/>
                <a:ea typeface="Open Sans" panose="020B0606030504020204" pitchFamily="34" charset="0"/>
                <a:cs typeface="Open Sans" panose="020B0606030504020204" pitchFamily="34" charset="0"/>
              </a:rPr>
              <a:t>Solution</a:t>
            </a:r>
          </a:p>
        </p:txBody>
      </p:sp>
      <p:cxnSp>
        <p:nvCxnSpPr>
          <p:cNvPr id="15" name="Straight Connector 14"/>
          <p:cNvCxnSpPr/>
          <p:nvPr/>
        </p:nvCxnSpPr>
        <p:spPr>
          <a:xfrm>
            <a:off x="2016918" y="2020957"/>
            <a:ext cx="1004426" cy="0"/>
          </a:xfrm>
          <a:prstGeom prst="line">
            <a:avLst/>
          </a:prstGeom>
          <a:ln w="31750">
            <a:solidFill>
              <a:schemeClr val="accent2"/>
            </a:solidFill>
          </a:ln>
        </p:spPr>
        <p:style>
          <a:lnRef idx="1">
            <a:schemeClr val="accent1"/>
          </a:lnRef>
          <a:fillRef idx="0">
            <a:schemeClr val="accent1"/>
          </a:fillRef>
          <a:effectRef idx="0">
            <a:schemeClr val="accent1"/>
          </a:effectRef>
          <a:fontRef idx="minor">
            <a:schemeClr val="tx1"/>
          </a:fontRef>
        </p:style>
      </p:cxnSp>
      <p:sp>
        <p:nvSpPr>
          <p:cNvPr id="16" name="Title 1"/>
          <p:cNvSpPr txBox="1">
            <a:spLocks/>
          </p:cNvSpPr>
          <p:nvPr/>
        </p:nvSpPr>
        <p:spPr>
          <a:xfrm>
            <a:off x="666923" y="2483446"/>
            <a:ext cx="4044777" cy="1188898"/>
          </a:xfrm>
          <a:prstGeom prst="rect">
            <a:avLst/>
          </a:prstGeom>
        </p:spPr>
        <p:txBody>
          <a:bodyP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lnSpc>
                <a:spcPts val="1800"/>
              </a:lnSpc>
            </a:pPr>
            <a:r>
              <a:rPr lang="en-US" sz="1000">
                <a:latin typeface="Open Sans" panose="020B0606030504020204" pitchFamily="34" charset="0"/>
                <a:ea typeface="Open Sans" panose="020B0606030504020204" pitchFamily="34" charset="0"/>
                <a:cs typeface="Open Sans" panose="020B0606030504020204" pitchFamily="34" charset="0"/>
              </a:rPr>
              <a:t>Authoritatively fashion proactive architectures</a:t>
            </a:r>
          </a:p>
          <a:p>
            <a:pPr algn="l">
              <a:lnSpc>
                <a:spcPts val="1800"/>
              </a:lnSpc>
            </a:pPr>
            <a:r>
              <a:rPr lang="en-US" sz="1000">
                <a:latin typeface="Open Sans" panose="020B0606030504020204" pitchFamily="34" charset="0"/>
                <a:ea typeface="Open Sans" panose="020B0606030504020204" pitchFamily="34" charset="0"/>
                <a:cs typeface="Open Sans" panose="020B0606030504020204" pitchFamily="34" charset="0"/>
              </a:rPr>
              <a:t>too proactive architectures. </a:t>
            </a:r>
            <a:r>
              <a:rPr lang="en-US" sz="10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there business corporate thinking </a:t>
            </a:r>
          </a:p>
          <a:p>
            <a:pPr algn="l">
              <a:lnSpc>
                <a:spcPts val="1800"/>
              </a:lnSpc>
            </a:pPr>
            <a:r>
              <a:rPr lang="en-US" sz="10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fashion architectures presentation without fashion too</a:t>
            </a:r>
          </a:p>
          <a:p>
            <a:pPr algn="l">
              <a:lnSpc>
                <a:spcPts val="1800"/>
              </a:lnSpc>
            </a:pPr>
            <a:r>
              <a:rPr lang="en-US" sz="10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architectures without</a:t>
            </a:r>
          </a:p>
        </p:txBody>
      </p:sp>
      <p:sp>
        <p:nvSpPr>
          <p:cNvPr id="17" name="TextBox 16"/>
          <p:cNvSpPr txBox="1"/>
          <p:nvPr/>
        </p:nvSpPr>
        <p:spPr>
          <a:xfrm>
            <a:off x="1258395" y="4033847"/>
            <a:ext cx="1075936" cy="292388"/>
          </a:xfrm>
          <a:prstGeom prst="rect">
            <a:avLst/>
          </a:prstGeom>
          <a:noFill/>
        </p:spPr>
        <p:txBody>
          <a:bodyPr wrap="none" rtlCol="0">
            <a:spAutoFit/>
          </a:bodyPr>
          <a:lstStyle/>
          <a:p>
            <a:r>
              <a:rPr lang="en-US" sz="1300">
                <a:latin typeface="Open Sans" panose="020B0606030504020204" pitchFamily="34" charset="0"/>
                <a:ea typeface="Open Sans" panose="020B0606030504020204" pitchFamily="34" charset="0"/>
                <a:cs typeface="Open Sans" panose="020B0606030504020204" pitchFamily="34" charset="0"/>
              </a:rPr>
              <a:t>Description</a:t>
            </a:r>
          </a:p>
        </p:txBody>
      </p:sp>
      <p:sp>
        <p:nvSpPr>
          <p:cNvPr id="18" name="TextBox 17"/>
          <p:cNvSpPr txBox="1"/>
          <p:nvPr/>
        </p:nvSpPr>
        <p:spPr>
          <a:xfrm>
            <a:off x="642343" y="4001246"/>
            <a:ext cx="569388" cy="630942"/>
          </a:xfrm>
          <a:prstGeom prst="rect">
            <a:avLst/>
          </a:prstGeom>
          <a:noFill/>
        </p:spPr>
        <p:txBody>
          <a:bodyPr wrap="none" rtlCol="0">
            <a:spAutoFit/>
          </a:bodyPr>
          <a:lstStyle/>
          <a:p>
            <a:pPr algn="r"/>
            <a:r>
              <a:rPr lang="en-US" sz="3500" b="1">
                <a:solidFill>
                  <a:srgbClr val="D7D9E1"/>
                </a:solidFill>
                <a:latin typeface="Open Sans" panose="020B0606030504020204" pitchFamily="34" charset="0"/>
                <a:ea typeface="Open Sans" panose="020B0606030504020204" pitchFamily="34" charset="0"/>
                <a:cs typeface="Open Sans" panose="020B0606030504020204" pitchFamily="34" charset="0"/>
              </a:rPr>
              <a:t>1.</a:t>
            </a:r>
          </a:p>
        </p:txBody>
      </p:sp>
      <p:sp>
        <p:nvSpPr>
          <p:cNvPr id="19" name="TextBox 18"/>
          <p:cNvSpPr txBox="1"/>
          <p:nvPr/>
        </p:nvSpPr>
        <p:spPr>
          <a:xfrm>
            <a:off x="1258395" y="5170193"/>
            <a:ext cx="1075936" cy="292388"/>
          </a:xfrm>
          <a:prstGeom prst="rect">
            <a:avLst/>
          </a:prstGeom>
          <a:noFill/>
        </p:spPr>
        <p:txBody>
          <a:bodyPr wrap="none" rtlCol="0">
            <a:spAutoFit/>
          </a:bodyPr>
          <a:lstStyle/>
          <a:p>
            <a:r>
              <a:rPr lang="en-US" sz="1300">
                <a:latin typeface="Open Sans" panose="020B0606030504020204" pitchFamily="34" charset="0"/>
                <a:ea typeface="Open Sans" panose="020B0606030504020204" pitchFamily="34" charset="0"/>
                <a:cs typeface="Open Sans" panose="020B0606030504020204" pitchFamily="34" charset="0"/>
              </a:rPr>
              <a:t>Description</a:t>
            </a:r>
          </a:p>
        </p:txBody>
      </p:sp>
      <p:sp>
        <p:nvSpPr>
          <p:cNvPr id="20" name="TextBox 19"/>
          <p:cNvSpPr txBox="1"/>
          <p:nvPr/>
        </p:nvSpPr>
        <p:spPr>
          <a:xfrm>
            <a:off x="621505" y="5137592"/>
            <a:ext cx="590226" cy="630942"/>
          </a:xfrm>
          <a:prstGeom prst="rect">
            <a:avLst/>
          </a:prstGeom>
          <a:noFill/>
        </p:spPr>
        <p:txBody>
          <a:bodyPr wrap="none" rtlCol="0">
            <a:spAutoFit/>
          </a:bodyPr>
          <a:lstStyle/>
          <a:p>
            <a:pPr algn="r"/>
            <a:r>
              <a:rPr lang="en-US" sz="3500" b="1">
                <a:solidFill>
                  <a:srgbClr val="D7D9E1"/>
                </a:solidFill>
                <a:latin typeface="Open Sans" panose="020B0606030504020204" pitchFamily="34" charset="0"/>
                <a:ea typeface="Open Sans" panose="020B0606030504020204" pitchFamily="34" charset="0"/>
                <a:cs typeface="Open Sans" panose="020B0606030504020204" pitchFamily="34" charset="0"/>
              </a:rPr>
              <a:t>2.</a:t>
            </a:r>
          </a:p>
        </p:txBody>
      </p:sp>
      <p:sp>
        <p:nvSpPr>
          <p:cNvPr id="21" name="TextBox 20">
            <a:extLst>
              <a:ext uri="{FF2B5EF4-FFF2-40B4-BE49-F238E27FC236}">
                <a16:creationId xmlns:a16="http://schemas.microsoft.com/office/drawing/2014/main" id="{71531515-C2E7-1A5A-8FA5-9D3D2125F507}"/>
              </a:ext>
            </a:extLst>
          </p:cNvPr>
          <p:cNvSpPr txBox="1"/>
          <p:nvPr/>
        </p:nvSpPr>
        <p:spPr>
          <a:xfrm>
            <a:off x="1258394" y="4270386"/>
            <a:ext cx="2488106" cy="669414"/>
          </a:xfrm>
          <a:prstGeom prst="rect">
            <a:avLst/>
          </a:prstGeom>
          <a:noFill/>
        </p:spPr>
        <p:txBody>
          <a:bodyPr wrap="square" rtlCol="0">
            <a:spAutoFit/>
          </a:bodyPr>
          <a:lstStyle/>
          <a:p>
            <a:pPr>
              <a:lnSpc>
                <a:spcPts val="1500"/>
              </a:lnSpc>
            </a:pPr>
            <a:r>
              <a:rPr lang="en-US" sz="9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document or a typeface placeholder Relying meaningful content sit lorem user dolor commonly sit used.</a:t>
            </a:r>
          </a:p>
        </p:txBody>
      </p:sp>
      <p:sp>
        <p:nvSpPr>
          <p:cNvPr id="22" name="TextBox 21">
            <a:extLst>
              <a:ext uri="{FF2B5EF4-FFF2-40B4-BE49-F238E27FC236}">
                <a16:creationId xmlns:a16="http://schemas.microsoft.com/office/drawing/2014/main" id="{71531515-C2E7-1A5A-8FA5-9D3D2125F507}"/>
              </a:ext>
            </a:extLst>
          </p:cNvPr>
          <p:cNvSpPr txBox="1"/>
          <p:nvPr/>
        </p:nvSpPr>
        <p:spPr>
          <a:xfrm>
            <a:off x="1258394" y="5406732"/>
            <a:ext cx="2488106" cy="669414"/>
          </a:xfrm>
          <a:prstGeom prst="rect">
            <a:avLst/>
          </a:prstGeom>
          <a:noFill/>
        </p:spPr>
        <p:txBody>
          <a:bodyPr wrap="square" rtlCol="0">
            <a:spAutoFit/>
          </a:bodyPr>
          <a:lstStyle/>
          <a:p>
            <a:pPr>
              <a:lnSpc>
                <a:spcPts val="1500"/>
              </a:lnSpc>
            </a:pPr>
            <a:r>
              <a:rPr lang="en-US" sz="9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document or a typeface placeholder Relying meaningful content sit lorem user dolor commonly sit used.</a:t>
            </a:r>
          </a:p>
        </p:txBody>
      </p:sp>
      <p:sp>
        <p:nvSpPr>
          <p:cNvPr id="23" name="Rectangle 22"/>
          <p:cNvSpPr/>
          <p:nvPr/>
        </p:nvSpPr>
        <p:spPr>
          <a:xfrm>
            <a:off x="5334000" y="4535146"/>
            <a:ext cx="5780889" cy="1598954"/>
          </a:xfrm>
          <a:prstGeom prst="rect">
            <a:avLst/>
          </a:prstGeom>
          <a:solidFill>
            <a:srgbClr val="FF9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Subtitle 2"/>
          <p:cNvSpPr txBox="1">
            <a:spLocks/>
          </p:cNvSpPr>
          <p:nvPr/>
        </p:nvSpPr>
        <p:spPr>
          <a:xfrm>
            <a:off x="5562654" y="4792679"/>
            <a:ext cx="2118069" cy="81857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en-US" sz="1400" b="1">
                <a:solidFill>
                  <a:schemeClr val="bg1"/>
                </a:solidFill>
                <a:latin typeface="Open Sans" panose="020B0606030504020204" pitchFamily="34" charset="0"/>
                <a:ea typeface="Open Sans" panose="020B0606030504020204" pitchFamily="34" charset="0"/>
                <a:cs typeface="Open Sans" panose="020B0606030504020204" pitchFamily="34" charset="0"/>
              </a:rPr>
              <a:t>Solutions as </a:t>
            </a:r>
          </a:p>
          <a:p>
            <a:pPr marL="0" indent="0">
              <a:lnSpc>
                <a:spcPct val="100000"/>
              </a:lnSpc>
              <a:spcBef>
                <a:spcPts val="0"/>
              </a:spcBef>
              <a:buNone/>
            </a:pPr>
            <a:r>
              <a:rPr lang="en-US" sz="1400" b="1">
                <a:solidFill>
                  <a:schemeClr val="bg1"/>
                </a:solidFill>
                <a:latin typeface="Open Sans" panose="020B0606030504020204" pitchFamily="34" charset="0"/>
                <a:ea typeface="Open Sans" panose="020B0606030504020204" pitchFamily="34" charset="0"/>
                <a:cs typeface="Open Sans" panose="020B0606030504020204" pitchFamily="34" charset="0"/>
              </a:rPr>
              <a:t>Part of our Strategy</a:t>
            </a:r>
          </a:p>
          <a:p>
            <a:pPr marL="0" indent="0">
              <a:lnSpc>
                <a:spcPct val="100000"/>
              </a:lnSpc>
              <a:spcBef>
                <a:spcPts val="0"/>
              </a:spcBef>
              <a:buNone/>
            </a:pPr>
            <a:r>
              <a:rPr lang="en-US" sz="1400" b="1">
                <a:solidFill>
                  <a:schemeClr val="bg1"/>
                </a:solidFill>
                <a:latin typeface="Open Sans" panose="020B0606030504020204" pitchFamily="34" charset="0"/>
                <a:ea typeface="Open Sans" panose="020B0606030504020204" pitchFamily="34" charset="0"/>
                <a:cs typeface="Open Sans" panose="020B0606030504020204" pitchFamily="34" charset="0"/>
              </a:rPr>
              <a:t>Management </a:t>
            </a:r>
          </a:p>
        </p:txBody>
      </p:sp>
      <p:sp>
        <p:nvSpPr>
          <p:cNvPr id="25" name="Subtitle 2"/>
          <p:cNvSpPr txBox="1">
            <a:spLocks/>
          </p:cNvSpPr>
          <p:nvPr/>
        </p:nvSpPr>
        <p:spPr>
          <a:xfrm>
            <a:off x="8204516" y="4792679"/>
            <a:ext cx="2769586" cy="94542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ts val="1600"/>
              </a:lnSpc>
              <a:spcBef>
                <a:spcPts val="0"/>
              </a:spcBef>
              <a:buNone/>
            </a:pPr>
            <a:r>
              <a:rPr lang="en-US" sz="950">
                <a:solidFill>
                  <a:schemeClr val="bg1"/>
                </a:solidFill>
                <a:latin typeface="Open Sans" panose="020B0606030504020204" pitchFamily="34" charset="0"/>
                <a:ea typeface="Open Sans" panose="020B0606030504020204" pitchFamily="34" charset="0"/>
                <a:cs typeface="Open Sans" panose="020B0606030504020204" pitchFamily="34" charset="0"/>
              </a:rPr>
              <a:t>Lorem ipsum dolor sit amet, consectetur adipisicing elit, sed do eiusmod tempor incididunt  labore et dolore magna aqua. enim culpa official qui. </a:t>
            </a:r>
          </a:p>
        </p:txBody>
      </p:sp>
      <p:cxnSp>
        <p:nvCxnSpPr>
          <p:cNvPr id="26" name="Straight Connector 25"/>
          <p:cNvCxnSpPr/>
          <p:nvPr/>
        </p:nvCxnSpPr>
        <p:spPr>
          <a:xfrm>
            <a:off x="7651046" y="4933879"/>
            <a:ext cx="449537"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2" name="Picture Placeholder 1"/>
          <p:cNvSpPr>
            <a:spLocks noGrp="1"/>
          </p:cNvSpPr>
          <p:nvPr>
            <p:ph type="pic" sz="quarter" idx="14"/>
          </p:nvPr>
        </p:nvSpPr>
        <p:spPr/>
        <p:txBody>
          <a:bodyPr/>
          <a:lstStyle/>
          <a:p>
            <a:endParaRPr lang="es-CO"/>
          </a:p>
        </p:txBody>
      </p:sp>
      <p:sp>
        <p:nvSpPr>
          <p:cNvPr id="5" name="Rectangle 4"/>
          <p:cNvSpPr/>
          <p:nvPr/>
        </p:nvSpPr>
        <p:spPr>
          <a:xfrm>
            <a:off x="5334000" y="2209007"/>
            <a:ext cx="1594022" cy="1626393"/>
          </a:xfrm>
          <a:prstGeom prst="rect">
            <a:avLst/>
          </a:prstGeom>
          <a:solidFill>
            <a:srgbClr val="605F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11"/>
          <p:cNvSpPr>
            <a:spLocks noEditPoints="1"/>
          </p:cNvSpPr>
          <p:nvPr/>
        </p:nvSpPr>
        <p:spPr bwMode="auto">
          <a:xfrm>
            <a:off x="5663101" y="2556251"/>
            <a:ext cx="935820" cy="931904"/>
          </a:xfrm>
          <a:custGeom>
            <a:avLst/>
            <a:gdLst>
              <a:gd name="T0" fmla="*/ 841 w 1402"/>
              <a:gd name="T1" fmla="*/ 49 h 1398"/>
              <a:gd name="T2" fmla="*/ 945 w 1402"/>
              <a:gd name="T3" fmla="*/ 217 h 1398"/>
              <a:gd name="T4" fmla="*/ 968 w 1402"/>
              <a:gd name="T5" fmla="*/ 124 h 1398"/>
              <a:gd name="T6" fmla="*/ 579 w 1402"/>
              <a:gd name="T7" fmla="*/ 132 h 1398"/>
              <a:gd name="T8" fmla="*/ 523 w 1402"/>
              <a:gd name="T9" fmla="*/ 71 h 1398"/>
              <a:gd name="T10" fmla="*/ 673 w 1402"/>
              <a:gd name="T11" fmla="*/ 103 h 1398"/>
              <a:gd name="T12" fmla="*/ 699 w 1402"/>
              <a:gd name="T13" fmla="*/ 0 h 1398"/>
              <a:gd name="T14" fmla="*/ 1023 w 1402"/>
              <a:gd name="T15" fmla="*/ 401 h 1398"/>
              <a:gd name="T16" fmla="*/ 1126 w 1402"/>
              <a:gd name="T17" fmla="*/ 427 h 1398"/>
              <a:gd name="T18" fmla="*/ 992 w 1402"/>
              <a:gd name="T19" fmla="*/ 303 h 1398"/>
              <a:gd name="T20" fmla="*/ 1045 w 1402"/>
              <a:gd name="T21" fmla="*/ 256 h 1398"/>
              <a:gd name="T22" fmla="*/ 992 w 1402"/>
              <a:gd name="T23" fmla="*/ 551 h 1398"/>
              <a:gd name="T24" fmla="*/ 1069 w 1402"/>
              <a:gd name="T25" fmla="*/ 555 h 1398"/>
              <a:gd name="T26" fmla="*/ 1191 w 1402"/>
              <a:gd name="T27" fmla="*/ 1116 h 1398"/>
              <a:gd name="T28" fmla="*/ 1243 w 1402"/>
              <a:gd name="T29" fmla="*/ 1127 h 1398"/>
              <a:gd name="T30" fmla="*/ 336 w 1402"/>
              <a:gd name="T31" fmla="*/ 776 h 1398"/>
              <a:gd name="T32" fmla="*/ 364 w 1402"/>
              <a:gd name="T33" fmla="*/ 725 h 1398"/>
              <a:gd name="T34" fmla="*/ 401 w 1402"/>
              <a:gd name="T35" fmla="*/ 427 h 1398"/>
              <a:gd name="T36" fmla="*/ 272 w 1402"/>
              <a:gd name="T37" fmla="*/ 427 h 1398"/>
              <a:gd name="T38" fmla="*/ 486 w 1402"/>
              <a:gd name="T39" fmla="*/ 178 h 1398"/>
              <a:gd name="T40" fmla="*/ 398 w 1402"/>
              <a:gd name="T41" fmla="*/ 161 h 1398"/>
              <a:gd name="T42" fmla="*/ 1210 w 1402"/>
              <a:gd name="T43" fmla="*/ 725 h 1398"/>
              <a:gd name="T44" fmla="*/ 844 w 1402"/>
              <a:gd name="T45" fmla="*/ 656 h 1398"/>
              <a:gd name="T46" fmla="*/ 559 w 1402"/>
              <a:gd name="T47" fmla="*/ 660 h 1398"/>
              <a:gd name="T48" fmla="*/ 441 w 1402"/>
              <a:gd name="T49" fmla="*/ 750 h 1398"/>
              <a:gd name="T50" fmla="*/ 643 w 1402"/>
              <a:gd name="T51" fmla="*/ 783 h 1398"/>
              <a:gd name="T52" fmla="*/ 79 w 1402"/>
              <a:gd name="T53" fmla="*/ 931 h 1398"/>
              <a:gd name="T54" fmla="*/ 258 w 1402"/>
              <a:gd name="T55" fmla="*/ 751 h 1398"/>
              <a:gd name="T56" fmla="*/ 6 w 1402"/>
              <a:gd name="T57" fmla="*/ 942 h 1398"/>
              <a:gd name="T58" fmla="*/ 156 w 1402"/>
              <a:gd name="T59" fmla="*/ 985 h 1398"/>
              <a:gd name="T60" fmla="*/ 1108 w 1402"/>
              <a:gd name="T61" fmla="*/ 1398 h 1398"/>
              <a:gd name="T62" fmla="*/ 1191 w 1402"/>
              <a:gd name="T63" fmla="*/ 1260 h 1398"/>
              <a:gd name="T64" fmla="*/ 726 w 1402"/>
              <a:gd name="T65" fmla="*/ 829 h 1398"/>
              <a:gd name="T66" fmla="*/ 1190 w 1402"/>
              <a:gd name="T67" fmla="*/ 984 h 1398"/>
              <a:gd name="T68" fmla="*/ 1396 w 1402"/>
              <a:gd name="T69" fmla="*/ 970 h 1398"/>
              <a:gd name="T70" fmla="*/ 489 w 1402"/>
              <a:gd name="T71" fmla="*/ 362 h 1398"/>
              <a:gd name="T72" fmla="*/ 778 w 1402"/>
              <a:gd name="T73" fmla="*/ 627 h 1398"/>
              <a:gd name="T74" fmla="*/ 792 w 1402"/>
              <a:gd name="T75" fmla="*/ 350 h 1398"/>
              <a:gd name="T76" fmla="*/ 673 w 1402"/>
              <a:gd name="T77" fmla="*/ 452 h 1398"/>
              <a:gd name="T78" fmla="*/ 534 w 1402"/>
              <a:gd name="T79" fmla="*/ 438 h 1398"/>
              <a:gd name="T80" fmla="*/ 778 w 1402"/>
              <a:gd name="T81" fmla="*/ 452 h 1398"/>
              <a:gd name="T82" fmla="*/ 778 w 1402"/>
              <a:gd name="T83" fmla="*/ 452 h 1398"/>
              <a:gd name="T84" fmla="*/ 675 w 1402"/>
              <a:gd name="T85" fmla="*/ 506 h 1398"/>
              <a:gd name="T86" fmla="*/ 585 w 1402"/>
              <a:gd name="T87" fmla="*/ 428 h 1398"/>
              <a:gd name="T88" fmla="*/ 293 w 1402"/>
              <a:gd name="T89" fmla="*/ 1346 h 1398"/>
              <a:gd name="T90" fmla="*/ 227 w 1402"/>
              <a:gd name="T91" fmla="*/ 984 h 1398"/>
              <a:gd name="T92" fmla="*/ 672 w 1402"/>
              <a:gd name="T93" fmla="*/ 1346 h 1398"/>
              <a:gd name="T94" fmla="*/ 776 w 1402"/>
              <a:gd name="T95" fmla="*/ 724 h 1398"/>
              <a:gd name="T96" fmla="*/ 862 w 1402"/>
              <a:gd name="T97" fmla="*/ 924 h 1398"/>
              <a:gd name="T98" fmla="*/ 1189 w 1402"/>
              <a:gd name="T99" fmla="*/ 776 h 1398"/>
              <a:gd name="T100" fmla="*/ 408 w 1402"/>
              <a:gd name="T101" fmla="*/ 561 h 1398"/>
              <a:gd name="T102" fmla="*/ 377 w 1402"/>
              <a:gd name="T103" fmla="*/ 589 h 1398"/>
              <a:gd name="T104" fmla="*/ 407 w 1402"/>
              <a:gd name="T105" fmla="*/ 303 h 1398"/>
              <a:gd name="T106" fmla="*/ 329 w 1402"/>
              <a:gd name="T107" fmla="*/ 299 h 13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402" h="1398">
                <a:moveTo>
                  <a:pt x="823" y="135"/>
                </a:moveTo>
                <a:cubicBezTo>
                  <a:pt x="835" y="139"/>
                  <a:pt x="846" y="135"/>
                  <a:pt x="852" y="124"/>
                </a:cubicBezTo>
                <a:cubicBezTo>
                  <a:pt x="859" y="110"/>
                  <a:pt x="866" y="95"/>
                  <a:pt x="870" y="79"/>
                </a:cubicBezTo>
                <a:cubicBezTo>
                  <a:pt x="875" y="63"/>
                  <a:pt x="862" y="49"/>
                  <a:pt x="841" y="49"/>
                </a:cubicBezTo>
                <a:cubicBezTo>
                  <a:pt x="838" y="50"/>
                  <a:pt x="829" y="53"/>
                  <a:pt x="826" y="58"/>
                </a:cubicBezTo>
                <a:cubicBezTo>
                  <a:pt x="818" y="74"/>
                  <a:pt x="811" y="90"/>
                  <a:pt x="806" y="107"/>
                </a:cubicBezTo>
                <a:cubicBezTo>
                  <a:pt x="802" y="120"/>
                  <a:pt x="810" y="130"/>
                  <a:pt x="823" y="135"/>
                </a:cubicBezTo>
                <a:close/>
                <a:moveTo>
                  <a:pt x="945" y="217"/>
                </a:moveTo>
                <a:cubicBezTo>
                  <a:pt x="965" y="199"/>
                  <a:pt x="983" y="180"/>
                  <a:pt x="1001" y="161"/>
                </a:cubicBezTo>
                <a:cubicBezTo>
                  <a:pt x="1006" y="157"/>
                  <a:pt x="1007" y="150"/>
                  <a:pt x="1012" y="142"/>
                </a:cubicBezTo>
                <a:cubicBezTo>
                  <a:pt x="1006" y="135"/>
                  <a:pt x="1001" y="124"/>
                  <a:pt x="994" y="121"/>
                </a:cubicBezTo>
                <a:cubicBezTo>
                  <a:pt x="987" y="118"/>
                  <a:pt x="973" y="119"/>
                  <a:pt x="968" y="124"/>
                </a:cubicBezTo>
                <a:cubicBezTo>
                  <a:pt x="947" y="142"/>
                  <a:pt x="928" y="162"/>
                  <a:pt x="909" y="182"/>
                </a:cubicBezTo>
                <a:cubicBezTo>
                  <a:pt x="899" y="192"/>
                  <a:pt x="901" y="207"/>
                  <a:pt x="910" y="217"/>
                </a:cubicBezTo>
                <a:cubicBezTo>
                  <a:pt x="920" y="226"/>
                  <a:pt x="935" y="227"/>
                  <a:pt x="945" y="217"/>
                </a:cubicBezTo>
                <a:close/>
                <a:moveTo>
                  <a:pt x="579" y="132"/>
                </a:moveTo>
                <a:cubicBezTo>
                  <a:pt x="591" y="129"/>
                  <a:pt x="596" y="117"/>
                  <a:pt x="593" y="105"/>
                </a:cubicBezTo>
                <a:cubicBezTo>
                  <a:pt x="588" y="90"/>
                  <a:pt x="582" y="74"/>
                  <a:pt x="574" y="60"/>
                </a:cubicBezTo>
                <a:cubicBezTo>
                  <a:pt x="569" y="50"/>
                  <a:pt x="557" y="45"/>
                  <a:pt x="547" y="50"/>
                </a:cubicBezTo>
                <a:cubicBezTo>
                  <a:pt x="538" y="54"/>
                  <a:pt x="532" y="63"/>
                  <a:pt x="523" y="71"/>
                </a:cubicBezTo>
                <a:cubicBezTo>
                  <a:pt x="533" y="93"/>
                  <a:pt x="541" y="112"/>
                  <a:pt x="552" y="129"/>
                </a:cubicBezTo>
                <a:cubicBezTo>
                  <a:pt x="555" y="134"/>
                  <a:pt x="571" y="135"/>
                  <a:pt x="579" y="132"/>
                </a:cubicBezTo>
                <a:close/>
                <a:moveTo>
                  <a:pt x="673" y="99"/>
                </a:moveTo>
                <a:cubicBezTo>
                  <a:pt x="673" y="101"/>
                  <a:pt x="673" y="102"/>
                  <a:pt x="673" y="103"/>
                </a:cubicBezTo>
                <a:cubicBezTo>
                  <a:pt x="675" y="118"/>
                  <a:pt x="684" y="129"/>
                  <a:pt x="698" y="129"/>
                </a:cubicBezTo>
                <a:cubicBezTo>
                  <a:pt x="713" y="130"/>
                  <a:pt x="725" y="119"/>
                  <a:pt x="725" y="103"/>
                </a:cubicBezTo>
                <a:cubicBezTo>
                  <a:pt x="726" y="77"/>
                  <a:pt x="726" y="52"/>
                  <a:pt x="725" y="27"/>
                </a:cubicBezTo>
                <a:cubicBezTo>
                  <a:pt x="725" y="10"/>
                  <a:pt x="713" y="0"/>
                  <a:pt x="699" y="0"/>
                </a:cubicBezTo>
                <a:cubicBezTo>
                  <a:pt x="684" y="1"/>
                  <a:pt x="674" y="11"/>
                  <a:pt x="674" y="27"/>
                </a:cubicBezTo>
                <a:cubicBezTo>
                  <a:pt x="673" y="39"/>
                  <a:pt x="673" y="51"/>
                  <a:pt x="673" y="64"/>
                </a:cubicBezTo>
                <a:cubicBezTo>
                  <a:pt x="673" y="76"/>
                  <a:pt x="673" y="88"/>
                  <a:pt x="673" y="99"/>
                </a:cubicBezTo>
                <a:close/>
                <a:moveTo>
                  <a:pt x="1023" y="401"/>
                </a:moveTo>
                <a:cubicBezTo>
                  <a:pt x="1008" y="402"/>
                  <a:pt x="997" y="413"/>
                  <a:pt x="997" y="427"/>
                </a:cubicBezTo>
                <a:cubicBezTo>
                  <a:pt x="997" y="441"/>
                  <a:pt x="1008" y="452"/>
                  <a:pt x="1023" y="453"/>
                </a:cubicBezTo>
                <a:cubicBezTo>
                  <a:pt x="1049" y="453"/>
                  <a:pt x="1075" y="453"/>
                  <a:pt x="1101" y="453"/>
                </a:cubicBezTo>
                <a:cubicBezTo>
                  <a:pt x="1116" y="452"/>
                  <a:pt x="1126" y="441"/>
                  <a:pt x="1126" y="427"/>
                </a:cubicBezTo>
                <a:cubicBezTo>
                  <a:pt x="1126" y="413"/>
                  <a:pt x="1116" y="402"/>
                  <a:pt x="1101" y="401"/>
                </a:cubicBezTo>
                <a:cubicBezTo>
                  <a:pt x="1088" y="401"/>
                  <a:pt x="1076" y="401"/>
                  <a:pt x="1063" y="401"/>
                </a:cubicBezTo>
                <a:cubicBezTo>
                  <a:pt x="1050" y="401"/>
                  <a:pt x="1036" y="401"/>
                  <a:pt x="1023" y="401"/>
                </a:cubicBezTo>
                <a:close/>
                <a:moveTo>
                  <a:pt x="992" y="303"/>
                </a:moveTo>
                <a:cubicBezTo>
                  <a:pt x="995" y="315"/>
                  <a:pt x="1004" y="321"/>
                  <a:pt x="1023" y="321"/>
                </a:cubicBezTo>
                <a:cubicBezTo>
                  <a:pt x="1035" y="316"/>
                  <a:pt x="1054" y="309"/>
                  <a:pt x="1070" y="299"/>
                </a:cubicBezTo>
                <a:cubicBezTo>
                  <a:pt x="1080" y="292"/>
                  <a:pt x="1081" y="280"/>
                  <a:pt x="1074" y="268"/>
                </a:cubicBezTo>
                <a:cubicBezTo>
                  <a:pt x="1068" y="257"/>
                  <a:pt x="1057" y="253"/>
                  <a:pt x="1045" y="256"/>
                </a:cubicBezTo>
                <a:cubicBezTo>
                  <a:pt x="1031" y="261"/>
                  <a:pt x="1017" y="267"/>
                  <a:pt x="1004" y="274"/>
                </a:cubicBezTo>
                <a:cubicBezTo>
                  <a:pt x="992" y="280"/>
                  <a:pt x="988" y="290"/>
                  <a:pt x="992" y="303"/>
                </a:cubicBezTo>
                <a:close/>
                <a:moveTo>
                  <a:pt x="1018" y="534"/>
                </a:moveTo>
                <a:cubicBezTo>
                  <a:pt x="1006" y="530"/>
                  <a:pt x="996" y="539"/>
                  <a:pt x="992" y="551"/>
                </a:cubicBezTo>
                <a:cubicBezTo>
                  <a:pt x="988" y="563"/>
                  <a:pt x="992" y="574"/>
                  <a:pt x="1003" y="580"/>
                </a:cubicBezTo>
                <a:cubicBezTo>
                  <a:pt x="1017" y="587"/>
                  <a:pt x="1031" y="593"/>
                  <a:pt x="1046" y="598"/>
                </a:cubicBezTo>
                <a:cubicBezTo>
                  <a:pt x="1062" y="603"/>
                  <a:pt x="1078" y="590"/>
                  <a:pt x="1078" y="569"/>
                </a:cubicBezTo>
                <a:cubicBezTo>
                  <a:pt x="1076" y="566"/>
                  <a:pt x="1074" y="558"/>
                  <a:pt x="1069" y="555"/>
                </a:cubicBezTo>
                <a:cubicBezTo>
                  <a:pt x="1053" y="547"/>
                  <a:pt x="1036" y="539"/>
                  <a:pt x="1018" y="534"/>
                </a:cubicBezTo>
                <a:close/>
                <a:moveTo>
                  <a:pt x="1243" y="1115"/>
                </a:moveTo>
                <a:cubicBezTo>
                  <a:pt x="1242" y="1099"/>
                  <a:pt x="1232" y="1088"/>
                  <a:pt x="1218" y="1087"/>
                </a:cubicBezTo>
                <a:cubicBezTo>
                  <a:pt x="1202" y="1087"/>
                  <a:pt x="1192" y="1099"/>
                  <a:pt x="1191" y="1116"/>
                </a:cubicBezTo>
                <a:cubicBezTo>
                  <a:pt x="1191" y="1123"/>
                  <a:pt x="1191" y="1130"/>
                  <a:pt x="1191" y="1137"/>
                </a:cubicBezTo>
                <a:cubicBezTo>
                  <a:pt x="1192" y="1154"/>
                  <a:pt x="1202" y="1165"/>
                  <a:pt x="1217" y="1165"/>
                </a:cubicBezTo>
                <a:cubicBezTo>
                  <a:pt x="1232" y="1165"/>
                  <a:pt x="1242" y="1154"/>
                  <a:pt x="1243" y="1136"/>
                </a:cubicBezTo>
                <a:cubicBezTo>
                  <a:pt x="1243" y="1133"/>
                  <a:pt x="1243" y="1130"/>
                  <a:pt x="1243" y="1127"/>
                </a:cubicBezTo>
                <a:cubicBezTo>
                  <a:pt x="1243" y="1123"/>
                  <a:pt x="1243" y="1119"/>
                  <a:pt x="1243" y="1115"/>
                </a:cubicBezTo>
                <a:close/>
                <a:moveTo>
                  <a:pt x="335" y="725"/>
                </a:moveTo>
                <a:cubicBezTo>
                  <a:pt x="321" y="726"/>
                  <a:pt x="311" y="738"/>
                  <a:pt x="311" y="751"/>
                </a:cubicBezTo>
                <a:cubicBezTo>
                  <a:pt x="311" y="765"/>
                  <a:pt x="321" y="775"/>
                  <a:pt x="336" y="776"/>
                </a:cubicBezTo>
                <a:cubicBezTo>
                  <a:pt x="340" y="777"/>
                  <a:pt x="344" y="777"/>
                  <a:pt x="349" y="777"/>
                </a:cubicBezTo>
                <a:cubicBezTo>
                  <a:pt x="354" y="776"/>
                  <a:pt x="359" y="777"/>
                  <a:pt x="365" y="776"/>
                </a:cubicBezTo>
                <a:cubicBezTo>
                  <a:pt x="379" y="775"/>
                  <a:pt x="389" y="764"/>
                  <a:pt x="388" y="750"/>
                </a:cubicBezTo>
                <a:cubicBezTo>
                  <a:pt x="388" y="737"/>
                  <a:pt x="378" y="726"/>
                  <a:pt x="364" y="725"/>
                </a:cubicBezTo>
                <a:cubicBezTo>
                  <a:pt x="354" y="724"/>
                  <a:pt x="345" y="724"/>
                  <a:pt x="335" y="725"/>
                </a:cubicBezTo>
                <a:close/>
                <a:moveTo>
                  <a:pt x="298" y="453"/>
                </a:moveTo>
                <a:cubicBezTo>
                  <a:pt x="324" y="453"/>
                  <a:pt x="350" y="453"/>
                  <a:pt x="376" y="453"/>
                </a:cubicBezTo>
                <a:cubicBezTo>
                  <a:pt x="391" y="452"/>
                  <a:pt x="401" y="441"/>
                  <a:pt x="401" y="427"/>
                </a:cubicBezTo>
                <a:cubicBezTo>
                  <a:pt x="401" y="413"/>
                  <a:pt x="391" y="402"/>
                  <a:pt x="376" y="401"/>
                </a:cubicBezTo>
                <a:cubicBezTo>
                  <a:pt x="363" y="401"/>
                  <a:pt x="351" y="401"/>
                  <a:pt x="338" y="401"/>
                </a:cubicBezTo>
                <a:cubicBezTo>
                  <a:pt x="325" y="401"/>
                  <a:pt x="311" y="401"/>
                  <a:pt x="298" y="401"/>
                </a:cubicBezTo>
                <a:cubicBezTo>
                  <a:pt x="283" y="402"/>
                  <a:pt x="272" y="413"/>
                  <a:pt x="272" y="427"/>
                </a:cubicBezTo>
                <a:cubicBezTo>
                  <a:pt x="272" y="441"/>
                  <a:pt x="283" y="452"/>
                  <a:pt x="298" y="453"/>
                </a:cubicBezTo>
                <a:close/>
                <a:moveTo>
                  <a:pt x="450" y="214"/>
                </a:moveTo>
                <a:cubicBezTo>
                  <a:pt x="462" y="226"/>
                  <a:pt x="478" y="227"/>
                  <a:pt x="488" y="216"/>
                </a:cubicBezTo>
                <a:cubicBezTo>
                  <a:pt x="499" y="206"/>
                  <a:pt x="499" y="190"/>
                  <a:pt x="486" y="178"/>
                </a:cubicBezTo>
                <a:cubicBezTo>
                  <a:pt x="470" y="161"/>
                  <a:pt x="453" y="144"/>
                  <a:pt x="436" y="128"/>
                </a:cubicBezTo>
                <a:cubicBezTo>
                  <a:pt x="430" y="122"/>
                  <a:pt x="423" y="120"/>
                  <a:pt x="413" y="114"/>
                </a:cubicBezTo>
                <a:cubicBezTo>
                  <a:pt x="406" y="121"/>
                  <a:pt x="395" y="126"/>
                  <a:pt x="393" y="133"/>
                </a:cubicBezTo>
                <a:cubicBezTo>
                  <a:pt x="391" y="142"/>
                  <a:pt x="392" y="155"/>
                  <a:pt x="398" y="161"/>
                </a:cubicBezTo>
                <a:cubicBezTo>
                  <a:pt x="414" y="180"/>
                  <a:pt x="432" y="197"/>
                  <a:pt x="450" y="214"/>
                </a:cubicBezTo>
                <a:close/>
                <a:moveTo>
                  <a:pt x="1389" y="936"/>
                </a:moveTo>
                <a:cubicBezTo>
                  <a:pt x="1340" y="872"/>
                  <a:pt x="1291" y="807"/>
                  <a:pt x="1243" y="742"/>
                </a:cubicBezTo>
                <a:cubicBezTo>
                  <a:pt x="1234" y="730"/>
                  <a:pt x="1225" y="725"/>
                  <a:pt x="1210" y="725"/>
                </a:cubicBezTo>
                <a:cubicBezTo>
                  <a:pt x="1089" y="725"/>
                  <a:pt x="968" y="725"/>
                  <a:pt x="847" y="725"/>
                </a:cubicBezTo>
                <a:cubicBezTo>
                  <a:pt x="841" y="725"/>
                  <a:pt x="836" y="725"/>
                  <a:pt x="829" y="725"/>
                </a:cubicBezTo>
                <a:cubicBezTo>
                  <a:pt x="829" y="710"/>
                  <a:pt x="830" y="697"/>
                  <a:pt x="828" y="685"/>
                </a:cubicBezTo>
                <a:cubicBezTo>
                  <a:pt x="827" y="671"/>
                  <a:pt x="833" y="664"/>
                  <a:pt x="844" y="656"/>
                </a:cubicBezTo>
                <a:cubicBezTo>
                  <a:pt x="922" y="605"/>
                  <a:pt x="966" y="532"/>
                  <a:pt x="970" y="438"/>
                </a:cubicBezTo>
                <a:cubicBezTo>
                  <a:pt x="979" y="268"/>
                  <a:pt x="827" y="133"/>
                  <a:pt x="657" y="159"/>
                </a:cubicBezTo>
                <a:cubicBezTo>
                  <a:pt x="529" y="178"/>
                  <a:pt x="428" y="293"/>
                  <a:pt x="428" y="421"/>
                </a:cubicBezTo>
                <a:cubicBezTo>
                  <a:pt x="428" y="524"/>
                  <a:pt x="472" y="604"/>
                  <a:pt x="559" y="660"/>
                </a:cubicBezTo>
                <a:cubicBezTo>
                  <a:pt x="563" y="662"/>
                  <a:pt x="569" y="666"/>
                  <a:pt x="569" y="670"/>
                </a:cubicBezTo>
                <a:cubicBezTo>
                  <a:pt x="570" y="688"/>
                  <a:pt x="570" y="706"/>
                  <a:pt x="570" y="725"/>
                </a:cubicBezTo>
                <a:cubicBezTo>
                  <a:pt x="536" y="725"/>
                  <a:pt x="504" y="725"/>
                  <a:pt x="472" y="725"/>
                </a:cubicBezTo>
                <a:cubicBezTo>
                  <a:pt x="452" y="725"/>
                  <a:pt x="441" y="734"/>
                  <a:pt x="441" y="750"/>
                </a:cubicBezTo>
                <a:cubicBezTo>
                  <a:pt x="440" y="766"/>
                  <a:pt x="452" y="777"/>
                  <a:pt x="472" y="777"/>
                </a:cubicBezTo>
                <a:cubicBezTo>
                  <a:pt x="521" y="777"/>
                  <a:pt x="569" y="777"/>
                  <a:pt x="618" y="777"/>
                </a:cubicBezTo>
                <a:cubicBezTo>
                  <a:pt x="627" y="777"/>
                  <a:pt x="635" y="777"/>
                  <a:pt x="646" y="777"/>
                </a:cubicBezTo>
                <a:cubicBezTo>
                  <a:pt x="644" y="780"/>
                  <a:pt x="644" y="782"/>
                  <a:pt x="643" y="783"/>
                </a:cubicBezTo>
                <a:cubicBezTo>
                  <a:pt x="608" y="830"/>
                  <a:pt x="573" y="877"/>
                  <a:pt x="537" y="924"/>
                </a:cubicBezTo>
                <a:cubicBezTo>
                  <a:pt x="533" y="929"/>
                  <a:pt x="524" y="932"/>
                  <a:pt x="518" y="932"/>
                </a:cubicBezTo>
                <a:cubicBezTo>
                  <a:pt x="376" y="932"/>
                  <a:pt x="234" y="932"/>
                  <a:pt x="92" y="932"/>
                </a:cubicBezTo>
                <a:cubicBezTo>
                  <a:pt x="88" y="932"/>
                  <a:pt x="85" y="931"/>
                  <a:pt x="79" y="931"/>
                </a:cubicBezTo>
                <a:cubicBezTo>
                  <a:pt x="110" y="889"/>
                  <a:pt x="141" y="850"/>
                  <a:pt x="169" y="809"/>
                </a:cubicBezTo>
                <a:cubicBezTo>
                  <a:pt x="185" y="786"/>
                  <a:pt x="201" y="770"/>
                  <a:pt x="231" y="777"/>
                </a:cubicBezTo>
                <a:cubicBezTo>
                  <a:pt x="234" y="777"/>
                  <a:pt x="239" y="777"/>
                  <a:pt x="241" y="775"/>
                </a:cubicBezTo>
                <a:cubicBezTo>
                  <a:pt x="247" y="767"/>
                  <a:pt x="258" y="759"/>
                  <a:pt x="258" y="751"/>
                </a:cubicBezTo>
                <a:cubicBezTo>
                  <a:pt x="258" y="743"/>
                  <a:pt x="248" y="728"/>
                  <a:pt x="241" y="727"/>
                </a:cubicBezTo>
                <a:cubicBezTo>
                  <a:pt x="219" y="724"/>
                  <a:pt x="195" y="726"/>
                  <a:pt x="172" y="727"/>
                </a:cubicBezTo>
                <a:cubicBezTo>
                  <a:pt x="168" y="727"/>
                  <a:pt x="163" y="732"/>
                  <a:pt x="160" y="736"/>
                </a:cubicBezTo>
                <a:cubicBezTo>
                  <a:pt x="108" y="805"/>
                  <a:pt x="56" y="873"/>
                  <a:pt x="6" y="942"/>
                </a:cubicBezTo>
                <a:cubicBezTo>
                  <a:pt x="1" y="948"/>
                  <a:pt x="0" y="962"/>
                  <a:pt x="4" y="969"/>
                </a:cubicBezTo>
                <a:cubicBezTo>
                  <a:pt x="8" y="976"/>
                  <a:pt x="19" y="983"/>
                  <a:pt x="27" y="983"/>
                </a:cubicBezTo>
                <a:cubicBezTo>
                  <a:pt x="65" y="985"/>
                  <a:pt x="102" y="984"/>
                  <a:pt x="139" y="984"/>
                </a:cubicBezTo>
                <a:cubicBezTo>
                  <a:pt x="144" y="984"/>
                  <a:pt x="149" y="984"/>
                  <a:pt x="156" y="985"/>
                </a:cubicBezTo>
                <a:cubicBezTo>
                  <a:pt x="156" y="992"/>
                  <a:pt x="156" y="998"/>
                  <a:pt x="156" y="1003"/>
                </a:cubicBezTo>
                <a:cubicBezTo>
                  <a:pt x="156" y="1090"/>
                  <a:pt x="156" y="1176"/>
                  <a:pt x="156" y="1262"/>
                </a:cubicBezTo>
                <a:cubicBezTo>
                  <a:pt x="156" y="1342"/>
                  <a:pt x="211" y="1398"/>
                  <a:pt x="291" y="1398"/>
                </a:cubicBezTo>
                <a:cubicBezTo>
                  <a:pt x="563" y="1398"/>
                  <a:pt x="835" y="1398"/>
                  <a:pt x="1108" y="1398"/>
                </a:cubicBezTo>
                <a:cubicBezTo>
                  <a:pt x="1195" y="1398"/>
                  <a:pt x="1256" y="1326"/>
                  <a:pt x="1243" y="1240"/>
                </a:cubicBezTo>
                <a:cubicBezTo>
                  <a:pt x="1241" y="1226"/>
                  <a:pt x="1232" y="1218"/>
                  <a:pt x="1218" y="1217"/>
                </a:cubicBezTo>
                <a:cubicBezTo>
                  <a:pt x="1204" y="1216"/>
                  <a:pt x="1193" y="1226"/>
                  <a:pt x="1192" y="1241"/>
                </a:cubicBezTo>
                <a:cubicBezTo>
                  <a:pt x="1191" y="1247"/>
                  <a:pt x="1191" y="1254"/>
                  <a:pt x="1191" y="1260"/>
                </a:cubicBezTo>
                <a:cubicBezTo>
                  <a:pt x="1191" y="1315"/>
                  <a:pt x="1160" y="1346"/>
                  <a:pt x="1105" y="1346"/>
                </a:cubicBezTo>
                <a:cubicBezTo>
                  <a:pt x="984" y="1346"/>
                  <a:pt x="863" y="1346"/>
                  <a:pt x="743" y="1346"/>
                </a:cubicBezTo>
                <a:cubicBezTo>
                  <a:pt x="737" y="1346"/>
                  <a:pt x="732" y="1346"/>
                  <a:pt x="726" y="1346"/>
                </a:cubicBezTo>
                <a:cubicBezTo>
                  <a:pt x="726" y="1175"/>
                  <a:pt x="726" y="1004"/>
                  <a:pt x="726" y="829"/>
                </a:cubicBezTo>
                <a:cubicBezTo>
                  <a:pt x="762" y="878"/>
                  <a:pt x="796" y="922"/>
                  <a:pt x="829" y="967"/>
                </a:cubicBezTo>
                <a:cubicBezTo>
                  <a:pt x="837" y="979"/>
                  <a:pt x="847" y="984"/>
                  <a:pt x="861" y="984"/>
                </a:cubicBezTo>
                <a:cubicBezTo>
                  <a:pt x="965" y="984"/>
                  <a:pt x="1069" y="984"/>
                  <a:pt x="1173" y="984"/>
                </a:cubicBezTo>
                <a:cubicBezTo>
                  <a:pt x="1179" y="984"/>
                  <a:pt x="1185" y="984"/>
                  <a:pt x="1190" y="984"/>
                </a:cubicBezTo>
                <a:cubicBezTo>
                  <a:pt x="1193" y="1024"/>
                  <a:pt x="1199" y="1036"/>
                  <a:pt x="1216" y="1035"/>
                </a:cubicBezTo>
                <a:cubicBezTo>
                  <a:pt x="1250" y="1033"/>
                  <a:pt x="1241" y="1006"/>
                  <a:pt x="1244" y="984"/>
                </a:cubicBezTo>
                <a:cubicBezTo>
                  <a:pt x="1285" y="984"/>
                  <a:pt x="1325" y="984"/>
                  <a:pt x="1366" y="984"/>
                </a:cubicBezTo>
                <a:cubicBezTo>
                  <a:pt x="1378" y="984"/>
                  <a:pt x="1389" y="982"/>
                  <a:pt x="1396" y="970"/>
                </a:cubicBezTo>
                <a:cubicBezTo>
                  <a:pt x="1402" y="957"/>
                  <a:pt x="1397" y="947"/>
                  <a:pt x="1389" y="936"/>
                </a:cubicBezTo>
                <a:close/>
                <a:moveTo>
                  <a:pt x="621" y="627"/>
                </a:moveTo>
                <a:cubicBezTo>
                  <a:pt x="609" y="623"/>
                  <a:pt x="597" y="622"/>
                  <a:pt x="588" y="617"/>
                </a:cubicBezTo>
                <a:cubicBezTo>
                  <a:pt x="502" y="565"/>
                  <a:pt x="460" y="457"/>
                  <a:pt x="489" y="362"/>
                </a:cubicBezTo>
                <a:cubicBezTo>
                  <a:pt x="518" y="268"/>
                  <a:pt x="612" y="202"/>
                  <a:pt x="711" y="207"/>
                </a:cubicBezTo>
                <a:cubicBezTo>
                  <a:pt x="810" y="212"/>
                  <a:pt x="896" y="287"/>
                  <a:pt x="915" y="385"/>
                </a:cubicBezTo>
                <a:cubicBezTo>
                  <a:pt x="934" y="475"/>
                  <a:pt x="888" y="574"/>
                  <a:pt x="807" y="619"/>
                </a:cubicBezTo>
                <a:cubicBezTo>
                  <a:pt x="799" y="623"/>
                  <a:pt x="789" y="624"/>
                  <a:pt x="778" y="627"/>
                </a:cubicBezTo>
                <a:cubicBezTo>
                  <a:pt x="778" y="585"/>
                  <a:pt x="778" y="546"/>
                  <a:pt x="778" y="506"/>
                </a:cubicBezTo>
                <a:cubicBezTo>
                  <a:pt x="788" y="505"/>
                  <a:pt x="799" y="505"/>
                  <a:pt x="809" y="502"/>
                </a:cubicBezTo>
                <a:cubicBezTo>
                  <a:pt x="848" y="493"/>
                  <a:pt x="870" y="458"/>
                  <a:pt x="865" y="416"/>
                </a:cubicBezTo>
                <a:cubicBezTo>
                  <a:pt x="860" y="377"/>
                  <a:pt x="831" y="350"/>
                  <a:pt x="792" y="350"/>
                </a:cubicBezTo>
                <a:cubicBezTo>
                  <a:pt x="779" y="349"/>
                  <a:pt x="767" y="349"/>
                  <a:pt x="754" y="350"/>
                </a:cubicBezTo>
                <a:cubicBezTo>
                  <a:pt x="734" y="350"/>
                  <a:pt x="725" y="359"/>
                  <a:pt x="725" y="379"/>
                </a:cubicBezTo>
                <a:cubicBezTo>
                  <a:pt x="725" y="403"/>
                  <a:pt x="725" y="427"/>
                  <a:pt x="725" y="452"/>
                </a:cubicBezTo>
                <a:cubicBezTo>
                  <a:pt x="708" y="452"/>
                  <a:pt x="692" y="452"/>
                  <a:pt x="673" y="452"/>
                </a:cubicBezTo>
                <a:cubicBezTo>
                  <a:pt x="673" y="429"/>
                  <a:pt x="673" y="405"/>
                  <a:pt x="673" y="382"/>
                </a:cubicBezTo>
                <a:cubicBezTo>
                  <a:pt x="673" y="358"/>
                  <a:pt x="665" y="349"/>
                  <a:pt x="642" y="350"/>
                </a:cubicBezTo>
                <a:cubicBezTo>
                  <a:pt x="624" y="350"/>
                  <a:pt x="606" y="349"/>
                  <a:pt x="589" y="353"/>
                </a:cubicBezTo>
                <a:cubicBezTo>
                  <a:pt x="551" y="361"/>
                  <a:pt x="529" y="396"/>
                  <a:pt x="534" y="438"/>
                </a:cubicBezTo>
                <a:cubicBezTo>
                  <a:pt x="538" y="476"/>
                  <a:pt x="567" y="503"/>
                  <a:pt x="604" y="505"/>
                </a:cubicBezTo>
                <a:cubicBezTo>
                  <a:pt x="610" y="505"/>
                  <a:pt x="615" y="505"/>
                  <a:pt x="621" y="505"/>
                </a:cubicBezTo>
                <a:cubicBezTo>
                  <a:pt x="621" y="545"/>
                  <a:pt x="621" y="584"/>
                  <a:pt x="621" y="627"/>
                </a:cubicBezTo>
                <a:close/>
                <a:moveTo>
                  <a:pt x="778" y="452"/>
                </a:moveTo>
                <a:cubicBezTo>
                  <a:pt x="778" y="435"/>
                  <a:pt x="778" y="419"/>
                  <a:pt x="778" y="402"/>
                </a:cubicBezTo>
                <a:cubicBezTo>
                  <a:pt x="791" y="400"/>
                  <a:pt x="804" y="399"/>
                  <a:pt x="809" y="412"/>
                </a:cubicBezTo>
                <a:cubicBezTo>
                  <a:pt x="813" y="421"/>
                  <a:pt x="813" y="434"/>
                  <a:pt x="809" y="442"/>
                </a:cubicBezTo>
                <a:cubicBezTo>
                  <a:pt x="804" y="456"/>
                  <a:pt x="790" y="453"/>
                  <a:pt x="778" y="452"/>
                </a:cubicBezTo>
                <a:close/>
                <a:moveTo>
                  <a:pt x="724" y="506"/>
                </a:moveTo>
                <a:cubicBezTo>
                  <a:pt x="724" y="545"/>
                  <a:pt x="724" y="584"/>
                  <a:pt x="724" y="624"/>
                </a:cubicBezTo>
                <a:cubicBezTo>
                  <a:pt x="708" y="624"/>
                  <a:pt x="692" y="624"/>
                  <a:pt x="675" y="624"/>
                </a:cubicBezTo>
                <a:cubicBezTo>
                  <a:pt x="675" y="585"/>
                  <a:pt x="675" y="546"/>
                  <a:pt x="675" y="506"/>
                </a:cubicBezTo>
                <a:cubicBezTo>
                  <a:pt x="692" y="506"/>
                  <a:pt x="708" y="506"/>
                  <a:pt x="724" y="506"/>
                </a:cubicBezTo>
                <a:close/>
                <a:moveTo>
                  <a:pt x="621" y="402"/>
                </a:moveTo>
                <a:cubicBezTo>
                  <a:pt x="621" y="418"/>
                  <a:pt x="621" y="435"/>
                  <a:pt x="621" y="452"/>
                </a:cubicBezTo>
                <a:cubicBezTo>
                  <a:pt x="595" y="454"/>
                  <a:pt x="585" y="447"/>
                  <a:pt x="585" y="428"/>
                </a:cubicBezTo>
                <a:cubicBezTo>
                  <a:pt x="584" y="408"/>
                  <a:pt x="595" y="400"/>
                  <a:pt x="621" y="402"/>
                </a:cubicBezTo>
                <a:close/>
                <a:moveTo>
                  <a:pt x="672" y="1346"/>
                </a:moveTo>
                <a:cubicBezTo>
                  <a:pt x="667" y="1346"/>
                  <a:pt x="662" y="1346"/>
                  <a:pt x="657" y="1346"/>
                </a:cubicBezTo>
                <a:cubicBezTo>
                  <a:pt x="535" y="1346"/>
                  <a:pt x="414" y="1346"/>
                  <a:pt x="293" y="1346"/>
                </a:cubicBezTo>
                <a:cubicBezTo>
                  <a:pt x="239" y="1346"/>
                  <a:pt x="207" y="1315"/>
                  <a:pt x="207" y="1261"/>
                </a:cubicBezTo>
                <a:cubicBezTo>
                  <a:pt x="207" y="1174"/>
                  <a:pt x="207" y="1087"/>
                  <a:pt x="207" y="1000"/>
                </a:cubicBezTo>
                <a:cubicBezTo>
                  <a:pt x="207" y="996"/>
                  <a:pt x="207" y="991"/>
                  <a:pt x="207" y="984"/>
                </a:cubicBezTo>
                <a:cubicBezTo>
                  <a:pt x="215" y="984"/>
                  <a:pt x="221" y="984"/>
                  <a:pt x="227" y="984"/>
                </a:cubicBezTo>
                <a:cubicBezTo>
                  <a:pt x="330" y="984"/>
                  <a:pt x="434" y="984"/>
                  <a:pt x="537" y="984"/>
                </a:cubicBezTo>
                <a:cubicBezTo>
                  <a:pt x="552" y="984"/>
                  <a:pt x="561" y="979"/>
                  <a:pt x="570" y="967"/>
                </a:cubicBezTo>
                <a:cubicBezTo>
                  <a:pt x="603" y="922"/>
                  <a:pt x="637" y="878"/>
                  <a:pt x="672" y="830"/>
                </a:cubicBezTo>
                <a:cubicBezTo>
                  <a:pt x="672" y="1004"/>
                  <a:pt x="672" y="1174"/>
                  <a:pt x="672" y="1346"/>
                </a:cubicBezTo>
                <a:close/>
                <a:moveTo>
                  <a:pt x="623" y="724"/>
                </a:moveTo>
                <a:cubicBezTo>
                  <a:pt x="623" y="709"/>
                  <a:pt x="623" y="694"/>
                  <a:pt x="623" y="677"/>
                </a:cubicBezTo>
                <a:cubicBezTo>
                  <a:pt x="673" y="677"/>
                  <a:pt x="724" y="677"/>
                  <a:pt x="776" y="677"/>
                </a:cubicBezTo>
                <a:cubicBezTo>
                  <a:pt x="776" y="693"/>
                  <a:pt x="776" y="708"/>
                  <a:pt x="776" y="724"/>
                </a:cubicBezTo>
                <a:cubicBezTo>
                  <a:pt x="725" y="724"/>
                  <a:pt x="675" y="724"/>
                  <a:pt x="623" y="724"/>
                </a:cubicBezTo>
                <a:close/>
                <a:moveTo>
                  <a:pt x="1306" y="932"/>
                </a:moveTo>
                <a:cubicBezTo>
                  <a:pt x="1164" y="932"/>
                  <a:pt x="1022" y="932"/>
                  <a:pt x="881" y="932"/>
                </a:cubicBezTo>
                <a:cubicBezTo>
                  <a:pt x="874" y="932"/>
                  <a:pt x="865" y="928"/>
                  <a:pt x="862" y="924"/>
                </a:cubicBezTo>
                <a:cubicBezTo>
                  <a:pt x="826" y="877"/>
                  <a:pt x="792" y="831"/>
                  <a:pt x="757" y="784"/>
                </a:cubicBezTo>
                <a:cubicBezTo>
                  <a:pt x="756" y="782"/>
                  <a:pt x="755" y="781"/>
                  <a:pt x="753" y="777"/>
                </a:cubicBezTo>
                <a:cubicBezTo>
                  <a:pt x="760" y="777"/>
                  <a:pt x="765" y="777"/>
                  <a:pt x="770" y="777"/>
                </a:cubicBezTo>
                <a:cubicBezTo>
                  <a:pt x="910" y="777"/>
                  <a:pt x="1049" y="777"/>
                  <a:pt x="1189" y="776"/>
                </a:cubicBezTo>
                <a:cubicBezTo>
                  <a:pt x="1200" y="776"/>
                  <a:pt x="1207" y="780"/>
                  <a:pt x="1214" y="789"/>
                </a:cubicBezTo>
                <a:cubicBezTo>
                  <a:pt x="1248" y="836"/>
                  <a:pt x="1284" y="882"/>
                  <a:pt x="1320" y="931"/>
                </a:cubicBezTo>
                <a:cubicBezTo>
                  <a:pt x="1314" y="931"/>
                  <a:pt x="1310" y="932"/>
                  <a:pt x="1306" y="932"/>
                </a:cubicBezTo>
                <a:close/>
                <a:moveTo>
                  <a:pt x="408" y="561"/>
                </a:moveTo>
                <a:cubicBezTo>
                  <a:pt x="408" y="543"/>
                  <a:pt x="394" y="530"/>
                  <a:pt x="378" y="534"/>
                </a:cubicBezTo>
                <a:cubicBezTo>
                  <a:pt x="362" y="538"/>
                  <a:pt x="346" y="545"/>
                  <a:pt x="332" y="553"/>
                </a:cubicBezTo>
                <a:cubicBezTo>
                  <a:pt x="318" y="561"/>
                  <a:pt x="317" y="581"/>
                  <a:pt x="329" y="592"/>
                </a:cubicBezTo>
                <a:cubicBezTo>
                  <a:pt x="345" y="607"/>
                  <a:pt x="361" y="595"/>
                  <a:pt x="377" y="589"/>
                </a:cubicBezTo>
                <a:cubicBezTo>
                  <a:pt x="391" y="583"/>
                  <a:pt x="407" y="579"/>
                  <a:pt x="408" y="561"/>
                </a:cubicBezTo>
                <a:close/>
                <a:moveTo>
                  <a:pt x="329" y="299"/>
                </a:moveTo>
                <a:cubicBezTo>
                  <a:pt x="345" y="309"/>
                  <a:pt x="363" y="316"/>
                  <a:pt x="376" y="321"/>
                </a:cubicBezTo>
                <a:cubicBezTo>
                  <a:pt x="395" y="321"/>
                  <a:pt x="404" y="315"/>
                  <a:pt x="407" y="303"/>
                </a:cubicBezTo>
                <a:cubicBezTo>
                  <a:pt x="411" y="290"/>
                  <a:pt x="406" y="280"/>
                  <a:pt x="395" y="274"/>
                </a:cubicBezTo>
                <a:cubicBezTo>
                  <a:pt x="382" y="267"/>
                  <a:pt x="368" y="261"/>
                  <a:pt x="353" y="256"/>
                </a:cubicBezTo>
                <a:cubicBezTo>
                  <a:pt x="341" y="253"/>
                  <a:pt x="331" y="257"/>
                  <a:pt x="324" y="268"/>
                </a:cubicBezTo>
                <a:cubicBezTo>
                  <a:pt x="318" y="279"/>
                  <a:pt x="319" y="292"/>
                  <a:pt x="329" y="299"/>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pic>
        <p:nvPicPr>
          <p:cNvPr id="3" name="Imagen 2">
            <a:extLst>
              <a:ext uri="{FF2B5EF4-FFF2-40B4-BE49-F238E27FC236}">
                <a16:creationId xmlns:a16="http://schemas.microsoft.com/office/drawing/2014/main" id="{A84B978D-D126-67D7-336E-8510BA592FF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9795" y="6368290"/>
            <a:ext cx="1498186" cy="239305"/>
          </a:xfrm>
          <a:prstGeom prst="rect">
            <a:avLst/>
          </a:prstGeom>
        </p:spPr>
      </p:pic>
      <p:pic>
        <p:nvPicPr>
          <p:cNvPr id="4" name="Imagen 3">
            <a:extLst>
              <a:ext uri="{FF2B5EF4-FFF2-40B4-BE49-F238E27FC236}">
                <a16:creationId xmlns:a16="http://schemas.microsoft.com/office/drawing/2014/main" id="{328D038B-6384-50F1-DFEF-D9D47C19379D}"/>
              </a:ext>
            </a:extLst>
          </p:cNvPr>
          <p:cNvPicPr>
            <a:picLocks noChangeAspect="1"/>
          </p:cNvPicPr>
          <p:nvPr/>
        </p:nvPicPr>
        <p:blipFill>
          <a:blip r:embed="rId3"/>
          <a:stretch>
            <a:fillRect/>
          </a:stretch>
        </p:blipFill>
        <p:spPr>
          <a:xfrm>
            <a:off x="10547350" y="6165838"/>
            <a:ext cx="1360142" cy="644208"/>
          </a:xfrm>
          <a:prstGeom prst="rect">
            <a:avLst/>
          </a:prstGeom>
        </p:spPr>
      </p:pic>
    </p:spTree>
    <p:extLst>
      <p:ext uri="{BB962C8B-B14F-4D97-AF65-F5344CB8AC3E}">
        <p14:creationId xmlns:p14="http://schemas.microsoft.com/office/powerpoint/2010/main" val="53046547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p:cNvSpPr/>
          <p:nvPr/>
        </p:nvSpPr>
        <p:spPr>
          <a:xfrm>
            <a:off x="723900" y="2018170"/>
            <a:ext cx="3289300" cy="3963530"/>
          </a:xfrm>
          <a:prstGeom prst="roundRect">
            <a:avLst>
              <a:gd name="adj" fmla="val 4312"/>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ounded Rectangle 9"/>
          <p:cNvSpPr/>
          <p:nvPr/>
        </p:nvSpPr>
        <p:spPr>
          <a:xfrm>
            <a:off x="4451350" y="2018170"/>
            <a:ext cx="3289300" cy="3963530"/>
          </a:xfrm>
          <a:prstGeom prst="roundRect">
            <a:avLst>
              <a:gd name="adj" fmla="val 4312"/>
            </a:avLst>
          </a:prstGeom>
          <a:solidFill>
            <a:srgbClr val="605F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ounded Rectangle 11"/>
          <p:cNvSpPr/>
          <p:nvPr/>
        </p:nvSpPr>
        <p:spPr>
          <a:xfrm>
            <a:off x="8178800" y="2018170"/>
            <a:ext cx="3289300" cy="3963530"/>
          </a:xfrm>
          <a:prstGeom prst="roundRect">
            <a:avLst>
              <a:gd name="adj" fmla="val 4312"/>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p:cNvSpPr txBox="1"/>
          <p:nvPr/>
        </p:nvSpPr>
        <p:spPr>
          <a:xfrm>
            <a:off x="3786553" y="584200"/>
            <a:ext cx="4618893" cy="1015663"/>
          </a:xfrm>
          <a:prstGeom prst="rect">
            <a:avLst/>
          </a:prstGeom>
          <a:noFill/>
        </p:spPr>
        <p:txBody>
          <a:bodyPr wrap="none" rtlCol="0">
            <a:spAutoFit/>
          </a:bodyPr>
          <a:lstStyle/>
          <a:p>
            <a:pPr algn="ctr"/>
            <a:r>
              <a:rPr lang="en-US" sz="3000" b="1">
                <a:latin typeface="Open Sans" panose="020B0606030504020204" pitchFamily="34" charset="0"/>
                <a:ea typeface="Open Sans" panose="020B0606030504020204" pitchFamily="34" charset="0"/>
                <a:cs typeface="Open Sans" panose="020B0606030504020204" pitchFamily="34" charset="0"/>
              </a:rPr>
              <a:t>Explore Our Business &amp;</a:t>
            </a:r>
          </a:p>
          <a:p>
            <a:pPr algn="ctr"/>
            <a:r>
              <a:rPr lang="en-US" sz="3000" b="1">
                <a:latin typeface="Open Sans" panose="020B0606030504020204" pitchFamily="34" charset="0"/>
                <a:ea typeface="Open Sans" panose="020B0606030504020204" pitchFamily="34" charset="0"/>
                <a:cs typeface="Open Sans" panose="020B0606030504020204" pitchFamily="34" charset="0"/>
              </a:rPr>
              <a:t>Design Features</a:t>
            </a:r>
          </a:p>
        </p:txBody>
      </p:sp>
      <p:sp>
        <p:nvSpPr>
          <p:cNvPr id="25" name="Oval 24"/>
          <p:cNvSpPr/>
          <p:nvPr/>
        </p:nvSpPr>
        <p:spPr>
          <a:xfrm>
            <a:off x="2121898" y="5735048"/>
            <a:ext cx="493305" cy="493305"/>
          </a:xfrm>
          <a:prstGeom prst="ellipse">
            <a:avLst/>
          </a:prstGeom>
          <a:solidFill>
            <a:srgbClr val="605F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p:cNvSpPr/>
          <p:nvPr/>
        </p:nvSpPr>
        <p:spPr>
          <a:xfrm>
            <a:off x="5849348" y="5735048"/>
            <a:ext cx="493305" cy="493305"/>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p:cNvSpPr/>
          <p:nvPr/>
        </p:nvSpPr>
        <p:spPr>
          <a:xfrm>
            <a:off x="9576798" y="5735048"/>
            <a:ext cx="493305" cy="493305"/>
          </a:xfrm>
          <a:prstGeom prst="ellipse">
            <a:avLst/>
          </a:prstGeom>
          <a:solidFill>
            <a:srgbClr val="605F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Plus 27"/>
          <p:cNvSpPr/>
          <p:nvPr/>
        </p:nvSpPr>
        <p:spPr>
          <a:xfrm>
            <a:off x="2217168" y="5830318"/>
            <a:ext cx="302765" cy="302765"/>
          </a:xfrm>
          <a:prstGeom prst="mathPlus">
            <a:avLst>
              <a:gd name="adj1" fmla="val 11313"/>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Plus 28"/>
          <p:cNvSpPr/>
          <p:nvPr/>
        </p:nvSpPr>
        <p:spPr>
          <a:xfrm>
            <a:off x="5944618" y="5830318"/>
            <a:ext cx="302765" cy="302765"/>
          </a:xfrm>
          <a:prstGeom prst="mathPlus">
            <a:avLst>
              <a:gd name="adj1" fmla="val 11313"/>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Plus 29"/>
          <p:cNvSpPr/>
          <p:nvPr/>
        </p:nvSpPr>
        <p:spPr>
          <a:xfrm>
            <a:off x="9672068" y="5830318"/>
            <a:ext cx="302765" cy="302765"/>
          </a:xfrm>
          <a:prstGeom prst="mathPlus">
            <a:avLst>
              <a:gd name="adj1" fmla="val 11313"/>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p:cNvSpPr txBox="1"/>
          <p:nvPr/>
        </p:nvSpPr>
        <p:spPr>
          <a:xfrm>
            <a:off x="1661465" y="4444165"/>
            <a:ext cx="1414170" cy="461665"/>
          </a:xfrm>
          <a:prstGeom prst="rect">
            <a:avLst/>
          </a:prstGeom>
          <a:noFill/>
        </p:spPr>
        <p:txBody>
          <a:bodyPr wrap="none" rtlCol="0">
            <a:spAutoFit/>
          </a:bodyPr>
          <a:lstStyle/>
          <a:p>
            <a:pPr algn="ctr"/>
            <a:r>
              <a:rPr lang="en-US" sz="1200" b="1">
                <a:latin typeface="Open Sans" panose="020B0606030504020204" pitchFamily="34" charset="0"/>
                <a:ea typeface="Open Sans" panose="020B0606030504020204" pitchFamily="34" charset="0"/>
                <a:cs typeface="Open Sans" panose="020B0606030504020204" pitchFamily="34" charset="0"/>
              </a:rPr>
              <a:t>Cost Leadership</a:t>
            </a:r>
          </a:p>
          <a:p>
            <a:pPr algn="ctr"/>
            <a:r>
              <a:rPr lang="en-US" sz="1200" b="1">
                <a:latin typeface="Open Sans" panose="020B0606030504020204" pitchFamily="34" charset="0"/>
                <a:ea typeface="Open Sans" panose="020B0606030504020204" pitchFamily="34" charset="0"/>
                <a:cs typeface="Open Sans" panose="020B0606030504020204" pitchFamily="34" charset="0"/>
              </a:rPr>
              <a:t>Strategy</a:t>
            </a:r>
          </a:p>
        </p:txBody>
      </p:sp>
      <p:sp>
        <p:nvSpPr>
          <p:cNvPr id="32" name="TextBox 31">
            <a:extLst>
              <a:ext uri="{FF2B5EF4-FFF2-40B4-BE49-F238E27FC236}">
                <a16:creationId xmlns:a16="http://schemas.microsoft.com/office/drawing/2014/main" id="{71531515-C2E7-1A5A-8FA5-9D3D2125F507}"/>
              </a:ext>
            </a:extLst>
          </p:cNvPr>
          <p:cNvSpPr txBox="1"/>
          <p:nvPr/>
        </p:nvSpPr>
        <p:spPr>
          <a:xfrm>
            <a:off x="1095449" y="4891427"/>
            <a:ext cx="2546202" cy="707886"/>
          </a:xfrm>
          <a:prstGeom prst="rect">
            <a:avLst/>
          </a:prstGeom>
          <a:noFill/>
        </p:spPr>
        <p:txBody>
          <a:bodyPr wrap="square" rtlCol="0">
            <a:spAutoFit/>
          </a:bodyPr>
          <a:lstStyle/>
          <a:p>
            <a:pPr algn="ctr">
              <a:lnSpc>
                <a:spcPts val="1600"/>
              </a:lnSpc>
            </a:pPr>
            <a:r>
              <a:rPr lang="en-US" sz="95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Relying meaning content ipsum</a:t>
            </a:r>
          </a:p>
          <a:p>
            <a:pPr algn="ctr">
              <a:lnSpc>
                <a:spcPts val="1600"/>
              </a:lnSpc>
            </a:pPr>
            <a:r>
              <a:rPr lang="en-US" sz="95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use text dolor commonly sit used. Relying </a:t>
            </a:r>
          </a:p>
          <a:p>
            <a:pPr algn="ctr">
              <a:lnSpc>
                <a:spcPts val="1600"/>
              </a:lnSpc>
            </a:pPr>
            <a:r>
              <a:rPr lang="en-US" sz="95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content sit. Lorem ipsum use</a:t>
            </a:r>
          </a:p>
        </p:txBody>
      </p:sp>
      <p:sp>
        <p:nvSpPr>
          <p:cNvPr id="33" name="TextBox 32"/>
          <p:cNvSpPr txBox="1"/>
          <p:nvPr/>
        </p:nvSpPr>
        <p:spPr>
          <a:xfrm>
            <a:off x="5388915" y="4444165"/>
            <a:ext cx="1414170" cy="461665"/>
          </a:xfrm>
          <a:prstGeom prst="rect">
            <a:avLst/>
          </a:prstGeom>
          <a:noFill/>
        </p:spPr>
        <p:txBody>
          <a:bodyPr wrap="none" rtlCol="0">
            <a:spAutoFit/>
          </a:bodyPr>
          <a:lstStyle/>
          <a:p>
            <a:pPr algn="ctr"/>
            <a:r>
              <a:rPr lang="en-US" sz="1200" b="1">
                <a:solidFill>
                  <a:schemeClr val="bg1"/>
                </a:solidFill>
                <a:latin typeface="Open Sans" panose="020B0606030504020204" pitchFamily="34" charset="0"/>
                <a:ea typeface="Open Sans" panose="020B0606030504020204" pitchFamily="34" charset="0"/>
                <a:cs typeface="Open Sans" panose="020B0606030504020204" pitchFamily="34" charset="0"/>
              </a:rPr>
              <a:t>Cost Leadership</a:t>
            </a:r>
          </a:p>
          <a:p>
            <a:pPr algn="ctr"/>
            <a:r>
              <a:rPr lang="en-US" sz="1200" b="1">
                <a:solidFill>
                  <a:schemeClr val="bg1"/>
                </a:solidFill>
                <a:latin typeface="Open Sans" panose="020B0606030504020204" pitchFamily="34" charset="0"/>
                <a:ea typeface="Open Sans" panose="020B0606030504020204" pitchFamily="34" charset="0"/>
                <a:cs typeface="Open Sans" panose="020B0606030504020204" pitchFamily="34" charset="0"/>
              </a:rPr>
              <a:t>Strategy</a:t>
            </a:r>
          </a:p>
        </p:txBody>
      </p:sp>
      <p:sp>
        <p:nvSpPr>
          <p:cNvPr id="34" name="TextBox 33">
            <a:extLst>
              <a:ext uri="{FF2B5EF4-FFF2-40B4-BE49-F238E27FC236}">
                <a16:creationId xmlns:a16="http://schemas.microsoft.com/office/drawing/2014/main" id="{71531515-C2E7-1A5A-8FA5-9D3D2125F507}"/>
              </a:ext>
            </a:extLst>
          </p:cNvPr>
          <p:cNvSpPr txBox="1"/>
          <p:nvPr/>
        </p:nvSpPr>
        <p:spPr>
          <a:xfrm>
            <a:off x="4822899" y="4891427"/>
            <a:ext cx="2546202" cy="707886"/>
          </a:xfrm>
          <a:prstGeom prst="rect">
            <a:avLst/>
          </a:prstGeom>
          <a:noFill/>
        </p:spPr>
        <p:txBody>
          <a:bodyPr wrap="square" rtlCol="0">
            <a:spAutoFit/>
          </a:bodyPr>
          <a:lstStyle/>
          <a:p>
            <a:pPr algn="ctr">
              <a:lnSpc>
                <a:spcPts val="1600"/>
              </a:lnSpc>
            </a:pPr>
            <a:r>
              <a:rPr lang="en-US" sz="950">
                <a:solidFill>
                  <a:schemeClr val="bg1"/>
                </a:solidFill>
                <a:latin typeface="Open Sans" panose="020B0606030504020204" pitchFamily="34" charset="0"/>
                <a:ea typeface="Open Sans" panose="020B0606030504020204" pitchFamily="34" charset="0"/>
                <a:cs typeface="Open Sans" panose="020B0606030504020204" pitchFamily="34" charset="0"/>
              </a:rPr>
              <a:t>Relying meaning content ipsum</a:t>
            </a:r>
          </a:p>
          <a:p>
            <a:pPr algn="ctr">
              <a:lnSpc>
                <a:spcPts val="1600"/>
              </a:lnSpc>
            </a:pPr>
            <a:r>
              <a:rPr lang="en-US" sz="950">
                <a:solidFill>
                  <a:schemeClr val="bg1"/>
                </a:solidFill>
                <a:latin typeface="Open Sans" panose="020B0606030504020204" pitchFamily="34" charset="0"/>
                <a:ea typeface="Open Sans" panose="020B0606030504020204" pitchFamily="34" charset="0"/>
                <a:cs typeface="Open Sans" panose="020B0606030504020204" pitchFamily="34" charset="0"/>
              </a:rPr>
              <a:t>use text dolor commonly sit used. Relying </a:t>
            </a:r>
          </a:p>
          <a:p>
            <a:pPr algn="ctr">
              <a:lnSpc>
                <a:spcPts val="1600"/>
              </a:lnSpc>
            </a:pPr>
            <a:r>
              <a:rPr lang="en-US" sz="950">
                <a:solidFill>
                  <a:schemeClr val="bg1"/>
                </a:solidFill>
                <a:latin typeface="Open Sans" panose="020B0606030504020204" pitchFamily="34" charset="0"/>
                <a:ea typeface="Open Sans" panose="020B0606030504020204" pitchFamily="34" charset="0"/>
                <a:cs typeface="Open Sans" panose="020B0606030504020204" pitchFamily="34" charset="0"/>
              </a:rPr>
              <a:t>content sit. Lorem ipsum use</a:t>
            </a:r>
          </a:p>
        </p:txBody>
      </p:sp>
      <p:sp>
        <p:nvSpPr>
          <p:cNvPr id="35" name="TextBox 34"/>
          <p:cNvSpPr txBox="1"/>
          <p:nvPr/>
        </p:nvSpPr>
        <p:spPr>
          <a:xfrm>
            <a:off x="9116365" y="4444165"/>
            <a:ext cx="1414170" cy="461665"/>
          </a:xfrm>
          <a:prstGeom prst="rect">
            <a:avLst/>
          </a:prstGeom>
          <a:noFill/>
        </p:spPr>
        <p:txBody>
          <a:bodyPr wrap="none" rtlCol="0">
            <a:spAutoFit/>
          </a:bodyPr>
          <a:lstStyle/>
          <a:p>
            <a:pPr algn="ctr"/>
            <a:r>
              <a:rPr lang="en-US" sz="1200" b="1">
                <a:latin typeface="Open Sans" panose="020B0606030504020204" pitchFamily="34" charset="0"/>
                <a:ea typeface="Open Sans" panose="020B0606030504020204" pitchFamily="34" charset="0"/>
                <a:cs typeface="Open Sans" panose="020B0606030504020204" pitchFamily="34" charset="0"/>
              </a:rPr>
              <a:t>Cost Leadership</a:t>
            </a:r>
          </a:p>
          <a:p>
            <a:pPr algn="ctr"/>
            <a:r>
              <a:rPr lang="en-US" sz="1200" b="1">
                <a:latin typeface="Open Sans" panose="020B0606030504020204" pitchFamily="34" charset="0"/>
                <a:ea typeface="Open Sans" panose="020B0606030504020204" pitchFamily="34" charset="0"/>
                <a:cs typeface="Open Sans" panose="020B0606030504020204" pitchFamily="34" charset="0"/>
              </a:rPr>
              <a:t>Strategy</a:t>
            </a:r>
          </a:p>
        </p:txBody>
      </p:sp>
      <p:sp>
        <p:nvSpPr>
          <p:cNvPr id="36" name="TextBox 35">
            <a:extLst>
              <a:ext uri="{FF2B5EF4-FFF2-40B4-BE49-F238E27FC236}">
                <a16:creationId xmlns:a16="http://schemas.microsoft.com/office/drawing/2014/main" id="{71531515-C2E7-1A5A-8FA5-9D3D2125F507}"/>
              </a:ext>
            </a:extLst>
          </p:cNvPr>
          <p:cNvSpPr txBox="1"/>
          <p:nvPr/>
        </p:nvSpPr>
        <p:spPr>
          <a:xfrm>
            <a:off x="8550349" y="4891427"/>
            <a:ext cx="2546202" cy="707886"/>
          </a:xfrm>
          <a:prstGeom prst="rect">
            <a:avLst/>
          </a:prstGeom>
          <a:noFill/>
        </p:spPr>
        <p:txBody>
          <a:bodyPr wrap="square" rtlCol="0">
            <a:spAutoFit/>
          </a:bodyPr>
          <a:lstStyle/>
          <a:p>
            <a:pPr algn="ctr">
              <a:lnSpc>
                <a:spcPts val="1600"/>
              </a:lnSpc>
            </a:pPr>
            <a:r>
              <a:rPr lang="en-US" sz="95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Relying meaning content ipsum</a:t>
            </a:r>
          </a:p>
          <a:p>
            <a:pPr algn="ctr">
              <a:lnSpc>
                <a:spcPts val="1600"/>
              </a:lnSpc>
            </a:pPr>
            <a:r>
              <a:rPr lang="en-US" sz="95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use text dolor commonly sit used. Relying </a:t>
            </a:r>
          </a:p>
          <a:p>
            <a:pPr algn="ctr">
              <a:lnSpc>
                <a:spcPts val="1600"/>
              </a:lnSpc>
            </a:pPr>
            <a:r>
              <a:rPr lang="en-US" sz="95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content sit. Lorem ipsum use</a:t>
            </a:r>
          </a:p>
        </p:txBody>
      </p:sp>
      <p:sp>
        <p:nvSpPr>
          <p:cNvPr id="2" name="Picture Placeholder 1"/>
          <p:cNvSpPr>
            <a:spLocks noGrp="1"/>
          </p:cNvSpPr>
          <p:nvPr>
            <p:ph type="pic" sz="quarter" idx="15"/>
          </p:nvPr>
        </p:nvSpPr>
        <p:spPr/>
        <p:txBody>
          <a:bodyPr/>
          <a:lstStyle/>
          <a:p>
            <a:endParaRPr lang="es-CO"/>
          </a:p>
        </p:txBody>
      </p:sp>
      <p:sp>
        <p:nvSpPr>
          <p:cNvPr id="3" name="Picture Placeholder 2"/>
          <p:cNvSpPr>
            <a:spLocks noGrp="1"/>
          </p:cNvSpPr>
          <p:nvPr>
            <p:ph type="pic" sz="quarter" idx="16"/>
          </p:nvPr>
        </p:nvSpPr>
        <p:spPr/>
        <p:txBody>
          <a:bodyPr/>
          <a:lstStyle/>
          <a:p>
            <a:endParaRPr lang="es-CO"/>
          </a:p>
        </p:txBody>
      </p:sp>
      <p:sp>
        <p:nvSpPr>
          <p:cNvPr id="5" name="Picture Placeholder 4"/>
          <p:cNvSpPr>
            <a:spLocks noGrp="1"/>
          </p:cNvSpPr>
          <p:nvPr>
            <p:ph type="pic" sz="quarter" idx="14"/>
          </p:nvPr>
        </p:nvSpPr>
        <p:spPr/>
        <p:txBody>
          <a:bodyPr/>
          <a:lstStyle/>
          <a:p>
            <a:endParaRPr lang="es-CO"/>
          </a:p>
        </p:txBody>
      </p:sp>
      <p:pic>
        <p:nvPicPr>
          <p:cNvPr id="6" name="Imagen 5">
            <a:extLst>
              <a:ext uri="{FF2B5EF4-FFF2-40B4-BE49-F238E27FC236}">
                <a16:creationId xmlns:a16="http://schemas.microsoft.com/office/drawing/2014/main" id="{8C26A432-6184-EE8D-B4B3-6C74091C46F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9795" y="6368290"/>
            <a:ext cx="1498186" cy="239305"/>
          </a:xfrm>
          <a:prstGeom prst="rect">
            <a:avLst/>
          </a:prstGeom>
        </p:spPr>
      </p:pic>
      <p:pic>
        <p:nvPicPr>
          <p:cNvPr id="7" name="Imagen 6">
            <a:extLst>
              <a:ext uri="{FF2B5EF4-FFF2-40B4-BE49-F238E27FC236}">
                <a16:creationId xmlns:a16="http://schemas.microsoft.com/office/drawing/2014/main" id="{28A77A9D-A941-95A5-F932-ACE4C15EF1FB}"/>
              </a:ext>
            </a:extLst>
          </p:cNvPr>
          <p:cNvPicPr>
            <a:picLocks noChangeAspect="1"/>
          </p:cNvPicPr>
          <p:nvPr/>
        </p:nvPicPr>
        <p:blipFill>
          <a:blip r:embed="rId3"/>
          <a:stretch>
            <a:fillRect/>
          </a:stretch>
        </p:blipFill>
        <p:spPr>
          <a:xfrm>
            <a:off x="10547350" y="6165838"/>
            <a:ext cx="1360142" cy="644208"/>
          </a:xfrm>
          <a:prstGeom prst="rect">
            <a:avLst/>
          </a:prstGeom>
        </p:spPr>
      </p:pic>
    </p:spTree>
    <p:extLst>
      <p:ext uri="{BB962C8B-B14F-4D97-AF65-F5344CB8AC3E}">
        <p14:creationId xmlns:p14="http://schemas.microsoft.com/office/powerpoint/2010/main" val="148937479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Line 15"/>
          <p:cNvSpPr>
            <a:spLocks noChangeShapeType="1"/>
          </p:cNvSpPr>
          <p:nvPr/>
        </p:nvSpPr>
        <p:spPr bwMode="auto">
          <a:xfrm flipH="1">
            <a:off x="7617813" y="4378917"/>
            <a:ext cx="549275" cy="0"/>
          </a:xfrm>
          <a:prstGeom prst="line">
            <a:avLst/>
          </a:prstGeom>
          <a:noFill/>
          <a:ln w="19050" cap="rnd">
            <a:solidFill>
              <a:schemeClr val="accent3"/>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 name="TextBox 5"/>
          <p:cNvSpPr txBox="1"/>
          <p:nvPr/>
        </p:nvSpPr>
        <p:spPr>
          <a:xfrm>
            <a:off x="4669648" y="582614"/>
            <a:ext cx="2852704" cy="630942"/>
          </a:xfrm>
          <a:prstGeom prst="rect">
            <a:avLst/>
          </a:prstGeom>
          <a:noFill/>
        </p:spPr>
        <p:txBody>
          <a:bodyPr wrap="none" rtlCol="0">
            <a:spAutoFit/>
          </a:bodyPr>
          <a:lstStyle/>
          <a:p>
            <a:pPr algn="ctr"/>
            <a:r>
              <a:rPr lang="en-US" sz="3500" b="1">
                <a:latin typeface="Open Sans" panose="020B0606030504020204" pitchFamily="34" charset="0"/>
                <a:ea typeface="Open Sans" panose="020B0606030504020204" pitchFamily="34" charset="0"/>
                <a:cs typeface="Open Sans" panose="020B0606030504020204" pitchFamily="34" charset="0"/>
              </a:rPr>
              <a:t>Our Process</a:t>
            </a:r>
          </a:p>
        </p:txBody>
      </p:sp>
      <p:sp>
        <p:nvSpPr>
          <p:cNvPr id="15" name="Freeform 8"/>
          <p:cNvSpPr>
            <a:spLocks/>
          </p:cNvSpPr>
          <p:nvPr/>
        </p:nvSpPr>
        <p:spPr bwMode="auto">
          <a:xfrm>
            <a:off x="4057928" y="4294780"/>
            <a:ext cx="82550" cy="161925"/>
          </a:xfrm>
          <a:custGeom>
            <a:avLst/>
            <a:gdLst>
              <a:gd name="T0" fmla="*/ 0 w 52"/>
              <a:gd name="T1" fmla="*/ 0 h 102"/>
              <a:gd name="T2" fmla="*/ 52 w 52"/>
              <a:gd name="T3" fmla="*/ 53 h 102"/>
              <a:gd name="T4" fmla="*/ 2 w 52"/>
              <a:gd name="T5" fmla="*/ 102 h 102"/>
            </a:gdLst>
            <a:ahLst/>
            <a:cxnLst>
              <a:cxn ang="0">
                <a:pos x="T0" y="T1"/>
              </a:cxn>
              <a:cxn ang="0">
                <a:pos x="T2" y="T3"/>
              </a:cxn>
              <a:cxn ang="0">
                <a:pos x="T4" y="T5"/>
              </a:cxn>
            </a:cxnLst>
            <a:rect l="0" t="0" r="r" b="b"/>
            <a:pathLst>
              <a:path w="52" h="102">
                <a:moveTo>
                  <a:pt x="0" y="0"/>
                </a:moveTo>
                <a:lnTo>
                  <a:pt x="52" y="53"/>
                </a:lnTo>
                <a:lnTo>
                  <a:pt x="2" y="102"/>
                </a:lnTo>
              </a:path>
            </a:pathLst>
          </a:custGeom>
          <a:noFill/>
          <a:ln w="19050" cap="rnd">
            <a:solidFill>
              <a:schemeClr val="bg2">
                <a:lumMod val="8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6" name="Line 9"/>
          <p:cNvSpPr>
            <a:spLocks noChangeShapeType="1"/>
          </p:cNvSpPr>
          <p:nvPr/>
        </p:nvSpPr>
        <p:spPr bwMode="auto">
          <a:xfrm flipH="1">
            <a:off x="3591203" y="4378917"/>
            <a:ext cx="549275" cy="0"/>
          </a:xfrm>
          <a:prstGeom prst="line">
            <a:avLst/>
          </a:prstGeom>
          <a:noFill/>
          <a:ln w="19050" cap="rnd">
            <a:solidFill>
              <a:schemeClr val="bg2">
                <a:lumMod val="85000"/>
              </a:schemeClr>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1" name="Freeform 14"/>
          <p:cNvSpPr>
            <a:spLocks/>
          </p:cNvSpPr>
          <p:nvPr/>
        </p:nvSpPr>
        <p:spPr bwMode="auto">
          <a:xfrm>
            <a:off x="8084538" y="4294780"/>
            <a:ext cx="82550" cy="161925"/>
          </a:xfrm>
          <a:custGeom>
            <a:avLst/>
            <a:gdLst>
              <a:gd name="T0" fmla="*/ 0 w 52"/>
              <a:gd name="T1" fmla="*/ 0 h 102"/>
              <a:gd name="T2" fmla="*/ 52 w 52"/>
              <a:gd name="T3" fmla="*/ 53 h 102"/>
              <a:gd name="T4" fmla="*/ 1 w 52"/>
              <a:gd name="T5" fmla="*/ 102 h 102"/>
            </a:gdLst>
            <a:ahLst/>
            <a:cxnLst>
              <a:cxn ang="0">
                <a:pos x="T0" y="T1"/>
              </a:cxn>
              <a:cxn ang="0">
                <a:pos x="T2" y="T3"/>
              </a:cxn>
              <a:cxn ang="0">
                <a:pos x="T4" y="T5"/>
              </a:cxn>
            </a:cxnLst>
            <a:rect l="0" t="0" r="r" b="b"/>
            <a:pathLst>
              <a:path w="52" h="102">
                <a:moveTo>
                  <a:pt x="0" y="0"/>
                </a:moveTo>
                <a:lnTo>
                  <a:pt x="52" y="53"/>
                </a:lnTo>
                <a:lnTo>
                  <a:pt x="1" y="102"/>
                </a:lnTo>
              </a:path>
            </a:pathLst>
          </a:custGeom>
          <a:noFill/>
          <a:ln w="19050" cap="rnd">
            <a:solidFill>
              <a:schemeClr val="accent3"/>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4" name="Freeform 7"/>
          <p:cNvSpPr>
            <a:spLocks/>
          </p:cNvSpPr>
          <p:nvPr/>
        </p:nvSpPr>
        <p:spPr bwMode="auto">
          <a:xfrm>
            <a:off x="490234" y="2803947"/>
            <a:ext cx="3317094" cy="3193961"/>
          </a:xfrm>
          <a:custGeom>
            <a:avLst/>
            <a:gdLst>
              <a:gd name="T0" fmla="*/ 819 w 1374"/>
              <a:gd name="T1" fmla="*/ 1226 h 1326"/>
              <a:gd name="T2" fmla="*/ 1188 w 1374"/>
              <a:gd name="T3" fmla="*/ 1071 h 1326"/>
              <a:gd name="T4" fmla="*/ 1251 w 1374"/>
              <a:gd name="T5" fmla="*/ 1005 h 1326"/>
              <a:gd name="T6" fmla="*/ 1350 w 1374"/>
              <a:gd name="T7" fmla="*/ 738 h 1326"/>
              <a:gd name="T8" fmla="*/ 1313 w 1374"/>
              <a:gd name="T9" fmla="*/ 549 h 1326"/>
              <a:gd name="T10" fmla="*/ 896 w 1374"/>
              <a:gd name="T11" fmla="*/ 91 h 1326"/>
              <a:gd name="T12" fmla="*/ 661 w 1374"/>
              <a:gd name="T13" fmla="*/ 35 h 1326"/>
              <a:gd name="T14" fmla="*/ 290 w 1374"/>
              <a:gd name="T15" fmla="*/ 191 h 1326"/>
              <a:gd name="T16" fmla="*/ 168 w 1374"/>
              <a:gd name="T17" fmla="*/ 332 h 1326"/>
              <a:gd name="T18" fmla="*/ 23 w 1374"/>
              <a:gd name="T19" fmla="*/ 897 h 1326"/>
              <a:gd name="T20" fmla="*/ 119 w 1374"/>
              <a:gd name="T21" fmla="*/ 1116 h 1326"/>
              <a:gd name="T22" fmla="*/ 451 w 1374"/>
              <a:gd name="T23" fmla="*/ 1294 h 1326"/>
              <a:gd name="T24" fmla="*/ 618 w 1374"/>
              <a:gd name="T25" fmla="*/ 1304 h 1326"/>
              <a:gd name="T26" fmla="*/ 819 w 1374"/>
              <a:gd name="T27" fmla="*/ 1226 h 13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374" h="1326">
                <a:moveTo>
                  <a:pt x="819" y="1226"/>
                </a:moveTo>
                <a:cubicBezTo>
                  <a:pt x="1188" y="1071"/>
                  <a:pt x="1188" y="1071"/>
                  <a:pt x="1188" y="1071"/>
                </a:cubicBezTo>
                <a:cubicBezTo>
                  <a:pt x="1217" y="1059"/>
                  <a:pt x="1240" y="1035"/>
                  <a:pt x="1251" y="1005"/>
                </a:cubicBezTo>
                <a:cubicBezTo>
                  <a:pt x="1350" y="738"/>
                  <a:pt x="1350" y="738"/>
                  <a:pt x="1350" y="738"/>
                </a:cubicBezTo>
                <a:cubicBezTo>
                  <a:pt x="1374" y="673"/>
                  <a:pt x="1359" y="600"/>
                  <a:pt x="1313" y="549"/>
                </a:cubicBezTo>
                <a:cubicBezTo>
                  <a:pt x="896" y="91"/>
                  <a:pt x="896" y="91"/>
                  <a:pt x="896" y="91"/>
                </a:cubicBezTo>
                <a:cubicBezTo>
                  <a:pt x="838" y="23"/>
                  <a:pt x="743" y="0"/>
                  <a:pt x="661" y="35"/>
                </a:cubicBezTo>
                <a:cubicBezTo>
                  <a:pt x="290" y="191"/>
                  <a:pt x="290" y="191"/>
                  <a:pt x="290" y="191"/>
                </a:cubicBezTo>
                <a:cubicBezTo>
                  <a:pt x="230" y="216"/>
                  <a:pt x="184" y="268"/>
                  <a:pt x="168" y="332"/>
                </a:cubicBezTo>
                <a:cubicBezTo>
                  <a:pt x="23" y="897"/>
                  <a:pt x="23" y="897"/>
                  <a:pt x="23" y="897"/>
                </a:cubicBezTo>
                <a:cubicBezTo>
                  <a:pt x="0" y="983"/>
                  <a:pt x="40" y="1074"/>
                  <a:pt x="119" y="1116"/>
                </a:cubicBezTo>
                <a:cubicBezTo>
                  <a:pt x="451" y="1294"/>
                  <a:pt x="451" y="1294"/>
                  <a:pt x="451" y="1294"/>
                </a:cubicBezTo>
                <a:cubicBezTo>
                  <a:pt x="503" y="1322"/>
                  <a:pt x="563" y="1326"/>
                  <a:pt x="618" y="1304"/>
                </a:cubicBezTo>
                <a:lnTo>
                  <a:pt x="819" y="1226"/>
                </a:lnTo>
                <a:close/>
              </a:path>
            </a:pathLst>
          </a:custGeom>
          <a:solidFill>
            <a:schemeClr val="bg1"/>
          </a:solidFill>
          <a:ln w="9525"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5"/>
          <p:cNvSpPr>
            <a:spLocks/>
          </p:cNvSpPr>
          <p:nvPr/>
        </p:nvSpPr>
        <p:spPr bwMode="auto">
          <a:xfrm>
            <a:off x="389490" y="2617384"/>
            <a:ext cx="3401048" cy="2376815"/>
          </a:xfrm>
          <a:custGeom>
            <a:avLst/>
            <a:gdLst>
              <a:gd name="T0" fmla="*/ 1409 w 1409"/>
              <a:gd name="T1" fmla="*/ 599 h 986"/>
              <a:gd name="T2" fmla="*/ 916 w 1409"/>
              <a:gd name="T3" fmla="*/ 72 h 986"/>
              <a:gd name="T4" fmla="*/ 715 w 1409"/>
              <a:gd name="T5" fmla="*/ 30 h 986"/>
              <a:gd name="T6" fmla="*/ 294 w 1409"/>
              <a:gd name="T7" fmla="*/ 210 h 986"/>
              <a:gd name="T8" fmla="*/ 149 w 1409"/>
              <a:gd name="T9" fmla="*/ 380 h 986"/>
              <a:gd name="T10" fmla="*/ 0 w 1409"/>
              <a:gd name="T11" fmla="*/ 986 h 986"/>
            </a:gdLst>
            <a:ahLst/>
            <a:cxnLst>
              <a:cxn ang="0">
                <a:pos x="T0" y="T1"/>
              </a:cxn>
              <a:cxn ang="0">
                <a:pos x="T2" y="T3"/>
              </a:cxn>
              <a:cxn ang="0">
                <a:pos x="T4" y="T5"/>
              </a:cxn>
              <a:cxn ang="0">
                <a:pos x="T6" y="T7"/>
              </a:cxn>
              <a:cxn ang="0">
                <a:pos x="T8" y="T9"/>
              </a:cxn>
              <a:cxn ang="0">
                <a:pos x="T10" y="T11"/>
              </a:cxn>
            </a:cxnLst>
            <a:rect l="0" t="0" r="r" b="b"/>
            <a:pathLst>
              <a:path w="1409" h="986">
                <a:moveTo>
                  <a:pt x="1409" y="599"/>
                </a:moveTo>
                <a:cubicBezTo>
                  <a:pt x="916" y="72"/>
                  <a:pt x="916" y="72"/>
                  <a:pt x="916" y="72"/>
                </a:cubicBezTo>
                <a:cubicBezTo>
                  <a:pt x="864" y="17"/>
                  <a:pt x="784" y="0"/>
                  <a:pt x="715" y="30"/>
                </a:cubicBezTo>
                <a:cubicBezTo>
                  <a:pt x="294" y="210"/>
                  <a:pt x="294" y="210"/>
                  <a:pt x="294" y="210"/>
                </a:cubicBezTo>
                <a:cubicBezTo>
                  <a:pt x="222" y="241"/>
                  <a:pt x="168" y="304"/>
                  <a:pt x="149" y="380"/>
                </a:cubicBezTo>
                <a:cubicBezTo>
                  <a:pt x="0" y="986"/>
                  <a:pt x="0" y="986"/>
                  <a:pt x="0" y="986"/>
                </a:cubicBezTo>
              </a:path>
            </a:pathLst>
          </a:custGeom>
          <a:noFill/>
          <a:ln w="34925" cap="rnd">
            <a:solidFill>
              <a:schemeClr val="bg2">
                <a:lumMod val="8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7" name="Oval 10"/>
          <p:cNvSpPr>
            <a:spLocks noChangeArrowheads="1"/>
          </p:cNvSpPr>
          <p:nvPr/>
        </p:nvSpPr>
        <p:spPr bwMode="auto">
          <a:xfrm>
            <a:off x="329790" y="4650922"/>
            <a:ext cx="236936" cy="238801"/>
          </a:xfrm>
          <a:prstGeom prst="ellipse">
            <a:avLst/>
          </a:prstGeom>
          <a:solidFill>
            <a:schemeClr val="bg2">
              <a:lumMod val="8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3" name="Freeform 6"/>
          <p:cNvSpPr>
            <a:spLocks/>
          </p:cNvSpPr>
          <p:nvPr/>
        </p:nvSpPr>
        <p:spPr bwMode="auto">
          <a:xfrm>
            <a:off x="604037" y="2986779"/>
            <a:ext cx="3266723" cy="3147321"/>
          </a:xfrm>
          <a:custGeom>
            <a:avLst/>
            <a:gdLst>
              <a:gd name="T0" fmla="*/ 807 w 1353"/>
              <a:gd name="T1" fmla="*/ 1208 h 1306"/>
              <a:gd name="T2" fmla="*/ 1170 w 1353"/>
              <a:gd name="T3" fmla="*/ 1055 h 1306"/>
              <a:gd name="T4" fmla="*/ 1232 w 1353"/>
              <a:gd name="T5" fmla="*/ 990 h 1306"/>
              <a:gd name="T6" fmla="*/ 1330 w 1353"/>
              <a:gd name="T7" fmla="*/ 727 h 1306"/>
              <a:gd name="T8" fmla="*/ 1293 w 1353"/>
              <a:gd name="T9" fmla="*/ 541 h 1306"/>
              <a:gd name="T10" fmla="*/ 882 w 1353"/>
              <a:gd name="T11" fmla="*/ 89 h 1306"/>
              <a:gd name="T12" fmla="*/ 651 w 1353"/>
              <a:gd name="T13" fmla="*/ 34 h 1306"/>
              <a:gd name="T14" fmla="*/ 286 w 1353"/>
              <a:gd name="T15" fmla="*/ 188 h 1306"/>
              <a:gd name="T16" fmla="*/ 166 w 1353"/>
              <a:gd name="T17" fmla="*/ 327 h 1306"/>
              <a:gd name="T18" fmla="*/ 22 w 1353"/>
              <a:gd name="T19" fmla="*/ 883 h 1306"/>
              <a:gd name="T20" fmla="*/ 117 w 1353"/>
              <a:gd name="T21" fmla="*/ 1099 h 1306"/>
              <a:gd name="T22" fmla="*/ 445 w 1353"/>
              <a:gd name="T23" fmla="*/ 1275 h 1306"/>
              <a:gd name="T24" fmla="*/ 609 w 1353"/>
              <a:gd name="T25" fmla="*/ 1285 h 1306"/>
              <a:gd name="T26" fmla="*/ 807 w 1353"/>
              <a:gd name="T27" fmla="*/ 1208 h 13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353" h="1306">
                <a:moveTo>
                  <a:pt x="807" y="1208"/>
                </a:moveTo>
                <a:cubicBezTo>
                  <a:pt x="1170" y="1055"/>
                  <a:pt x="1170" y="1055"/>
                  <a:pt x="1170" y="1055"/>
                </a:cubicBezTo>
                <a:cubicBezTo>
                  <a:pt x="1199" y="1043"/>
                  <a:pt x="1221" y="1019"/>
                  <a:pt x="1232" y="990"/>
                </a:cubicBezTo>
                <a:cubicBezTo>
                  <a:pt x="1330" y="727"/>
                  <a:pt x="1330" y="727"/>
                  <a:pt x="1330" y="727"/>
                </a:cubicBezTo>
                <a:cubicBezTo>
                  <a:pt x="1353" y="663"/>
                  <a:pt x="1339" y="591"/>
                  <a:pt x="1293" y="541"/>
                </a:cubicBezTo>
                <a:cubicBezTo>
                  <a:pt x="882" y="89"/>
                  <a:pt x="882" y="89"/>
                  <a:pt x="882" y="89"/>
                </a:cubicBezTo>
                <a:cubicBezTo>
                  <a:pt x="826" y="22"/>
                  <a:pt x="732" y="0"/>
                  <a:pt x="651" y="34"/>
                </a:cubicBezTo>
                <a:cubicBezTo>
                  <a:pt x="286" y="188"/>
                  <a:pt x="286" y="188"/>
                  <a:pt x="286" y="188"/>
                </a:cubicBezTo>
                <a:cubicBezTo>
                  <a:pt x="226" y="213"/>
                  <a:pt x="182" y="264"/>
                  <a:pt x="166" y="327"/>
                </a:cubicBezTo>
                <a:cubicBezTo>
                  <a:pt x="22" y="883"/>
                  <a:pt x="22" y="883"/>
                  <a:pt x="22" y="883"/>
                </a:cubicBezTo>
                <a:cubicBezTo>
                  <a:pt x="0" y="968"/>
                  <a:pt x="40" y="1058"/>
                  <a:pt x="117" y="1099"/>
                </a:cubicBezTo>
                <a:cubicBezTo>
                  <a:pt x="445" y="1275"/>
                  <a:pt x="445" y="1275"/>
                  <a:pt x="445" y="1275"/>
                </a:cubicBezTo>
                <a:cubicBezTo>
                  <a:pt x="495" y="1302"/>
                  <a:pt x="555" y="1306"/>
                  <a:pt x="609" y="1285"/>
                </a:cubicBezTo>
                <a:lnTo>
                  <a:pt x="807" y="1208"/>
                </a:lnTo>
                <a:close/>
              </a:path>
            </a:pathLst>
          </a:custGeom>
          <a:noFill/>
          <a:ln w="15875" cap="rnd">
            <a:solidFill>
              <a:schemeClr val="bg2">
                <a:lumMod val="75000"/>
              </a:schemeClr>
            </a:solidFill>
            <a:prstDash val="sysDot"/>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0" name="Freeform 13"/>
          <p:cNvSpPr>
            <a:spLocks/>
          </p:cNvSpPr>
          <p:nvPr/>
        </p:nvSpPr>
        <p:spPr bwMode="auto">
          <a:xfrm>
            <a:off x="4498087" y="2803947"/>
            <a:ext cx="3313361" cy="3193961"/>
          </a:xfrm>
          <a:custGeom>
            <a:avLst/>
            <a:gdLst>
              <a:gd name="T0" fmla="*/ 819 w 1373"/>
              <a:gd name="T1" fmla="*/ 1226 h 1326"/>
              <a:gd name="T2" fmla="*/ 1188 w 1373"/>
              <a:gd name="T3" fmla="*/ 1071 h 1326"/>
              <a:gd name="T4" fmla="*/ 1250 w 1373"/>
              <a:gd name="T5" fmla="*/ 1005 h 1326"/>
              <a:gd name="T6" fmla="*/ 1349 w 1373"/>
              <a:gd name="T7" fmla="*/ 738 h 1326"/>
              <a:gd name="T8" fmla="*/ 1313 w 1373"/>
              <a:gd name="T9" fmla="*/ 549 h 1326"/>
              <a:gd name="T10" fmla="*/ 895 w 1373"/>
              <a:gd name="T11" fmla="*/ 91 h 1326"/>
              <a:gd name="T12" fmla="*/ 661 w 1373"/>
              <a:gd name="T13" fmla="*/ 35 h 1326"/>
              <a:gd name="T14" fmla="*/ 290 w 1373"/>
              <a:gd name="T15" fmla="*/ 191 h 1326"/>
              <a:gd name="T16" fmla="*/ 168 w 1373"/>
              <a:gd name="T17" fmla="*/ 332 h 1326"/>
              <a:gd name="T18" fmla="*/ 22 w 1373"/>
              <a:gd name="T19" fmla="*/ 897 h 1326"/>
              <a:gd name="T20" fmla="*/ 118 w 1373"/>
              <a:gd name="T21" fmla="*/ 1116 h 1326"/>
              <a:gd name="T22" fmla="*/ 451 w 1373"/>
              <a:gd name="T23" fmla="*/ 1294 h 1326"/>
              <a:gd name="T24" fmla="*/ 617 w 1373"/>
              <a:gd name="T25" fmla="*/ 1304 h 1326"/>
              <a:gd name="T26" fmla="*/ 819 w 1373"/>
              <a:gd name="T27" fmla="*/ 1226 h 13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373" h="1326">
                <a:moveTo>
                  <a:pt x="819" y="1226"/>
                </a:moveTo>
                <a:cubicBezTo>
                  <a:pt x="1188" y="1071"/>
                  <a:pt x="1188" y="1071"/>
                  <a:pt x="1188" y="1071"/>
                </a:cubicBezTo>
                <a:cubicBezTo>
                  <a:pt x="1217" y="1059"/>
                  <a:pt x="1239" y="1035"/>
                  <a:pt x="1250" y="1005"/>
                </a:cubicBezTo>
                <a:cubicBezTo>
                  <a:pt x="1349" y="738"/>
                  <a:pt x="1349" y="738"/>
                  <a:pt x="1349" y="738"/>
                </a:cubicBezTo>
                <a:cubicBezTo>
                  <a:pt x="1373" y="673"/>
                  <a:pt x="1359" y="600"/>
                  <a:pt x="1313" y="549"/>
                </a:cubicBezTo>
                <a:cubicBezTo>
                  <a:pt x="895" y="91"/>
                  <a:pt x="895" y="91"/>
                  <a:pt x="895" y="91"/>
                </a:cubicBezTo>
                <a:cubicBezTo>
                  <a:pt x="838" y="23"/>
                  <a:pt x="743" y="0"/>
                  <a:pt x="661" y="35"/>
                </a:cubicBezTo>
                <a:cubicBezTo>
                  <a:pt x="290" y="191"/>
                  <a:pt x="290" y="191"/>
                  <a:pt x="290" y="191"/>
                </a:cubicBezTo>
                <a:cubicBezTo>
                  <a:pt x="229" y="216"/>
                  <a:pt x="184" y="268"/>
                  <a:pt x="168" y="332"/>
                </a:cubicBezTo>
                <a:cubicBezTo>
                  <a:pt x="22" y="897"/>
                  <a:pt x="22" y="897"/>
                  <a:pt x="22" y="897"/>
                </a:cubicBezTo>
                <a:cubicBezTo>
                  <a:pt x="0" y="983"/>
                  <a:pt x="40" y="1074"/>
                  <a:pt x="118" y="1116"/>
                </a:cubicBezTo>
                <a:cubicBezTo>
                  <a:pt x="451" y="1294"/>
                  <a:pt x="451" y="1294"/>
                  <a:pt x="451" y="1294"/>
                </a:cubicBezTo>
                <a:cubicBezTo>
                  <a:pt x="502" y="1322"/>
                  <a:pt x="563" y="1326"/>
                  <a:pt x="617" y="1304"/>
                </a:cubicBezTo>
                <a:lnTo>
                  <a:pt x="819" y="1226"/>
                </a:lnTo>
                <a:close/>
              </a:path>
            </a:pathLst>
          </a:custGeom>
          <a:solidFill>
            <a:schemeClr val="bg1"/>
          </a:solidFill>
          <a:ln w="9525"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18" name="Freeform 11"/>
          <p:cNvSpPr>
            <a:spLocks/>
          </p:cNvSpPr>
          <p:nvPr/>
        </p:nvSpPr>
        <p:spPr bwMode="auto">
          <a:xfrm>
            <a:off x="4395477" y="2617384"/>
            <a:ext cx="3401046" cy="2376815"/>
          </a:xfrm>
          <a:custGeom>
            <a:avLst/>
            <a:gdLst>
              <a:gd name="T0" fmla="*/ 1409 w 1409"/>
              <a:gd name="T1" fmla="*/ 599 h 986"/>
              <a:gd name="T2" fmla="*/ 915 w 1409"/>
              <a:gd name="T3" fmla="*/ 72 h 986"/>
              <a:gd name="T4" fmla="*/ 715 w 1409"/>
              <a:gd name="T5" fmla="*/ 30 h 986"/>
              <a:gd name="T6" fmla="*/ 294 w 1409"/>
              <a:gd name="T7" fmla="*/ 210 h 986"/>
              <a:gd name="T8" fmla="*/ 149 w 1409"/>
              <a:gd name="T9" fmla="*/ 380 h 986"/>
              <a:gd name="T10" fmla="*/ 0 w 1409"/>
              <a:gd name="T11" fmla="*/ 986 h 986"/>
            </a:gdLst>
            <a:ahLst/>
            <a:cxnLst>
              <a:cxn ang="0">
                <a:pos x="T0" y="T1"/>
              </a:cxn>
              <a:cxn ang="0">
                <a:pos x="T2" y="T3"/>
              </a:cxn>
              <a:cxn ang="0">
                <a:pos x="T4" y="T5"/>
              </a:cxn>
              <a:cxn ang="0">
                <a:pos x="T6" y="T7"/>
              </a:cxn>
              <a:cxn ang="0">
                <a:pos x="T8" y="T9"/>
              </a:cxn>
              <a:cxn ang="0">
                <a:pos x="T10" y="T11"/>
              </a:cxn>
            </a:cxnLst>
            <a:rect l="0" t="0" r="r" b="b"/>
            <a:pathLst>
              <a:path w="1409" h="986">
                <a:moveTo>
                  <a:pt x="1409" y="599"/>
                </a:moveTo>
                <a:cubicBezTo>
                  <a:pt x="915" y="72"/>
                  <a:pt x="915" y="72"/>
                  <a:pt x="915" y="72"/>
                </a:cubicBezTo>
                <a:cubicBezTo>
                  <a:pt x="864" y="17"/>
                  <a:pt x="784" y="0"/>
                  <a:pt x="715" y="30"/>
                </a:cubicBezTo>
                <a:cubicBezTo>
                  <a:pt x="294" y="210"/>
                  <a:pt x="294" y="210"/>
                  <a:pt x="294" y="210"/>
                </a:cubicBezTo>
                <a:cubicBezTo>
                  <a:pt x="221" y="241"/>
                  <a:pt x="168" y="304"/>
                  <a:pt x="149" y="380"/>
                </a:cubicBezTo>
                <a:cubicBezTo>
                  <a:pt x="0" y="986"/>
                  <a:pt x="0" y="986"/>
                  <a:pt x="0" y="986"/>
                </a:cubicBezTo>
              </a:path>
            </a:pathLst>
          </a:custGeom>
          <a:noFill/>
          <a:ln w="34925" cap="rnd">
            <a:solidFill>
              <a:srgbClr val="605FC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3" name="Oval 16"/>
          <p:cNvSpPr>
            <a:spLocks noChangeArrowheads="1"/>
          </p:cNvSpPr>
          <p:nvPr/>
        </p:nvSpPr>
        <p:spPr bwMode="auto">
          <a:xfrm>
            <a:off x="4333911" y="4650922"/>
            <a:ext cx="238801" cy="238801"/>
          </a:xfrm>
          <a:prstGeom prst="ellipse">
            <a:avLst/>
          </a:prstGeom>
          <a:solidFill>
            <a:srgbClr val="605FC0"/>
          </a:solidFill>
          <a:ln>
            <a:noFill/>
          </a:ln>
        </p:spPr>
        <p:txBody>
          <a:bodyPr vert="horz" wrap="square" lIns="91440" tIns="45720" rIns="91440" bIns="45720" numCol="1" anchor="t" anchorCtr="0" compatLnSpc="1">
            <a:prstTxWarp prst="textNoShape">
              <a:avLst/>
            </a:prstTxWarp>
          </a:bodyPr>
          <a:lstStyle/>
          <a:p>
            <a:endParaRPr lang="en-US"/>
          </a:p>
        </p:txBody>
      </p:sp>
      <p:sp>
        <p:nvSpPr>
          <p:cNvPr id="19" name="Freeform 12"/>
          <p:cNvSpPr>
            <a:spLocks/>
          </p:cNvSpPr>
          <p:nvPr/>
        </p:nvSpPr>
        <p:spPr bwMode="auto">
          <a:xfrm>
            <a:off x="4610024" y="2986779"/>
            <a:ext cx="3266721" cy="3147321"/>
          </a:xfrm>
          <a:custGeom>
            <a:avLst/>
            <a:gdLst>
              <a:gd name="T0" fmla="*/ 807 w 1353"/>
              <a:gd name="T1" fmla="*/ 1208 h 1306"/>
              <a:gd name="T2" fmla="*/ 1170 w 1353"/>
              <a:gd name="T3" fmla="*/ 1055 h 1306"/>
              <a:gd name="T4" fmla="*/ 1232 w 1353"/>
              <a:gd name="T5" fmla="*/ 990 h 1306"/>
              <a:gd name="T6" fmla="*/ 1329 w 1353"/>
              <a:gd name="T7" fmla="*/ 727 h 1306"/>
              <a:gd name="T8" fmla="*/ 1293 w 1353"/>
              <a:gd name="T9" fmla="*/ 541 h 1306"/>
              <a:gd name="T10" fmla="*/ 882 w 1353"/>
              <a:gd name="T11" fmla="*/ 89 h 1306"/>
              <a:gd name="T12" fmla="*/ 651 w 1353"/>
              <a:gd name="T13" fmla="*/ 34 h 1306"/>
              <a:gd name="T14" fmla="*/ 286 w 1353"/>
              <a:gd name="T15" fmla="*/ 188 h 1306"/>
              <a:gd name="T16" fmla="*/ 165 w 1353"/>
              <a:gd name="T17" fmla="*/ 327 h 1306"/>
              <a:gd name="T18" fmla="*/ 22 w 1353"/>
              <a:gd name="T19" fmla="*/ 883 h 1306"/>
              <a:gd name="T20" fmla="*/ 117 w 1353"/>
              <a:gd name="T21" fmla="*/ 1099 h 1306"/>
              <a:gd name="T22" fmla="*/ 444 w 1353"/>
              <a:gd name="T23" fmla="*/ 1275 h 1306"/>
              <a:gd name="T24" fmla="*/ 608 w 1353"/>
              <a:gd name="T25" fmla="*/ 1285 h 1306"/>
              <a:gd name="T26" fmla="*/ 807 w 1353"/>
              <a:gd name="T27" fmla="*/ 1208 h 13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353" h="1306">
                <a:moveTo>
                  <a:pt x="807" y="1208"/>
                </a:moveTo>
                <a:cubicBezTo>
                  <a:pt x="1170" y="1055"/>
                  <a:pt x="1170" y="1055"/>
                  <a:pt x="1170" y="1055"/>
                </a:cubicBezTo>
                <a:cubicBezTo>
                  <a:pt x="1199" y="1043"/>
                  <a:pt x="1221" y="1019"/>
                  <a:pt x="1232" y="990"/>
                </a:cubicBezTo>
                <a:cubicBezTo>
                  <a:pt x="1329" y="727"/>
                  <a:pt x="1329" y="727"/>
                  <a:pt x="1329" y="727"/>
                </a:cubicBezTo>
                <a:cubicBezTo>
                  <a:pt x="1353" y="663"/>
                  <a:pt x="1339" y="591"/>
                  <a:pt x="1293" y="541"/>
                </a:cubicBezTo>
                <a:cubicBezTo>
                  <a:pt x="882" y="89"/>
                  <a:pt x="882" y="89"/>
                  <a:pt x="882" y="89"/>
                </a:cubicBezTo>
                <a:cubicBezTo>
                  <a:pt x="825" y="22"/>
                  <a:pt x="732" y="0"/>
                  <a:pt x="651" y="34"/>
                </a:cubicBezTo>
                <a:cubicBezTo>
                  <a:pt x="286" y="188"/>
                  <a:pt x="286" y="188"/>
                  <a:pt x="286" y="188"/>
                </a:cubicBezTo>
                <a:cubicBezTo>
                  <a:pt x="226" y="213"/>
                  <a:pt x="181" y="264"/>
                  <a:pt x="165" y="327"/>
                </a:cubicBezTo>
                <a:cubicBezTo>
                  <a:pt x="22" y="883"/>
                  <a:pt x="22" y="883"/>
                  <a:pt x="22" y="883"/>
                </a:cubicBezTo>
                <a:cubicBezTo>
                  <a:pt x="0" y="968"/>
                  <a:pt x="39" y="1058"/>
                  <a:pt x="117" y="1099"/>
                </a:cubicBezTo>
                <a:cubicBezTo>
                  <a:pt x="444" y="1275"/>
                  <a:pt x="444" y="1275"/>
                  <a:pt x="444" y="1275"/>
                </a:cubicBezTo>
                <a:cubicBezTo>
                  <a:pt x="495" y="1302"/>
                  <a:pt x="555" y="1306"/>
                  <a:pt x="608" y="1285"/>
                </a:cubicBezTo>
                <a:lnTo>
                  <a:pt x="807" y="1208"/>
                </a:lnTo>
                <a:close/>
              </a:path>
            </a:pathLst>
          </a:custGeom>
          <a:noFill/>
          <a:ln w="15875" cap="rnd">
            <a:solidFill>
              <a:schemeClr val="bg2">
                <a:lumMod val="75000"/>
              </a:schemeClr>
            </a:solidFill>
            <a:prstDash val="sysDot"/>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6" name="Freeform 19"/>
          <p:cNvSpPr>
            <a:spLocks/>
          </p:cNvSpPr>
          <p:nvPr/>
        </p:nvSpPr>
        <p:spPr bwMode="auto">
          <a:xfrm>
            <a:off x="8502207" y="2803947"/>
            <a:ext cx="3317093" cy="3193961"/>
          </a:xfrm>
          <a:custGeom>
            <a:avLst/>
            <a:gdLst>
              <a:gd name="T0" fmla="*/ 819 w 1374"/>
              <a:gd name="T1" fmla="*/ 1226 h 1326"/>
              <a:gd name="T2" fmla="*/ 1188 w 1374"/>
              <a:gd name="T3" fmla="*/ 1071 h 1326"/>
              <a:gd name="T4" fmla="*/ 1251 w 1374"/>
              <a:gd name="T5" fmla="*/ 1005 h 1326"/>
              <a:gd name="T6" fmla="*/ 1350 w 1374"/>
              <a:gd name="T7" fmla="*/ 738 h 1326"/>
              <a:gd name="T8" fmla="*/ 1313 w 1374"/>
              <a:gd name="T9" fmla="*/ 549 h 1326"/>
              <a:gd name="T10" fmla="*/ 896 w 1374"/>
              <a:gd name="T11" fmla="*/ 91 h 1326"/>
              <a:gd name="T12" fmla="*/ 661 w 1374"/>
              <a:gd name="T13" fmla="*/ 35 h 1326"/>
              <a:gd name="T14" fmla="*/ 290 w 1374"/>
              <a:gd name="T15" fmla="*/ 191 h 1326"/>
              <a:gd name="T16" fmla="*/ 168 w 1374"/>
              <a:gd name="T17" fmla="*/ 332 h 1326"/>
              <a:gd name="T18" fmla="*/ 23 w 1374"/>
              <a:gd name="T19" fmla="*/ 897 h 1326"/>
              <a:gd name="T20" fmla="*/ 119 w 1374"/>
              <a:gd name="T21" fmla="*/ 1116 h 1326"/>
              <a:gd name="T22" fmla="*/ 451 w 1374"/>
              <a:gd name="T23" fmla="*/ 1294 h 1326"/>
              <a:gd name="T24" fmla="*/ 618 w 1374"/>
              <a:gd name="T25" fmla="*/ 1304 h 1326"/>
              <a:gd name="T26" fmla="*/ 819 w 1374"/>
              <a:gd name="T27" fmla="*/ 1226 h 13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374" h="1326">
                <a:moveTo>
                  <a:pt x="819" y="1226"/>
                </a:moveTo>
                <a:cubicBezTo>
                  <a:pt x="1188" y="1071"/>
                  <a:pt x="1188" y="1071"/>
                  <a:pt x="1188" y="1071"/>
                </a:cubicBezTo>
                <a:cubicBezTo>
                  <a:pt x="1217" y="1059"/>
                  <a:pt x="1240" y="1035"/>
                  <a:pt x="1251" y="1005"/>
                </a:cubicBezTo>
                <a:cubicBezTo>
                  <a:pt x="1350" y="738"/>
                  <a:pt x="1350" y="738"/>
                  <a:pt x="1350" y="738"/>
                </a:cubicBezTo>
                <a:cubicBezTo>
                  <a:pt x="1374" y="673"/>
                  <a:pt x="1360" y="600"/>
                  <a:pt x="1313" y="549"/>
                </a:cubicBezTo>
                <a:cubicBezTo>
                  <a:pt x="896" y="91"/>
                  <a:pt x="896" y="91"/>
                  <a:pt x="896" y="91"/>
                </a:cubicBezTo>
                <a:cubicBezTo>
                  <a:pt x="838" y="23"/>
                  <a:pt x="743" y="0"/>
                  <a:pt x="661" y="35"/>
                </a:cubicBezTo>
                <a:cubicBezTo>
                  <a:pt x="290" y="191"/>
                  <a:pt x="290" y="191"/>
                  <a:pt x="290" y="191"/>
                </a:cubicBezTo>
                <a:cubicBezTo>
                  <a:pt x="230" y="216"/>
                  <a:pt x="184" y="268"/>
                  <a:pt x="168" y="332"/>
                </a:cubicBezTo>
                <a:cubicBezTo>
                  <a:pt x="23" y="897"/>
                  <a:pt x="23" y="897"/>
                  <a:pt x="23" y="897"/>
                </a:cubicBezTo>
                <a:cubicBezTo>
                  <a:pt x="0" y="983"/>
                  <a:pt x="40" y="1074"/>
                  <a:pt x="119" y="1116"/>
                </a:cubicBezTo>
                <a:cubicBezTo>
                  <a:pt x="451" y="1294"/>
                  <a:pt x="451" y="1294"/>
                  <a:pt x="451" y="1294"/>
                </a:cubicBezTo>
                <a:cubicBezTo>
                  <a:pt x="503" y="1322"/>
                  <a:pt x="563" y="1326"/>
                  <a:pt x="618" y="1304"/>
                </a:cubicBezTo>
                <a:lnTo>
                  <a:pt x="819" y="1226"/>
                </a:lnTo>
                <a:close/>
              </a:path>
            </a:pathLst>
          </a:custGeom>
          <a:solidFill>
            <a:schemeClr val="bg1"/>
          </a:solidFill>
          <a:ln w="9525"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4" name="Freeform 17"/>
          <p:cNvSpPr>
            <a:spLocks/>
          </p:cNvSpPr>
          <p:nvPr/>
        </p:nvSpPr>
        <p:spPr bwMode="auto">
          <a:xfrm>
            <a:off x="8401462" y="2617384"/>
            <a:ext cx="3401047" cy="2376815"/>
          </a:xfrm>
          <a:custGeom>
            <a:avLst/>
            <a:gdLst>
              <a:gd name="T0" fmla="*/ 1409 w 1409"/>
              <a:gd name="T1" fmla="*/ 599 h 986"/>
              <a:gd name="T2" fmla="*/ 916 w 1409"/>
              <a:gd name="T3" fmla="*/ 72 h 986"/>
              <a:gd name="T4" fmla="*/ 716 w 1409"/>
              <a:gd name="T5" fmla="*/ 30 h 986"/>
              <a:gd name="T6" fmla="*/ 294 w 1409"/>
              <a:gd name="T7" fmla="*/ 210 h 986"/>
              <a:gd name="T8" fmla="*/ 150 w 1409"/>
              <a:gd name="T9" fmla="*/ 380 h 986"/>
              <a:gd name="T10" fmla="*/ 0 w 1409"/>
              <a:gd name="T11" fmla="*/ 986 h 986"/>
            </a:gdLst>
            <a:ahLst/>
            <a:cxnLst>
              <a:cxn ang="0">
                <a:pos x="T0" y="T1"/>
              </a:cxn>
              <a:cxn ang="0">
                <a:pos x="T2" y="T3"/>
              </a:cxn>
              <a:cxn ang="0">
                <a:pos x="T4" y="T5"/>
              </a:cxn>
              <a:cxn ang="0">
                <a:pos x="T6" y="T7"/>
              </a:cxn>
              <a:cxn ang="0">
                <a:pos x="T8" y="T9"/>
              </a:cxn>
              <a:cxn ang="0">
                <a:pos x="T10" y="T11"/>
              </a:cxn>
            </a:cxnLst>
            <a:rect l="0" t="0" r="r" b="b"/>
            <a:pathLst>
              <a:path w="1409" h="986">
                <a:moveTo>
                  <a:pt x="1409" y="599"/>
                </a:moveTo>
                <a:cubicBezTo>
                  <a:pt x="916" y="72"/>
                  <a:pt x="916" y="72"/>
                  <a:pt x="916" y="72"/>
                </a:cubicBezTo>
                <a:cubicBezTo>
                  <a:pt x="865" y="17"/>
                  <a:pt x="785" y="0"/>
                  <a:pt x="716" y="30"/>
                </a:cubicBezTo>
                <a:cubicBezTo>
                  <a:pt x="294" y="210"/>
                  <a:pt x="294" y="210"/>
                  <a:pt x="294" y="210"/>
                </a:cubicBezTo>
                <a:cubicBezTo>
                  <a:pt x="222" y="241"/>
                  <a:pt x="168" y="304"/>
                  <a:pt x="150" y="380"/>
                </a:cubicBezTo>
                <a:cubicBezTo>
                  <a:pt x="0" y="986"/>
                  <a:pt x="0" y="986"/>
                  <a:pt x="0" y="986"/>
                </a:cubicBezTo>
              </a:path>
            </a:pathLst>
          </a:custGeom>
          <a:noFill/>
          <a:ln w="34925" cap="rnd">
            <a:solidFill>
              <a:schemeClr val="bg2">
                <a:lumMod val="8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9" name="Oval 22"/>
          <p:cNvSpPr>
            <a:spLocks noChangeArrowheads="1"/>
          </p:cNvSpPr>
          <p:nvPr/>
        </p:nvSpPr>
        <p:spPr bwMode="auto">
          <a:xfrm>
            <a:off x="8339896" y="4650922"/>
            <a:ext cx="236936" cy="238801"/>
          </a:xfrm>
          <a:prstGeom prst="ellipse">
            <a:avLst/>
          </a:prstGeom>
          <a:solidFill>
            <a:schemeClr val="bg2">
              <a:lumMod val="8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5" name="Freeform 18"/>
          <p:cNvSpPr>
            <a:spLocks/>
          </p:cNvSpPr>
          <p:nvPr/>
        </p:nvSpPr>
        <p:spPr bwMode="auto">
          <a:xfrm>
            <a:off x="8617876" y="2986779"/>
            <a:ext cx="3262990" cy="3147321"/>
          </a:xfrm>
          <a:custGeom>
            <a:avLst/>
            <a:gdLst>
              <a:gd name="T0" fmla="*/ 806 w 1352"/>
              <a:gd name="T1" fmla="*/ 1208 h 1306"/>
              <a:gd name="T2" fmla="*/ 1169 w 1352"/>
              <a:gd name="T3" fmla="*/ 1055 h 1306"/>
              <a:gd name="T4" fmla="*/ 1231 w 1352"/>
              <a:gd name="T5" fmla="*/ 990 h 1306"/>
              <a:gd name="T6" fmla="*/ 1329 w 1352"/>
              <a:gd name="T7" fmla="*/ 727 h 1306"/>
              <a:gd name="T8" fmla="*/ 1292 w 1352"/>
              <a:gd name="T9" fmla="*/ 541 h 1306"/>
              <a:gd name="T10" fmla="*/ 881 w 1352"/>
              <a:gd name="T11" fmla="*/ 89 h 1306"/>
              <a:gd name="T12" fmla="*/ 650 w 1352"/>
              <a:gd name="T13" fmla="*/ 34 h 1306"/>
              <a:gd name="T14" fmla="*/ 285 w 1352"/>
              <a:gd name="T15" fmla="*/ 188 h 1306"/>
              <a:gd name="T16" fmla="*/ 165 w 1352"/>
              <a:gd name="T17" fmla="*/ 327 h 1306"/>
              <a:gd name="T18" fmla="*/ 21 w 1352"/>
              <a:gd name="T19" fmla="*/ 883 h 1306"/>
              <a:gd name="T20" fmla="*/ 116 w 1352"/>
              <a:gd name="T21" fmla="*/ 1099 h 1306"/>
              <a:gd name="T22" fmla="*/ 444 w 1352"/>
              <a:gd name="T23" fmla="*/ 1275 h 1306"/>
              <a:gd name="T24" fmla="*/ 608 w 1352"/>
              <a:gd name="T25" fmla="*/ 1285 h 1306"/>
              <a:gd name="T26" fmla="*/ 806 w 1352"/>
              <a:gd name="T27" fmla="*/ 1208 h 13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352" h="1306">
                <a:moveTo>
                  <a:pt x="806" y="1208"/>
                </a:moveTo>
                <a:cubicBezTo>
                  <a:pt x="1169" y="1055"/>
                  <a:pt x="1169" y="1055"/>
                  <a:pt x="1169" y="1055"/>
                </a:cubicBezTo>
                <a:cubicBezTo>
                  <a:pt x="1198" y="1043"/>
                  <a:pt x="1220" y="1019"/>
                  <a:pt x="1231" y="990"/>
                </a:cubicBezTo>
                <a:cubicBezTo>
                  <a:pt x="1329" y="727"/>
                  <a:pt x="1329" y="727"/>
                  <a:pt x="1329" y="727"/>
                </a:cubicBezTo>
                <a:cubicBezTo>
                  <a:pt x="1352" y="663"/>
                  <a:pt x="1338" y="591"/>
                  <a:pt x="1292" y="541"/>
                </a:cubicBezTo>
                <a:cubicBezTo>
                  <a:pt x="881" y="89"/>
                  <a:pt x="881" y="89"/>
                  <a:pt x="881" y="89"/>
                </a:cubicBezTo>
                <a:cubicBezTo>
                  <a:pt x="825" y="22"/>
                  <a:pt x="731" y="0"/>
                  <a:pt x="650" y="34"/>
                </a:cubicBezTo>
                <a:cubicBezTo>
                  <a:pt x="285" y="188"/>
                  <a:pt x="285" y="188"/>
                  <a:pt x="285" y="188"/>
                </a:cubicBezTo>
                <a:cubicBezTo>
                  <a:pt x="225" y="213"/>
                  <a:pt x="181" y="264"/>
                  <a:pt x="165" y="327"/>
                </a:cubicBezTo>
                <a:cubicBezTo>
                  <a:pt x="21" y="883"/>
                  <a:pt x="21" y="883"/>
                  <a:pt x="21" y="883"/>
                </a:cubicBezTo>
                <a:cubicBezTo>
                  <a:pt x="0" y="968"/>
                  <a:pt x="39" y="1058"/>
                  <a:pt x="116" y="1099"/>
                </a:cubicBezTo>
                <a:cubicBezTo>
                  <a:pt x="444" y="1275"/>
                  <a:pt x="444" y="1275"/>
                  <a:pt x="444" y="1275"/>
                </a:cubicBezTo>
                <a:cubicBezTo>
                  <a:pt x="494" y="1302"/>
                  <a:pt x="554" y="1306"/>
                  <a:pt x="608" y="1285"/>
                </a:cubicBezTo>
                <a:lnTo>
                  <a:pt x="806" y="1208"/>
                </a:lnTo>
                <a:close/>
              </a:path>
            </a:pathLst>
          </a:custGeom>
          <a:noFill/>
          <a:ln w="15875" cap="rnd">
            <a:solidFill>
              <a:schemeClr val="bg2">
                <a:lumMod val="75000"/>
              </a:schemeClr>
            </a:solidFill>
            <a:prstDash val="sysDot"/>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0" name="TextBox 39"/>
          <p:cNvSpPr txBox="1"/>
          <p:nvPr/>
        </p:nvSpPr>
        <p:spPr>
          <a:xfrm>
            <a:off x="5501704" y="3791044"/>
            <a:ext cx="1306127" cy="553998"/>
          </a:xfrm>
          <a:prstGeom prst="rect">
            <a:avLst/>
          </a:prstGeom>
          <a:noFill/>
        </p:spPr>
        <p:txBody>
          <a:bodyPr wrap="none" rtlCol="0">
            <a:spAutoFit/>
          </a:bodyPr>
          <a:lstStyle/>
          <a:p>
            <a:pPr algn="ctr"/>
            <a:r>
              <a:rPr lang="en-US" sz="1500" b="1">
                <a:latin typeface="Open Sans" panose="020B0606030504020204" pitchFamily="34" charset="0"/>
                <a:ea typeface="Open Sans" panose="020B0606030504020204" pitchFamily="34" charset="0"/>
                <a:cs typeface="Open Sans" panose="020B0606030504020204" pitchFamily="34" charset="0"/>
              </a:rPr>
              <a:t>Operations </a:t>
            </a:r>
          </a:p>
          <a:p>
            <a:pPr algn="ctr"/>
            <a:r>
              <a:rPr lang="en-US" sz="1500" b="1">
                <a:latin typeface="Open Sans" panose="020B0606030504020204" pitchFamily="34" charset="0"/>
                <a:ea typeface="Open Sans" panose="020B0606030504020204" pitchFamily="34" charset="0"/>
                <a:cs typeface="Open Sans" panose="020B0606030504020204" pitchFamily="34" charset="0"/>
              </a:rPr>
              <a:t>Here</a:t>
            </a:r>
          </a:p>
        </p:txBody>
      </p:sp>
      <p:sp>
        <p:nvSpPr>
          <p:cNvPr id="41" name="TextBox 40">
            <a:extLst>
              <a:ext uri="{FF2B5EF4-FFF2-40B4-BE49-F238E27FC236}">
                <a16:creationId xmlns:a16="http://schemas.microsoft.com/office/drawing/2014/main" id="{71531515-C2E7-1A5A-8FA5-9D3D2125F507}"/>
              </a:ext>
            </a:extLst>
          </p:cNvPr>
          <p:cNvSpPr txBox="1"/>
          <p:nvPr/>
        </p:nvSpPr>
        <p:spPr>
          <a:xfrm>
            <a:off x="4974267" y="4494902"/>
            <a:ext cx="2361001" cy="1098442"/>
          </a:xfrm>
          <a:prstGeom prst="rect">
            <a:avLst/>
          </a:prstGeom>
          <a:noFill/>
        </p:spPr>
        <p:txBody>
          <a:bodyPr wrap="square" rtlCol="0">
            <a:spAutoFit/>
          </a:bodyPr>
          <a:lstStyle/>
          <a:p>
            <a:pPr algn="ctr">
              <a:lnSpc>
                <a:spcPts val="1600"/>
              </a:lnSpc>
            </a:pPr>
            <a:r>
              <a:rPr lang="en-US" sz="95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Relying meaningful publishing</a:t>
            </a:r>
          </a:p>
          <a:p>
            <a:pPr algn="ctr">
              <a:lnSpc>
                <a:spcPts val="1600"/>
              </a:lnSpc>
            </a:pPr>
            <a:r>
              <a:rPr lang="en-US" sz="95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graphic elites design sit Lorem ipsum amen text dolor commonly</a:t>
            </a:r>
          </a:p>
          <a:p>
            <a:pPr algn="ctr">
              <a:lnSpc>
                <a:spcPts val="1600"/>
              </a:lnSpc>
            </a:pPr>
            <a:r>
              <a:rPr lang="en-US" sz="95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used. elites design Lorem</a:t>
            </a:r>
          </a:p>
          <a:p>
            <a:pPr algn="ctr">
              <a:lnSpc>
                <a:spcPts val="1600"/>
              </a:lnSpc>
            </a:pPr>
            <a:r>
              <a:rPr lang="en-US" sz="95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ipsum amen</a:t>
            </a:r>
          </a:p>
        </p:txBody>
      </p:sp>
      <p:sp>
        <p:nvSpPr>
          <p:cNvPr id="42" name="Freeform 64"/>
          <p:cNvSpPr>
            <a:spLocks noEditPoints="1"/>
          </p:cNvSpPr>
          <p:nvPr/>
        </p:nvSpPr>
        <p:spPr bwMode="auto">
          <a:xfrm>
            <a:off x="5932970" y="3241886"/>
            <a:ext cx="443595" cy="443595"/>
          </a:xfrm>
          <a:custGeom>
            <a:avLst/>
            <a:gdLst>
              <a:gd name="T0" fmla="*/ 137 w 160"/>
              <a:gd name="T1" fmla="*/ 60 h 160"/>
              <a:gd name="T2" fmla="*/ 143 w 160"/>
              <a:gd name="T3" fmla="*/ 41 h 160"/>
              <a:gd name="T4" fmla="*/ 132 w 160"/>
              <a:gd name="T5" fmla="*/ 18 h 160"/>
              <a:gd name="T6" fmla="*/ 119 w 160"/>
              <a:gd name="T7" fmla="*/ 17 h 160"/>
              <a:gd name="T8" fmla="*/ 100 w 160"/>
              <a:gd name="T9" fmla="*/ 23 h 160"/>
              <a:gd name="T10" fmla="*/ 87 w 160"/>
              <a:gd name="T11" fmla="*/ 0 h 160"/>
              <a:gd name="T12" fmla="*/ 63 w 160"/>
              <a:gd name="T13" fmla="*/ 8 h 160"/>
              <a:gd name="T14" fmla="*/ 54 w 160"/>
              <a:gd name="T15" fmla="*/ 26 h 160"/>
              <a:gd name="T16" fmla="*/ 35 w 160"/>
              <a:gd name="T17" fmla="*/ 16 h 160"/>
              <a:gd name="T18" fmla="*/ 18 w 160"/>
              <a:gd name="T19" fmla="*/ 28 h 160"/>
              <a:gd name="T20" fmla="*/ 26 w 160"/>
              <a:gd name="T21" fmla="*/ 54 h 160"/>
              <a:gd name="T22" fmla="*/ 8 w 160"/>
              <a:gd name="T23" fmla="*/ 63 h 160"/>
              <a:gd name="T24" fmla="*/ 0 w 160"/>
              <a:gd name="T25" fmla="*/ 87 h 160"/>
              <a:gd name="T26" fmla="*/ 23 w 160"/>
              <a:gd name="T27" fmla="*/ 100 h 160"/>
              <a:gd name="T28" fmla="*/ 17 w 160"/>
              <a:gd name="T29" fmla="*/ 119 h 160"/>
              <a:gd name="T30" fmla="*/ 28 w 160"/>
              <a:gd name="T31" fmla="*/ 141 h 160"/>
              <a:gd name="T32" fmla="*/ 41 w 160"/>
              <a:gd name="T33" fmla="*/ 143 h 160"/>
              <a:gd name="T34" fmla="*/ 60 w 160"/>
              <a:gd name="T35" fmla="*/ 137 h 160"/>
              <a:gd name="T36" fmla="*/ 73 w 160"/>
              <a:gd name="T37" fmla="*/ 160 h 160"/>
              <a:gd name="T38" fmla="*/ 97 w 160"/>
              <a:gd name="T39" fmla="*/ 152 h 160"/>
              <a:gd name="T40" fmla="*/ 106 w 160"/>
              <a:gd name="T41" fmla="*/ 134 h 160"/>
              <a:gd name="T42" fmla="*/ 125 w 160"/>
              <a:gd name="T43" fmla="*/ 144 h 160"/>
              <a:gd name="T44" fmla="*/ 141 w 160"/>
              <a:gd name="T45" fmla="*/ 132 h 160"/>
              <a:gd name="T46" fmla="*/ 134 w 160"/>
              <a:gd name="T47" fmla="*/ 106 h 160"/>
              <a:gd name="T48" fmla="*/ 152 w 160"/>
              <a:gd name="T49" fmla="*/ 97 h 160"/>
              <a:gd name="T50" fmla="*/ 160 w 160"/>
              <a:gd name="T51" fmla="*/ 73 h 160"/>
              <a:gd name="T52" fmla="*/ 135 w 160"/>
              <a:gd name="T53" fmla="*/ 90 h 160"/>
              <a:gd name="T54" fmla="*/ 125 w 160"/>
              <a:gd name="T55" fmla="*/ 102 h 160"/>
              <a:gd name="T56" fmla="*/ 134 w 160"/>
              <a:gd name="T57" fmla="*/ 125 h 160"/>
              <a:gd name="T58" fmla="*/ 112 w 160"/>
              <a:gd name="T59" fmla="*/ 126 h 160"/>
              <a:gd name="T60" fmla="*/ 102 w 160"/>
              <a:gd name="T61" fmla="*/ 125 h 160"/>
              <a:gd name="T62" fmla="*/ 90 w 160"/>
              <a:gd name="T63" fmla="*/ 135 h 160"/>
              <a:gd name="T64" fmla="*/ 73 w 160"/>
              <a:gd name="T65" fmla="*/ 150 h 160"/>
              <a:gd name="T66" fmla="*/ 64 w 160"/>
              <a:gd name="T67" fmla="*/ 127 h 160"/>
              <a:gd name="T68" fmla="*/ 54 w 160"/>
              <a:gd name="T69" fmla="*/ 124 h 160"/>
              <a:gd name="T70" fmla="*/ 35 w 160"/>
              <a:gd name="T71" fmla="*/ 134 h 160"/>
              <a:gd name="T72" fmla="*/ 34 w 160"/>
              <a:gd name="T73" fmla="*/ 112 h 160"/>
              <a:gd name="T74" fmla="*/ 33 w 160"/>
              <a:gd name="T75" fmla="*/ 96 h 160"/>
              <a:gd name="T76" fmla="*/ 10 w 160"/>
              <a:gd name="T77" fmla="*/ 87 h 160"/>
              <a:gd name="T78" fmla="*/ 25 w 160"/>
              <a:gd name="T79" fmla="*/ 70 h 160"/>
              <a:gd name="T80" fmla="*/ 35 w 160"/>
              <a:gd name="T81" fmla="*/ 58 h 160"/>
              <a:gd name="T82" fmla="*/ 26 w 160"/>
              <a:gd name="T83" fmla="*/ 35 h 160"/>
              <a:gd name="T84" fmla="*/ 48 w 160"/>
              <a:gd name="T85" fmla="*/ 34 h 160"/>
              <a:gd name="T86" fmla="*/ 58 w 160"/>
              <a:gd name="T87" fmla="*/ 35 h 160"/>
              <a:gd name="T88" fmla="*/ 70 w 160"/>
              <a:gd name="T89" fmla="*/ 25 h 160"/>
              <a:gd name="T90" fmla="*/ 87 w 160"/>
              <a:gd name="T91" fmla="*/ 10 h 160"/>
              <a:gd name="T92" fmla="*/ 96 w 160"/>
              <a:gd name="T93" fmla="*/ 33 h 160"/>
              <a:gd name="T94" fmla="*/ 106 w 160"/>
              <a:gd name="T95" fmla="*/ 36 h 160"/>
              <a:gd name="T96" fmla="*/ 125 w 160"/>
              <a:gd name="T97" fmla="*/ 26 h 160"/>
              <a:gd name="T98" fmla="*/ 126 w 160"/>
              <a:gd name="T99" fmla="*/ 48 h 160"/>
              <a:gd name="T100" fmla="*/ 127 w 160"/>
              <a:gd name="T101" fmla="*/ 64 h 160"/>
              <a:gd name="T102" fmla="*/ 150 w 160"/>
              <a:gd name="T103" fmla="*/ 73 h 160"/>
              <a:gd name="T104" fmla="*/ 135 w 160"/>
              <a:gd name="T105" fmla="*/ 90 h 160"/>
              <a:gd name="T106" fmla="*/ 45 w 160"/>
              <a:gd name="T107" fmla="*/ 80 h 160"/>
              <a:gd name="T108" fmla="*/ 115 w 160"/>
              <a:gd name="T109" fmla="*/ 80 h 160"/>
              <a:gd name="T110" fmla="*/ 80 w 160"/>
              <a:gd name="T111" fmla="*/ 111 h 160"/>
              <a:gd name="T112" fmla="*/ 80 w 160"/>
              <a:gd name="T113" fmla="*/ 49 h 160"/>
              <a:gd name="T114" fmla="*/ 80 w 160"/>
              <a:gd name="T115" fmla="*/ 111 h 160"/>
              <a:gd name="T116" fmla="*/ 60 w 160"/>
              <a:gd name="T117" fmla="*/ 80 h 160"/>
              <a:gd name="T118" fmla="*/ 100 w 160"/>
              <a:gd name="T119" fmla="*/ 80 h 160"/>
              <a:gd name="T120" fmla="*/ 80 w 160"/>
              <a:gd name="T121" fmla="*/ 95 h 160"/>
              <a:gd name="T122" fmla="*/ 80 w 160"/>
              <a:gd name="T123" fmla="*/ 65 h 160"/>
              <a:gd name="T124" fmla="*/ 80 w 160"/>
              <a:gd name="T125" fmla="*/ 95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60" h="160">
                <a:moveTo>
                  <a:pt x="152" y="63"/>
                </a:moveTo>
                <a:cubicBezTo>
                  <a:pt x="137" y="60"/>
                  <a:pt x="137" y="60"/>
                  <a:pt x="137" y="60"/>
                </a:cubicBezTo>
                <a:cubicBezTo>
                  <a:pt x="136" y="58"/>
                  <a:pt x="135" y="56"/>
                  <a:pt x="134" y="54"/>
                </a:cubicBezTo>
                <a:cubicBezTo>
                  <a:pt x="143" y="41"/>
                  <a:pt x="143" y="41"/>
                  <a:pt x="143" y="41"/>
                </a:cubicBezTo>
                <a:cubicBezTo>
                  <a:pt x="145" y="37"/>
                  <a:pt x="145" y="32"/>
                  <a:pt x="141" y="28"/>
                </a:cubicBezTo>
                <a:cubicBezTo>
                  <a:pt x="132" y="18"/>
                  <a:pt x="132" y="18"/>
                  <a:pt x="132" y="18"/>
                </a:cubicBezTo>
                <a:cubicBezTo>
                  <a:pt x="130" y="17"/>
                  <a:pt x="127" y="16"/>
                  <a:pt x="125" y="16"/>
                </a:cubicBezTo>
                <a:cubicBezTo>
                  <a:pt x="123" y="16"/>
                  <a:pt x="121" y="16"/>
                  <a:pt x="119" y="17"/>
                </a:cubicBezTo>
                <a:cubicBezTo>
                  <a:pt x="106" y="26"/>
                  <a:pt x="106" y="26"/>
                  <a:pt x="106" y="26"/>
                </a:cubicBezTo>
                <a:cubicBezTo>
                  <a:pt x="104" y="25"/>
                  <a:pt x="102" y="24"/>
                  <a:pt x="100" y="23"/>
                </a:cubicBezTo>
                <a:cubicBezTo>
                  <a:pt x="97" y="8"/>
                  <a:pt x="97" y="8"/>
                  <a:pt x="97" y="8"/>
                </a:cubicBezTo>
                <a:cubicBezTo>
                  <a:pt x="96" y="3"/>
                  <a:pt x="92" y="0"/>
                  <a:pt x="87" y="0"/>
                </a:cubicBezTo>
                <a:cubicBezTo>
                  <a:pt x="73" y="0"/>
                  <a:pt x="73" y="0"/>
                  <a:pt x="73" y="0"/>
                </a:cubicBezTo>
                <a:cubicBezTo>
                  <a:pt x="68" y="0"/>
                  <a:pt x="64" y="3"/>
                  <a:pt x="63" y="8"/>
                </a:cubicBezTo>
                <a:cubicBezTo>
                  <a:pt x="60" y="23"/>
                  <a:pt x="60" y="23"/>
                  <a:pt x="60" y="23"/>
                </a:cubicBezTo>
                <a:cubicBezTo>
                  <a:pt x="58" y="24"/>
                  <a:pt x="56" y="25"/>
                  <a:pt x="54" y="26"/>
                </a:cubicBezTo>
                <a:cubicBezTo>
                  <a:pt x="41" y="17"/>
                  <a:pt x="41" y="17"/>
                  <a:pt x="41" y="17"/>
                </a:cubicBezTo>
                <a:cubicBezTo>
                  <a:pt x="39" y="16"/>
                  <a:pt x="37" y="16"/>
                  <a:pt x="35" y="16"/>
                </a:cubicBezTo>
                <a:cubicBezTo>
                  <a:pt x="33" y="16"/>
                  <a:pt x="30" y="17"/>
                  <a:pt x="28" y="18"/>
                </a:cubicBezTo>
                <a:cubicBezTo>
                  <a:pt x="18" y="28"/>
                  <a:pt x="18" y="28"/>
                  <a:pt x="18" y="28"/>
                </a:cubicBezTo>
                <a:cubicBezTo>
                  <a:pt x="15" y="32"/>
                  <a:pt x="15" y="37"/>
                  <a:pt x="17" y="41"/>
                </a:cubicBezTo>
                <a:cubicBezTo>
                  <a:pt x="26" y="54"/>
                  <a:pt x="26" y="54"/>
                  <a:pt x="26" y="54"/>
                </a:cubicBezTo>
                <a:cubicBezTo>
                  <a:pt x="25" y="56"/>
                  <a:pt x="24" y="58"/>
                  <a:pt x="23" y="60"/>
                </a:cubicBezTo>
                <a:cubicBezTo>
                  <a:pt x="8" y="63"/>
                  <a:pt x="8" y="63"/>
                  <a:pt x="8" y="63"/>
                </a:cubicBezTo>
                <a:cubicBezTo>
                  <a:pt x="3" y="64"/>
                  <a:pt x="0" y="68"/>
                  <a:pt x="0" y="73"/>
                </a:cubicBezTo>
                <a:cubicBezTo>
                  <a:pt x="0" y="87"/>
                  <a:pt x="0" y="87"/>
                  <a:pt x="0" y="87"/>
                </a:cubicBezTo>
                <a:cubicBezTo>
                  <a:pt x="0" y="92"/>
                  <a:pt x="3" y="96"/>
                  <a:pt x="8" y="97"/>
                </a:cubicBezTo>
                <a:cubicBezTo>
                  <a:pt x="23" y="100"/>
                  <a:pt x="23" y="100"/>
                  <a:pt x="23" y="100"/>
                </a:cubicBezTo>
                <a:cubicBezTo>
                  <a:pt x="24" y="102"/>
                  <a:pt x="25" y="104"/>
                  <a:pt x="26" y="106"/>
                </a:cubicBezTo>
                <a:cubicBezTo>
                  <a:pt x="17" y="119"/>
                  <a:pt x="17" y="119"/>
                  <a:pt x="17" y="119"/>
                </a:cubicBezTo>
                <a:cubicBezTo>
                  <a:pt x="15" y="123"/>
                  <a:pt x="15" y="128"/>
                  <a:pt x="18" y="132"/>
                </a:cubicBezTo>
                <a:cubicBezTo>
                  <a:pt x="28" y="141"/>
                  <a:pt x="28" y="141"/>
                  <a:pt x="28" y="141"/>
                </a:cubicBezTo>
                <a:cubicBezTo>
                  <a:pt x="30" y="143"/>
                  <a:pt x="33" y="144"/>
                  <a:pt x="35" y="144"/>
                </a:cubicBezTo>
                <a:cubicBezTo>
                  <a:pt x="37" y="144"/>
                  <a:pt x="39" y="144"/>
                  <a:pt x="41" y="143"/>
                </a:cubicBezTo>
                <a:cubicBezTo>
                  <a:pt x="54" y="134"/>
                  <a:pt x="54" y="134"/>
                  <a:pt x="54" y="134"/>
                </a:cubicBezTo>
                <a:cubicBezTo>
                  <a:pt x="56" y="135"/>
                  <a:pt x="58" y="136"/>
                  <a:pt x="60" y="137"/>
                </a:cubicBezTo>
                <a:cubicBezTo>
                  <a:pt x="63" y="152"/>
                  <a:pt x="63" y="152"/>
                  <a:pt x="63" y="152"/>
                </a:cubicBezTo>
                <a:cubicBezTo>
                  <a:pt x="64" y="157"/>
                  <a:pt x="68" y="160"/>
                  <a:pt x="73" y="160"/>
                </a:cubicBezTo>
                <a:cubicBezTo>
                  <a:pt x="87" y="160"/>
                  <a:pt x="87" y="160"/>
                  <a:pt x="87" y="160"/>
                </a:cubicBezTo>
                <a:cubicBezTo>
                  <a:pt x="92" y="160"/>
                  <a:pt x="96" y="157"/>
                  <a:pt x="97" y="152"/>
                </a:cubicBezTo>
                <a:cubicBezTo>
                  <a:pt x="100" y="137"/>
                  <a:pt x="100" y="137"/>
                  <a:pt x="100" y="137"/>
                </a:cubicBezTo>
                <a:cubicBezTo>
                  <a:pt x="102" y="136"/>
                  <a:pt x="104" y="135"/>
                  <a:pt x="106" y="134"/>
                </a:cubicBezTo>
                <a:cubicBezTo>
                  <a:pt x="119" y="143"/>
                  <a:pt x="119" y="143"/>
                  <a:pt x="119" y="143"/>
                </a:cubicBezTo>
                <a:cubicBezTo>
                  <a:pt x="121" y="144"/>
                  <a:pt x="123" y="144"/>
                  <a:pt x="125" y="144"/>
                </a:cubicBezTo>
                <a:cubicBezTo>
                  <a:pt x="127" y="144"/>
                  <a:pt x="130" y="143"/>
                  <a:pt x="132" y="141"/>
                </a:cubicBezTo>
                <a:cubicBezTo>
                  <a:pt x="141" y="132"/>
                  <a:pt x="141" y="132"/>
                  <a:pt x="141" y="132"/>
                </a:cubicBezTo>
                <a:cubicBezTo>
                  <a:pt x="145" y="128"/>
                  <a:pt x="145" y="123"/>
                  <a:pt x="143" y="119"/>
                </a:cubicBezTo>
                <a:cubicBezTo>
                  <a:pt x="134" y="106"/>
                  <a:pt x="134" y="106"/>
                  <a:pt x="134" y="106"/>
                </a:cubicBezTo>
                <a:cubicBezTo>
                  <a:pt x="135" y="104"/>
                  <a:pt x="136" y="102"/>
                  <a:pt x="137" y="100"/>
                </a:cubicBezTo>
                <a:cubicBezTo>
                  <a:pt x="152" y="97"/>
                  <a:pt x="152" y="97"/>
                  <a:pt x="152" y="97"/>
                </a:cubicBezTo>
                <a:cubicBezTo>
                  <a:pt x="157" y="96"/>
                  <a:pt x="160" y="92"/>
                  <a:pt x="160" y="87"/>
                </a:cubicBezTo>
                <a:cubicBezTo>
                  <a:pt x="160" y="73"/>
                  <a:pt x="160" y="73"/>
                  <a:pt x="160" y="73"/>
                </a:cubicBezTo>
                <a:cubicBezTo>
                  <a:pt x="160" y="68"/>
                  <a:pt x="157" y="64"/>
                  <a:pt x="152" y="63"/>
                </a:cubicBezTo>
                <a:close/>
                <a:moveTo>
                  <a:pt x="135" y="90"/>
                </a:moveTo>
                <a:cubicBezTo>
                  <a:pt x="131" y="91"/>
                  <a:pt x="128" y="93"/>
                  <a:pt x="127" y="96"/>
                </a:cubicBezTo>
                <a:cubicBezTo>
                  <a:pt x="127" y="98"/>
                  <a:pt x="126" y="100"/>
                  <a:pt x="125" y="102"/>
                </a:cubicBezTo>
                <a:cubicBezTo>
                  <a:pt x="123" y="105"/>
                  <a:pt x="124" y="109"/>
                  <a:pt x="126" y="112"/>
                </a:cubicBezTo>
                <a:cubicBezTo>
                  <a:pt x="134" y="125"/>
                  <a:pt x="134" y="125"/>
                  <a:pt x="134" y="125"/>
                </a:cubicBezTo>
                <a:cubicBezTo>
                  <a:pt x="125" y="134"/>
                  <a:pt x="125" y="134"/>
                  <a:pt x="125" y="134"/>
                </a:cubicBezTo>
                <a:cubicBezTo>
                  <a:pt x="112" y="126"/>
                  <a:pt x="112" y="126"/>
                  <a:pt x="112" y="126"/>
                </a:cubicBezTo>
                <a:cubicBezTo>
                  <a:pt x="110" y="125"/>
                  <a:pt x="108" y="124"/>
                  <a:pt x="106" y="124"/>
                </a:cubicBezTo>
                <a:cubicBezTo>
                  <a:pt x="105" y="124"/>
                  <a:pt x="103" y="124"/>
                  <a:pt x="102" y="125"/>
                </a:cubicBezTo>
                <a:cubicBezTo>
                  <a:pt x="100" y="126"/>
                  <a:pt x="98" y="127"/>
                  <a:pt x="96" y="127"/>
                </a:cubicBezTo>
                <a:cubicBezTo>
                  <a:pt x="93" y="128"/>
                  <a:pt x="91" y="131"/>
                  <a:pt x="90" y="135"/>
                </a:cubicBezTo>
                <a:cubicBezTo>
                  <a:pt x="87" y="150"/>
                  <a:pt x="87" y="150"/>
                  <a:pt x="87" y="150"/>
                </a:cubicBezTo>
                <a:cubicBezTo>
                  <a:pt x="73" y="150"/>
                  <a:pt x="73" y="150"/>
                  <a:pt x="73" y="150"/>
                </a:cubicBezTo>
                <a:cubicBezTo>
                  <a:pt x="70" y="135"/>
                  <a:pt x="70" y="135"/>
                  <a:pt x="70" y="135"/>
                </a:cubicBezTo>
                <a:cubicBezTo>
                  <a:pt x="69" y="131"/>
                  <a:pt x="67" y="128"/>
                  <a:pt x="64" y="127"/>
                </a:cubicBezTo>
                <a:cubicBezTo>
                  <a:pt x="62" y="127"/>
                  <a:pt x="60" y="126"/>
                  <a:pt x="58" y="125"/>
                </a:cubicBezTo>
                <a:cubicBezTo>
                  <a:pt x="57" y="124"/>
                  <a:pt x="55" y="124"/>
                  <a:pt x="54" y="124"/>
                </a:cubicBezTo>
                <a:cubicBezTo>
                  <a:pt x="52" y="124"/>
                  <a:pt x="50" y="125"/>
                  <a:pt x="48" y="126"/>
                </a:cubicBezTo>
                <a:cubicBezTo>
                  <a:pt x="35" y="134"/>
                  <a:pt x="35" y="134"/>
                  <a:pt x="35" y="134"/>
                </a:cubicBezTo>
                <a:cubicBezTo>
                  <a:pt x="26" y="125"/>
                  <a:pt x="26" y="125"/>
                  <a:pt x="26" y="125"/>
                </a:cubicBezTo>
                <a:cubicBezTo>
                  <a:pt x="34" y="112"/>
                  <a:pt x="34" y="112"/>
                  <a:pt x="34" y="112"/>
                </a:cubicBezTo>
                <a:cubicBezTo>
                  <a:pt x="36" y="109"/>
                  <a:pt x="36" y="105"/>
                  <a:pt x="35" y="102"/>
                </a:cubicBezTo>
                <a:cubicBezTo>
                  <a:pt x="34" y="100"/>
                  <a:pt x="33" y="98"/>
                  <a:pt x="33" y="96"/>
                </a:cubicBezTo>
                <a:cubicBezTo>
                  <a:pt x="32" y="93"/>
                  <a:pt x="29" y="91"/>
                  <a:pt x="25" y="90"/>
                </a:cubicBezTo>
                <a:cubicBezTo>
                  <a:pt x="10" y="87"/>
                  <a:pt x="10" y="87"/>
                  <a:pt x="10" y="87"/>
                </a:cubicBezTo>
                <a:cubicBezTo>
                  <a:pt x="10" y="73"/>
                  <a:pt x="10" y="73"/>
                  <a:pt x="10" y="73"/>
                </a:cubicBezTo>
                <a:cubicBezTo>
                  <a:pt x="25" y="70"/>
                  <a:pt x="25" y="70"/>
                  <a:pt x="25" y="70"/>
                </a:cubicBezTo>
                <a:cubicBezTo>
                  <a:pt x="29" y="69"/>
                  <a:pt x="31" y="67"/>
                  <a:pt x="33" y="64"/>
                </a:cubicBezTo>
                <a:cubicBezTo>
                  <a:pt x="33" y="62"/>
                  <a:pt x="34" y="60"/>
                  <a:pt x="35" y="58"/>
                </a:cubicBezTo>
                <a:cubicBezTo>
                  <a:pt x="36" y="55"/>
                  <a:pt x="36" y="51"/>
                  <a:pt x="34" y="48"/>
                </a:cubicBezTo>
                <a:cubicBezTo>
                  <a:pt x="26" y="35"/>
                  <a:pt x="26" y="35"/>
                  <a:pt x="26" y="35"/>
                </a:cubicBezTo>
                <a:cubicBezTo>
                  <a:pt x="35" y="26"/>
                  <a:pt x="35" y="26"/>
                  <a:pt x="35" y="26"/>
                </a:cubicBezTo>
                <a:cubicBezTo>
                  <a:pt x="48" y="34"/>
                  <a:pt x="48" y="34"/>
                  <a:pt x="48" y="34"/>
                </a:cubicBezTo>
                <a:cubicBezTo>
                  <a:pt x="50" y="35"/>
                  <a:pt x="52" y="36"/>
                  <a:pt x="54" y="36"/>
                </a:cubicBezTo>
                <a:cubicBezTo>
                  <a:pt x="55" y="36"/>
                  <a:pt x="57" y="36"/>
                  <a:pt x="58" y="35"/>
                </a:cubicBezTo>
                <a:cubicBezTo>
                  <a:pt x="60" y="34"/>
                  <a:pt x="62" y="33"/>
                  <a:pt x="64" y="33"/>
                </a:cubicBezTo>
                <a:cubicBezTo>
                  <a:pt x="67" y="32"/>
                  <a:pt x="69" y="29"/>
                  <a:pt x="70" y="25"/>
                </a:cubicBezTo>
                <a:cubicBezTo>
                  <a:pt x="73" y="10"/>
                  <a:pt x="73" y="10"/>
                  <a:pt x="73" y="10"/>
                </a:cubicBezTo>
                <a:cubicBezTo>
                  <a:pt x="87" y="10"/>
                  <a:pt x="87" y="10"/>
                  <a:pt x="87" y="10"/>
                </a:cubicBezTo>
                <a:cubicBezTo>
                  <a:pt x="90" y="25"/>
                  <a:pt x="90" y="25"/>
                  <a:pt x="90" y="25"/>
                </a:cubicBezTo>
                <a:cubicBezTo>
                  <a:pt x="91" y="29"/>
                  <a:pt x="93" y="32"/>
                  <a:pt x="96" y="33"/>
                </a:cubicBezTo>
                <a:cubicBezTo>
                  <a:pt x="98" y="33"/>
                  <a:pt x="100" y="34"/>
                  <a:pt x="102" y="35"/>
                </a:cubicBezTo>
                <a:cubicBezTo>
                  <a:pt x="103" y="36"/>
                  <a:pt x="105" y="36"/>
                  <a:pt x="106" y="36"/>
                </a:cubicBezTo>
                <a:cubicBezTo>
                  <a:pt x="108" y="36"/>
                  <a:pt x="110" y="35"/>
                  <a:pt x="112" y="34"/>
                </a:cubicBezTo>
                <a:cubicBezTo>
                  <a:pt x="125" y="26"/>
                  <a:pt x="125" y="26"/>
                  <a:pt x="125" y="26"/>
                </a:cubicBezTo>
                <a:cubicBezTo>
                  <a:pt x="134" y="35"/>
                  <a:pt x="134" y="35"/>
                  <a:pt x="134" y="35"/>
                </a:cubicBezTo>
                <a:cubicBezTo>
                  <a:pt x="126" y="48"/>
                  <a:pt x="126" y="48"/>
                  <a:pt x="126" y="48"/>
                </a:cubicBezTo>
                <a:cubicBezTo>
                  <a:pt x="124" y="51"/>
                  <a:pt x="123" y="55"/>
                  <a:pt x="125" y="58"/>
                </a:cubicBezTo>
                <a:cubicBezTo>
                  <a:pt x="126" y="60"/>
                  <a:pt x="127" y="62"/>
                  <a:pt x="127" y="64"/>
                </a:cubicBezTo>
                <a:cubicBezTo>
                  <a:pt x="128" y="67"/>
                  <a:pt x="131" y="69"/>
                  <a:pt x="135" y="70"/>
                </a:cubicBezTo>
                <a:cubicBezTo>
                  <a:pt x="150" y="73"/>
                  <a:pt x="150" y="73"/>
                  <a:pt x="150" y="73"/>
                </a:cubicBezTo>
                <a:cubicBezTo>
                  <a:pt x="150" y="87"/>
                  <a:pt x="150" y="87"/>
                  <a:pt x="150" y="87"/>
                </a:cubicBezTo>
                <a:lnTo>
                  <a:pt x="135" y="90"/>
                </a:lnTo>
                <a:close/>
                <a:moveTo>
                  <a:pt x="80" y="45"/>
                </a:moveTo>
                <a:cubicBezTo>
                  <a:pt x="61" y="45"/>
                  <a:pt x="45" y="61"/>
                  <a:pt x="45" y="80"/>
                </a:cubicBezTo>
                <a:cubicBezTo>
                  <a:pt x="45" y="99"/>
                  <a:pt x="61" y="115"/>
                  <a:pt x="80" y="115"/>
                </a:cubicBezTo>
                <a:cubicBezTo>
                  <a:pt x="99" y="115"/>
                  <a:pt x="115" y="99"/>
                  <a:pt x="115" y="80"/>
                </a:cubicBezTo>
                <a:cubicBezTo>
                  <a:pt x="115" y="61"/>
                  <a:pt x="99" y="45"/>
                  <a:pt x="80" y="45"/>
                </a:cubicBezTo>
                <a:close/>
                <a:moveTo>
                  <a:pt x="80" y="111"/>
                </a:moveTo>
                <a:cubicBezTo>
                  <a:pt x="63" y="111"/>
                  <a:pt x="49" y="97"/>
                  <a:pt x="49" y="80"/>
                </a:cubicBezTo>
                <a:cubicBezTo>
                  <a:pt x="49" y="63"/>
                  <a:pt x="63" y="49"/>
                  <a:pt x="80" y="49"/>
                </a:cubicBezTo>
                <a:cubicBezTo>
                  <a:pt x="97" y="49"/>
                  <a:pt x="111" y="63"/>
                  <a:pt x="111" y="80"/>
                </a:cubicBezTo>
                <a:cubicBezTo>
                  <a:pt x="111" y="97"/>
                  <a:pt x="97" y="111"/>
                  <a:pt x="80" y="111"/>
                </a:cubicBezTo>
                <a:close/>
                <a:moveTo>
                  <a:pt x="80" y="60"/>
                </a:moveTo>
                <a:cubicBezTo>
                  <a:pt x="69" y="60"/>
                  <a:pt x="60" y="69"/>
                  <a:pt x="60" y="80"/>
                </a:cubicBezTo>
                <a:cubicBezTo>
                  <a:pt x="60" y="91"/>
                  <a:pt x="69" y="100"/>
                  <a:pt x="80" y="100"/>
                </a:cubicBezTo>
                <a:cubicBezTo>
                  <a:pt x="91" y="100"/>
                  <a:pt x="100" y="91"/>
                  <a:pt x="100" y="80"/>
                </a:cubicBezTo>
                <a:cubicBezTo>
                  <a:pt x="100" y="69"/>
                  <a:pt x="91" y="60"/>
                  <a:pt x="80" y="60"/>
                </a:cubicBezTo>
                <a:close/>
                <a:moveTo>
                  <a:pt x="80" y="95"/>
                </a:moveTo>
                <a:cubicBezTo>
                  <a:pt x="72" y="95"/>
                  <a:pt x="65" y="88"/>
                  <a:pt x="65" y="80"/>
                </a:cubicBezTo>
                <a:cubicBezTo>
                  <a:pt x="65" y="72"/>
                  <a:pt x="72" y="65"/>
                  <a:pt x="80" y="65"/>
                </a:cubicBezTo>
                <a:cubicBezTo>
                  <a:pt x="88" y="65"/>
                  <a:pt x="95" y="72"/>
                  <a:pt x="95" y="80"/>
                </a:cubicBezTo>
                <a:cubicBezTo>
                  <a:pt x="95" y="88"/>
                  <a:pt x="88" y="95"/>
                  <a:pt x="80" y="95"/>
                </a:cubicBezTo>
                <a:close/>
              </a:path>
            </a:pathLst>
          </a:custGeom>
          <a:solidFill>
            <a:srgbClr val="605FC0"/>
          </a:solidFill>
          <a:ln>
            <a:noFill/>
          </a:ln>
        </p:spPr>
        <p:txBody>
          <a:bodyPr vert="horz" wrap="square" lIns="68580" tIns="34290" rIns="68580" bIns="34290" numCol="1" anchor="t" anchorCtr="0" compatLnSpc="1">
            <a:prstTxWarp prst="textNoShape">
              <a:avLst/>
            </a:prstTxWarp>
          </a:bodyPr>
          <a:lstStyle/>
          <a:p>
            <a:pPr algn="ctr"/>
            <a:endParaRPr lang="en-US" sz="1350"/>
          </a:p>
        </p:txBody>
      </p:sp>
      <p:cxnSp>
        <p:nvCxnSpPr>
          <p:cNvPr id="43" name="Straight Connector 42"/>
          <p:cNvCxnSpPr/>
          <p:nvPr/>
        </p:nvCxnSpPr>
        <p:spPr>
          <a:xfrm>
            <a:off x="5343078" y="4431402"/>
            <a:ext cx="1623378" cy="0"/>
          </a:xfrm>
          <a:prstGeom prst="line">
            <a:avLst/>
          </a:prstGeom>
          <a:ln w="19050">
            <a:solidFill>
              <a:schemeClr val="accent1">
                <a:alpha val="30000"/>
              </a:schemeClr>
            </a:solidFill>
          </a:ln>
        </p:spPr>
        <p:style>
          <a:lnRef idx="1">
            <a:schemeClr val="accent1"/>
          </a:lnRef>
          <a:fillRef idx="0">
            <a:schemeClr val="accent1"/>
          </a:fillRef>
          <a:effectRef idx="0">
            <a:schemeClr val="accent1"/>
          </a:effectRef>
          <a:fontRef idx="minor">
            <a:schemeClr val="tx1"/>
          </a:fontRef>
        </p:style>
      </p:cxnSp>
      <p:sp>
        <p:nvSpPr>
          <p:cNvPr id="44" name="TextBox 43"/>
          <p:cNvSpPr txBox="1"/>
          <p:nvPr/>
        </p:nvSpPr>
        <p:spPr>
          <a:xfrm>
            <a:off x="9507690" y="3791044"/>
            <a:ext cx="1306127" cy="553998"/>
          </a:xfrm>
          <a:prstGeom prst="rect">
            <a:avLst/>
          </a:prstGeom>
          <a:noFill/>
        </p:spPr>
        <p:txBody>
          <a:bodyPr wrap="none" rtlCol="0">
            <a:spAutoFit/>
          </a:bodyPr>
          <a:lstStyle/>
          <a:p>
            <a:pPr algn="ctr"/>
            <a:r>
              <a:rPr lang="en-US" sz="1500" b="1">
                <a:latin typeface="Open Sans" panose="020B0606030504020204" pitchFamily="34" charset="0"/>
                <a:ea typeface="Open Sans" panose="020B0606030504020204" pitchFamily="34" charset="0"/>
                <a:cs typeface="Open Sans" panose="020B0606030504020204" pitchFamily="34" charset="0"/>
              </a:rPr>
              <a:t>Consulting </a:t>
            </a:r>
          </a:p>
          <a:p>
            <a:pPr algn="ctr"/>
            <a:r>
              <a:rPr lang="en-US" sz="1500" b="1">
                <a:latin typeface="Open Sans" panose="020B0606030504020204" pitchFamily="34" charset="0"/>
                <a:ea typeface="Open Sans" panose="020B0606030504020204" pitchFamily="34" charset="0"/>
                <a:cs typeface="Open Sans" panose="020B0606030504020204" pitchFamily="34" charset="0"/>
              </a:rPr>
              <a:t>Here</a:t>
            </a:r>
          </a:p>
        </p:txBody>
      </p:sp>
      <p:sp>
        <p:nvSpPr>
          <p:cNvPr id="45" name="TextBox 44">
            <a:extLst>
              <a:ext uri="{FF2B5EF4-FFF2-40B4-BE49-F238E27FC236}">
                <a16:creationId xmlns:a16="http://schemas.microsoft.com/office/drawing/2014/main" id="{71531515-C2E7-1A5A-8FA5-9D3D2125F507}"/>
              </a:ext>
            </a:extLst>
          </p:cNvPr>
          <p:cNvSpPr txBox="1"/>
          <p:nvPr/>
        </p:nvSpPr>
        <p:spPr>
          <a:xfrm>
            <a:off x="8980253" y="4494902"/>
            <a:ext cx="2361001" cy="1098442"/>
          </a:xfrm>
          <a:prstGeom prst="rect">
            <a:avLst/>
          </a:prstGeom>
          <a:noFill/>
        </p:spPr>
        <p:txBody>
          <a:bodyPr wrap="square" rtlCol="0">
            <a:spAutoFit/>
          </a:bodyPr>
          <a:lstStyle/>
          <a:p>
            <a:pPr algn="ctr">
              <a:lnSpc>
                <a:spcPts val="1600"/>
              </a:lnSpc>
            </a:pPr>
            <a:r>
              <a:rPr lang="en-US" sz="95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Relying meaningful publishing</a:t>
            </a:r>
          </a:p>
          <a:p>
            <a:pPr algn="ctr">
              <a:lnSpc>
                <a:spcPts val="1600"/>
              </a:lnSpc>
            </a:pPr>
            <a:r>
              <a:rPr lang="en-US" sz="95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graphic elites design sit Lorem ipsum amen text dolor commonly</a:t>
            </a:r>
          </a:p>
          <a:p>
            <a:pPr algn="ctr">
              <a:lnSpc>
                <a:spcPts val="1600"/>
              </a:lnSpc>
            </a:pPr>
            <a:r>
              <a:rPr lang="en-US" sz="95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used. elites design Lorem</a:t>
            </a:r>
          </a:p>
          <a:p>
            <a:pPr algn="ctr">
              <a:lnSpc>
                <a:spcPts val="1600"/>
              </a:lnSpc>
            </a:pPr>
            <a:r>
              <a:rPr lang="en-US" sz="95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ipsum amen</a:t>
            </a:r>
          </a:p>
        </p:txBody>
      </p:sp>
      <p:cxnSp>
        <p:nvCxnSpPr>
          <p:cNvPr id="47" name="Straight Connector 46"/>
          <p:cNvCxnSpPr/>
          <p:nvPr/>
        </p:nvCxnSpPr>
        <p:spPr>
          <a:xfrm>
            <a:off x="9349064" y="4431402"/>
            <a:ext cx="1623378" cy="0"/>
          </a:xfrm>
          <a:prstGeom prst="line">
            <a:avLst/>
          </a:prstGeom>
          <a:ln w="19050">
            <a:solidFill>
              <a:schemeClr val="tx2">
                <a:alpha val="30000"/>
              </a:schemeClr>
            </a:solidFill>
          </a:ln>
        </p:spPr>
        <p:style>
          <a:lnRef idx="1">
            <a:schemeClr val="accent1"/>
          </a:lnRef>
          <a:fillRef idx="0">
            <a:schemeClr val="accent1"/>
          </a:fillRef>
          <a:effectRef idx="0">
            <a:schemeClr val="accent1"/>
          </a:effectRef>
          <a:fontRef idx="minor">
            <a:schemeClr val="tx1"/>
          </a:fontRef>
        </p:style>
      </p:cxnSp>
      <p:sp>
        <p:nvSpPr>
          <p:cNvPr id="48" name="TextBox 47"/>
          <p:cNvSpPr txBox="1"/>
          <p:nvPr/>
        </p:nvSpPr>
        <p:spPr>
          <a:xfrm>
            <a:off x="1495718" y="3791044"/>
            <a:ext cx="1306127" cy="553998"/>
          </a:xfrm>
          <a:prstGeom prst="rect">
            <a:avLst/>
          </a:prstGeom>
          <a:noFill/>
        </p:spPr>
        <p:txBody>
          <a:bodyPr wrap="none" rtlCol="0">
            <a:spAutoFit/>
          </a:bodyPr>
          <a:lstStyle/>
          <a:p>
            <a:pPr algn="ctr"/>
            <a:r>
              <a:rPr lang="en-US" sz="1500" b="1">
                <a:latin typeface="Open Sans" panose="020B0606030504020204" pitchFamily="34" charset="0"/>
                <a:ea typeface="Open Sans" panose="020B0606030504020204" pitchFamily="34" charset="0"/>
                <a:cs typeface="Open Sans" panose="020B0606030504020204" pitchFamily="34" charset="0"/>
              </a:rPr>
              <a:t>Technology </a:t>
            </a:r>
          </a:p>
          <a:p>
            <a:pPr algn="ctr"/>
            <a:r>
              <a:rPr lang="en-US" sz="1500" b="1">
                <a:latin typeface="Open Sans" panose="020B0606030504020204" pitchFamily="34" charset="0"/>
                <a:ea typeface="Open Sans" panose="020B0606030504020204" pitchFamily="34" charset="0"/>
                <a:cs typeface="Open Sans" panose="020B0606030504020204" pitchFamily="34" charset="0"/>
              </a:rPr>
              <a:t>Here</a:t>
            </a:r>
          </a:p>
        </p:txBody>
      </p:sp>
      <p:sp>
        <p:nvSpPr>
          <p:cNvPr id="49" name="TextBox 48">
            <a:extLst>
              <a:ext uri="{FF2B5EF4-FFF2-40B4-BE49-F238E27FC236}">
                <a16:creationId xmlns:a16="http://schemas.microsoft.com/office/drawing/2014/main" id="{71531515-C2E7-1A5A-8FA5-9D3D2125F507}"/>
              </a:ext>
            </a:extLst>
          </p:cNvPr>
          <p:cNvSpPr txBox="1"/>
          <p:nvPr/>
        </p:nvSpPr>
        <p:spPr>
          <a:xfrm>
            <a:off x="968281" y="4494902"/>
            <a:ext cx="2361001" cy="1098442"/>
          </a:xfrm>
          <a:prstGeom prst="rect">
            <a:avLst/>
          </a:prstGeom>
          <a:noFill/>
        </p:spPr>
        <p:txBody>
          <a:bodyPr wrap="square" rtlCol="0">
            <a:spAutoFit/>
          </a:bodyPr>
          <a:lstStyle/>
          <a:p>
            <a:pPr algn="ctr">
              <a:lnSpc>
                <a:spcPts val="1600"/>
              </a:lnSpc>
            </a:pPr>
            <a:r>
              <a:rPr lang="en-US" sz="95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Relying meaningful publishing</a:t>
            </a:r>
          </a:p>
          <a:p>
            <a:pPr algn="ctr">
              <a:lnSpc>
                <a:spcPts val="1600"/>
              </a:lnSpc>
            </a:pPr>
            <a:r>
              <a:rPr lang="en-US" sz="95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graphic elites design sit Lorem ipsum amen text dolor commonly</a:t>
            </a:r>
          </a:p>
          <a:p>
            <a:pPr algn="ctr">
              <a:lnSpc>
                <a:spcPts val="1600"/>
              </a:lnSpc>
            </a:pPr>
            <a:r>
              <a:rPr lang="en-US" sz="95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used. elites design Lorem</a:t>
            </a:r>
          </a:p>
          <a:p>
            <a:pPr algn="ctr">
              <a:lnSpc>
                <a:spcPts val="1600"/>
              </a:lnSpc>
            </a:pPr>
            <a:r>
              <a:rPr lang="en-US" sz="95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ipsum amen</a:t>
            </a:r>
          </a:p>
        </p:txBody>
      </p:sp>
      <p:cxnSp>
        <p:nvCxnSpPr>
          <p:cNvPr id="51" name="Straight Connector 50"/>
          <p:cNvCxnSpPr/>
          <p:nvPr/>
        </p:nvCxnSpPr>
        <p:spPr>
          <a:xfrm>
            <a:off x="1337092" y="4431402"/>
            <a:ext cx="1623378" cy="0"/>
          </a:xfrm>
          <a:prstGeom prst="line">
            <a:avLst/>
          </a:prstGeom>
          <a:ln w="19050">
            <a:solidFill>
              <a:schemeClr val="tx2">
                <a:alpha val="30000"/>
              </a:schemeClr>
            </a:solidFill>
          </a:ln>
        </p:spPr>
        <p:style>
          <a:lnRef idx="1">
            <a:schemeClr val="accent1"/>
          </a:lnRef>
          <a:fillRef idx="0">
            <a:schemeClr val="accent1"/>
          </a:fillRef>
          <a:effectRef idx="0">
            <a:schemeClr val="accent1"/>
          </a:effectRef>
          <a:fontRef idx="minor">
            <a:schemeClr val="tx1"/>
          </a:fontRef>
        </p:style>
      </p:cxnSp>
      <p:sp>
        <p:nvSpPr>
          <p:cNvPr id="54" name="Freeform 63"/>
          <p:cNvSpPr>
            <a:spLocks noEditPoints="1"/>
          </p:cNvSpPr>
          <p:nvPr/>
        </p:nvSpPr>
        <p:spPr bwMode="auto">
          <a:xfrm>
            <a:off x="9950379" y="3279651"/>
            <a:ext cx="420749" cy="424851"/>
          </a:xfrm>
          <a:custGeom>
            <a:avLst/>
            <a:gdLst>
              <a:gd name="T0" fmla="*/ 152 w 154"/>
              <a:gd name="T1" fmla="*/ 1 h 155"/>
              <a:gd name="T2" fmla="*/ 149 w 154"/>
              <a:gd name="T3" fmla="*/ 0 h 155"/>
              <a:gd name="T4" fmla="*/ 147 w 154"/>
              <a:gd name="T5" fmla="*/ 1 h 155"/>
              <a:gd name="T6" fmla="*/ 2 w 154"/>
              <a:gd name="T7" fmla="*/ 98 h 155"/>
              <a:gd name="T8" fmla="*/ 0 w 154"/>
              <a:gd name="T9" fmla="*/ 102 h 155"/>
              <a:gd name="T10" fmla="*/ 3 w 154"/>
              <a:gd name="T11" fmla="*/ 106 h 155"/>
              <a:gd name="T12" fmla="*/ 41 w 154"/>
              <a:gd name="T13" fmla="*/ 121 h 155"/>
              <a:gd name="T14" fmla="*/ 58 w 154"/>
              <a:gd name="T15" fmla="*/ 152 h 155"/>
              <a:gd name="T16" fmla="*/ 62 w 154"/>
              <a:gd name="T17" fmla="*/ 155 h 155"/>
              <a:gd name="T18" fmla="*/ 62 w 154"/>
              <a:gd name="T19" fmla="*/ 155 h 155"/>
              <a:gd name="T20" fmla="*/ 67 w 154"/>
              <a:gd name="T21" fmla="*/ 152 h 155"/>
              <a:gd name="T22" fmla="*/ 77 w 154"/>
              <a:gd name="T23" fmla="*/ 136 h 155"/>
              <a:gd name="T24" fmla="*/ 123 w 154"/>
              <a:gd name="T25" fmla="*/ 154 h 155"/>
              <a:gd name="T26" fmla="*/ 125 w 154"/>
              <a:gd name="T27" fmla="*/ 155 h 155"/>
              <a:gd name="T28" fmla="*/ 128 w 154"/>
              <a:gd name="T29" fmla="*/ 154 h 155"/>
              <a:gd name="T30" fmla="*/ 130 w 154"/>
              <a:gd name="T31" fmla="*/ 151 h 155"/>
              <a:gd name="T32" fmla="*/ 154 w 154"/>
              <a:gd name="T33" fmla="*/ 6 h 155"/>
              <a:gd name="T34" fmla="*/ 152 w 154"/>
              <a:gd name="T35" fmla="*/ 1 h 155"/>
              <a:gd name="T36" fmla="*/ 44 w 154"/>
              <a:gd name="T37" fmla="*/ 112 h 155"/>
              <a:gd name="T38" fmla="*/ 15 w 154"/>
              <a:gd name="T39" fmla="*/ 101 h 155"/>
              <a:gd name="T40" fmla="*/ 127 w 154"/>
              <a:gd name="T41" fmla="*/ 26 h 155"/>
              <a:gd name="T42" fmla="*/ 45 w 154"/>
              <a:gd name="T43" fmla="*/ 113 h 155"/>
              <a:gd name="T44" fmla="*/ 44 w 154"/>
              <a:gd name="T45" fmla="*/ 112 h 155"/>
              <a:gd name="T46" fmla="*/ 62 w 154"/>
              <a:gd name="T47" fmla="*/ 140 h 155"/>
              <a:gd name="T48" fmla="*/ 49 w 154"/>
              <a:gd name="T49" fmla="*/ 116 h 155"/>
              <a:gd name="T50" fmla="*/ 49 w 154"/>
              <a:gd name="T51" fmla="*/ 116 h 155"/>
              <a:gd name="T52" fmla="*/ 140 w 154"/>
              <a:gd name="T53" fmla="*/ 19 h 155"/>
              <a:gd name="T54" fmla="*/ 62 w 154"/>
              <a:gd name="T55" fmla="*/ 140 h 155"/>
              <a:gd name="T56" fmla="*/ 121 w 154"/>
              <a:gd name="T57" fmla="*/ 143 h 155"/>
              <a:gd name="T58" fmla="*/ 80 w 154"/>
              <a:gd name="T59" fmla="*/ 127 h 155"/>
              <a:gd name="T60" fmla="*/ 77 w 154"/>
              <a:gd name="T61" fmla="*/ 126 h 155"/>
              <a:gd name="T62" fmla="*/ 141 w 154"/>
              <a:gd name="T63" fmla="*/ 28 h 155"/>
              <a:gd name="T64" fmla="*/ 121 w 154"/>
              <a:gd name="T65" fmla="*/ 143 h 1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54" h="155">
                <a:moveTo>
                  <a:pt x="152" y="1"/>
                </a:moveTo>
                <a:cubicBezTo>
                  <a:pt x="151" y="1"/>
                  <a:pt x="150" y="0"/>
                  <a:pt x="149" y="0"/>
                </a:cubicBezTo>
                <a:cubicBezTo>
                  <a:pt x="148" y="0"/>
                  <a:pt x="147" y="1"/>
                  <a:pt x="147" y="1"/>
                </a:cubicBezTo>
                <a:cubicBezTo>
                  <a:pt x="2" y="98"/>
                  <a:pt x="2" y="98"/>
                  <a:pt x="2" y="98"/>
                </a:cubicBezTo>
                <a:cubicBezTo>
                  <a:pt x="0" y="99"/>
                  <a:pt x="0" y="100"/>
                  <a:pt x="0" y="102"/>
                </a:cubicBezTo>
                <a:cubicBezTo>
                  <a:pt x="0" y="104"/>
                  <a:pt x="1" y="105"/>
                  <a:pt x="3" y="106"/>
                </a:cubicBezTo>
                <a:cubicBezTo>
                  <a:pt x="41" y="121"/>
                  <a:pt x="41" y="121"/>
                  <a:pt x="41" y="121"/>
                </a:cubicBezTo>
                <a:cubicBezTo>
                  <a:pt x="58" y="152"/>
                  <a:pt x="58" y="152"/>
                  <a:pt x="58" y="152"/>
                </a:cubicBezTo>
                <a:cubicBezTo>
                  <a:pt x="59" y="154"/>
                  <a:pt x="61" y="155"/>
                  <a:pt x="62" y="155"/>
                </a:cubicBezTo>
                <a:cubicBezTo>
                  <a:pt x="62" y="155"/>
                  <a:pt x="62" y="155"/>
                  <a:pt x="62" y="155"/>
                </a:cubicBezTo>
                <a:cubicBezTo>
                  <a:pt x="64" y="155"/>
                  <a:pt x="66" y="154"/>
                  <a:pt x="67" y="152"/>
                </a:cubicBezTo>
                <a:cubicBezTo>
                  <a:pt x="77" y="136"/>
                  <a:pt x="77" y="136"/>
                  <a:pt x="77" y="136"/>
                </a:cubicBezTo>
                <a:cubicBezTo>
                  <a:pt x="123" y="154"/>
                  <a:pt x="123" y="154"/>
                  <a:pt x="123" y="154"/>
                </a:cubicBezTo>
                <a:cubicBezTo>
                  <a:pt x="124" y="155"/>
                  <a:pt x="125" y="155"/>
                  <a:pt x="125" y="155"/>
                </a:cubicBezTo>
                <a:cubicBezTo>
                  <a:pt x="126" y="155"/>
                  <a:pt x="127" y="154"/>
                  <a:pt x="128" y="154"/>
                </a:cubicBezTo>
                <a:cubicBezTo>
                  <a:pt x="129" y="153"/>
                  <a:pt x="130" y="152"/>
                  <a:pt x="130" y="151"/>
                </a:cubicBezTo>
                <a:cubicBezTo>
                  <a:pt x="154" y="6"/>
                  <a:pt x="154" y="6"/>
                  <a:pt x="154" y="6"/>
                </a:cubicBezTo>
                <a:cubicBezTo>
                  <a:pt x="154" y="4"/>
                  <a:pt x="153" y="2"/>
                  <a:pt x="152" y="1"/>
                </a:cubicBezTo>
                <a:close/>
                <a:moveTo>
                  <a:pt x="44" y="112"/>
                </a:moveTo>
                <a:cubicBezTo>
                  <a:pt x="15" y="101"/>
                  <a:pt x="15" y="101"/>
                  <a:pt x="15" y="101"/>
                </a:cubicBezTo>
                <a:cubicBezTo>
                  <a:pt x="127" y="26"/>
                  <a:pt x="127" y="26"/>
                  <a:pt x="127" y="26"/>
                </a:cubicBezTo>
                <a:cubicBezTo>
                  <a:pt x="45" y="113"/>
                  <a:pt x="45" y="113"/>
                  <a:pt x="45" y="113"/>
                </a:cubicBezTo>
                <a:cubicBezTo>
                  <a:pt x="45" y="113"/>
                  <a:pt x="45" y="112"/>
                  <a:pt x="44" y="112"/>
                </a:cubicBezTo>
                <a:close/>
                <a:moveTo>
                  <a:pt x="62" y="140"/>
                </a:moveTo>
                <a:cubicBezTo>
                  <a:pt x="49" y="116"/>
                  <a:pt x="49" y="116"/>
                  <a:pt x="49" y="116"/>
                </a:cubicBezTo>
                <a:cubicBezTo>
                  <a:pt x="49" y="116"/>
                  <a:pt x="49" y="116"/>
                  <a:pt x="49" y="116"/>
                </a:cubicBezTo>
                <a:cubicBezTo>
                  <a:pt x="140" y="19"/>
                  <a:pt x="140" y="19"/>
                  <a:pt x="140" y="19"/>
                </a:cubicBezTo>
                <a:lnTo>
                  <a:pt x="62" y="140"/>
                </a:lnTo>
                <a:close/>
                <a:moveTo>
                  <a:pt x="121" y="143"/>
                </a:moveTo>
                <a:cubicBezTo>
                  <a:pt x="80" y="127"/>
                  <a:pt x="80" y="127"/>
                  <a:pt x="80" y="127"/>
                </a:cubicBezTo>
                <a:cubicBezTo>
                  <a:pt x="79" y="126"/>
                  <a:pt x="78" y="126"/>
                  <a:pt x="77" y="126"/>
                </a:cubicBezTo>
                <a:cubicBezTo>
                  <a:pt x="141" y="28"/>
                  <a:pt x="141" y="28"/>
                  <a:pt x="141" y="28"/>
                </a:cubicBezTo>
                <a:lnTo>
                  <a:pt x="121" y="143"/>
                </a:lnTo>
                <a:close/>
              </a:path>
            </a:pathLst>
          </a:custGeom>
          <a:solidFill>
            <a:schemeClr val="tx2"/>
          </a:solidFill>
          <a:ln>
            <a:noFill/>
          </a:ln>
        </p:spPr>
        <p:txBody>
          <a:bodyPr vert="horz" wrap="square" lIns="68580" tIns="34290" rIns="68580" bIns="34290" numCol="1" anchor="t" anchorCtr="0" compatLnSpc="1">
            <a:prstTxWarp prst="textNoShape">
              <a:avLst/>
            </a:prstTxWarp>
          </a:bodyPr>
          <a:lstStyle/>
          <a:p>
            <a:pPr algn="ctr"/>
            <a:endParaRPr lang="en-US" sz="1350"/>
          </a:p>
        </p:txBody>
      </p:sp>
      <p:sp>
        <p:nvSpPr>
          <p:cNvPr id="55" name="Freeform 41">
            <a:extLst>
              <a:ext uri="{FF2B5EF4-FFF2-40B4-BE49-F238E27FC236}">
                <a16:creationId xmlns:a16="http://schemas.microsoft.com/office/drawing/2014/main" id="{8D89AF3F-D88A-46C4-934D-3D6EF30DBECE}"/>
              </a:ext>
            </a:extLst>
          </p:cNvPr>
          <p:cNvSpPr>
            <a:spLocks noEditPoints="1"/>
          </p:cNvSpPr>
          <p:nvPr/>
        </p:nvSpPr>
        <p:spPr bwMode="auto">
          <a:xfrm>
            <a:off x="1925068" y="3237138"/>
            <a:ext cx="447427" cy="453090"/>
          </a:xfrm>
          <a:custGeom>
            <a:avLst/>
            <a:gdLst>
              <a:gd name="T0" fmla="*/ 79 w 158"/>
              <a:gd name="T1" fmla="*/ 11 h 160"/>
              <a:gd name="T2" fmla="*/ 145 w 158"/>
              <a:gd name="T3" fmla="*/ 52 h 160"/>
              <a:gd name="T4" fmla="*/ 79 w 158"/>
              <a:gd name="T5" fmla="*/ 93 h 160"/>
              <a:gd name="T6" fmla="*/ 13 w 158"/>
              <a:gd name="T7" fmla="*/ 52 h 160"/>
              <a:gd name="T8" fmla="*/ 79 w 158"/>
              <a:gd name="T9" fmla="*/ 11 h 160"/>
              <a:gd name="T10" fmla="*/ 79 w 158"/>
              <a:gd name="T11" fmla="*/ 11 h 160"/>
              <a:gd name="T12" fmla="*/ 132 w 158"/>
              <a:gd name="T13" fmla="*/ 72 h 160"/>
              <a:gd name="T14" fmla="*/ 145 w 158"/>
              <a:gd name="T15" fmla="*/ 80 h 160"/>
              <a:gd name="T16" fmla="*/ 79 w 158"/>
              <a:gd name="T17" fmla="*/ 121 h 160"/>
              <a:gd name="T18" fmla="*/ 13 w 158"/>
              <a:gd name="T19" fmla="*/ 80 h 160"/>
              <a:gd name="T20" fmla="*/ 27 w 158"/>
              <a:gd name="T21" fmla="*/ 72 h 160"/>
              <a:gd name="T22" fmla="*/ 77 w 158"/>
              <a:gd name="T23" fmla="*/ 103 h 160"/>
              <a:gd name="T24" fmla="*/ 80 w 158"/>
              <a:gd name="T25" fmla="*/ 104 h 160"/>
              <a:gd name="T26" fmla="*/ 82 w 158"/>
              <a:gd name="T27" fmla="*/ 103 h 160"/>
              <a:gd name="T28" fmla="*/ 132 w 158"/>
              <a:gd name="T29" fmla="*/ 72 h 160"/>
              <a:gd name="T30" fmla="*/ 132 w 158"/>
              <a:gd name="T31" fmla="*/ 72 h 160"/>
              <a:gd name="T32" fmla="*/ 132 w 158"/>
              <a:gd name="T33" fmla="*/ 100 h 160"/>
              <a:gd name="T34" fmla="*/ 145 w 158"/>
              <a:gd name="T35" fmla="*/ 108 h 160"/>
              <a:gd name="T36" fmla="*/ 80 w 158"/>
              <a:gd name="T37" fmla="*/ 150 h 160"/>
              <a:gd name="T38" fmla="*/ 14 w 158"/>
              <a:gd name="T39" fmla="*/ 108 h 160"/>
              <a:gd name="T40" fmla="*/ 27 w 158"/>
              <a:gd name="T41" fmla="*/ 100 h 160"/>
              <a:gd name="T42" fmla="*/ 77 w 158"/>
              <a:gd name="T43" fmla="*/ 131 h 160"/>
              <a:gd name="T44" fmla="*/ 80 w 158"/>
              <a:gd name="T45" fmla="*/ 132 h 160"/>
              <a:gd name="T46" fmla="*/ 82 w 158"/>
              <a:gd name="T47" fmla="*/ 131 h 160"/>
              <a:gd name="T48" fmla="*/ 132 w 158"/>
              <a:gd name="T49" fmla="*/ 100 h 160"/>
              <a:gd name="T50" fmla="*/ 132 w 158"/>
              <a:gd name="T51" fmla="*/ 100 h 160"/>
              <a:gd name="T52" fmla="*/ 79 w 158"/>
              <a:gd name="T53" fmla="*/ 0 h 160"/>
              <a:gd name="T54" fmla="*/ 77 w 158"/>
              <a:gd name="T55" fmla="*/ 1 h 160"/>
              <a:gd name="T56" fmla="*/ 2 w 158"/>
              <a:gd name="T57" fmla="*/ 48 h 160"/>
              <a:gd name="T58" fmla="*/ 0 w 158"/>
              <a:gd name="T59" fmla="*/ 52 h 160"/>
              <a:gd name="T60" fmla="*/ 2 w 158"/>
              <a:gd name="T61" fmla="*/ 56 h 160"/>
              <a:gd name="T62" fmla="*/ 19 w 158"/>
              <a:gd name="T63" fmla="*/ 66 h 160"/>
              <a:gd name="T64" fmla="*/ 2 w 158"/>
              <a:gd name="T65" fmla="*/ 76 h 160"/>
              <a:gd name="T66" fmla="*/ 0 w 158"/>
              <a:gd name="T67" fmla="*/ 80 h 160"/>
              <a:gd name="T68" fmla="*/ 2 w 158"/>
              <a:gd name="T69" fmla="*/ 85 h 160"/>
              <a:gd name="T70" fmla="*/ 19 w 158"/>
              <a:gd name="T71" fmla="*/ 94 h 160"/>
              <a:gd name="T72" fmla="*/ 2 w 158"/>
              <a:gd name="T73" fmla="*/ 104 h 160"/>
              <a:gd name="T74" fmla="*/ 0 w 158"/>
              <a:gd name="T75" fmla="*/ 108 h 160"/>
              <a:gd name="T76" fmla="*/ 2 w 158"/>
              <a:gd name="T77" fmla="*/ 113 h 160"/>
              <a:gd name="T78" fmla="*/ 77 w 158"/>
              <a:gd name="T79" fmla="*/ 160 h 160"/>
              <a:gd name="T80" fmla="*/ 80 w 158"/>
              <a:gd name="T81" fmla="*/ 160 h 160"/>
              <a:gd name="T82" fmla="*/ 82 w 158"/>
              <a:gd name="T83" fmla="*/ 160 h 160"/>
              <a:gd name="T84" fmla="*/ 156 w 158"/>
              <a:gd name="T85" fmla="*/ 113 h 160"/>
              <a:gd name="T86" fmla="*/ 158 w 158"/>
              <a:gd name="T87" fmla="*/ 108 h 160"/>
              <a:gd name="T88" fmla="*/ 156 w 158"/>
              <a:gd name="T89" fmla="*/ 104 h 160"/>
              <a:gd name="T90" fmla="*/ 140 w 158"/>
              <a:gd name="T91" fmla="*/ 94 h 160"/>
              <a:gd name="T92" fmla="*/ 156 w 158"/>
              <a:gd name="T93" fmla="*/ 85 h 160"/>
              <a:gd name="T94" fmla="*/ 158 w 158"/>
              <a:gd name="T95" fmla="*/ 80 h 160"/>
              <a:gd name="T96" fmla="*/ 156 w 158"/>
              <a:gd name="T97" fmla="*/ 76 h 160"/>
              <a:gd name="T98" fmla="*/ 140 w 158"/>
              <a:gd name="T99" fmla="*/ 66 h 160"/>
              <a:gd name="T100" fmla="*/ 156 w 158"/>
              <a:gd name="T101" fmla="*/ 56 h 160"/>
              <a:gd name="T102" fmla="*/ 158 w 158"/>
              <a:gd name="T103" fmla="*/ 52 h 160"/>
              <a:gd name="T104" fmla="*/ 156 w 158"/>
              <a:gd name="T105" fmla="*/ 48 h 160"/>
              <a:gd name="T106" fmla="*/ 82 w 158"/>
              <a:gd name="T107" fmla="*/ 1 h 160"/>
              <a:gd name="T108" fmla="*/ 79 w 158"/>
              <a:gd name="T109" fmla="*/ 0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58" h="160">
                <a:moveTo>
                  <a:pt x="79" y="11"/>
                </a:moveTo>
                <a:cubicBezTo>
                  <a:pt x="145" y="52"/>
                  <a:pt x="145" y="52"/>
                  <a:pt x="145" y="52"/>
                </a:cubicBezTo>
                <a:cubicBezTo>
                  <a:pt x="79" y="93"/>
                  <a:pt x="79" y="93"/>
                  <a:pt x="79" y="93"/>
                </a:cubicBezTo>
                <a:cubicBezTo>
                  <a:pt x="13" y="52"/>
                  <a:pt x="13" y="52"/>
                  <a:pt x="13" y="52"/>
                </a:cubicBezTo>
                <a:cubicBezTo>
                  <a:pt x="79" y="11"/>
                  <a:pt x="79" y="11"/>
                  <a:pt x="79" y="11"/>
                </a:cubicBezTo>
                <a:cubicBezTo>
                  <a:pt x="79" y="11"/>
                  <a:pt x="79" y="11"/>
                  <a:pt x="79" y="11"/>
                </a:cubicBezTo>
                <a:close/>
                <a:moveTo>
                  <a:pt x="132" y="72"/>
                </a:moveTo>
                <a:cubicBezTo>
                  <a:pt x="145" y="80"/>
                  <a:pt x="145" y="80"/>
                  <a:pt x="145" y="80"/>
                </a:cubicBezTo>
                <a:cubicBezTo>
                  <a:pt x="79" y="121"/>
                  <a:pt x="79" y="121"/>
                  <a:pt x="79" y="121"/>
                </a:cubicBezTo>
                <a:cubicBezTo>
                  <a:pt x="13" y="80"/>
                  <a:pt x="13" y="80"/>
                  <a:pt x="13" y="80"/>
                </a:cubicBezTo>
                <a:cubicBezTo>
                  <a:pt x="27" y="72"/>
                  <a:pt x="27" y="72"/>
                  <a:pt x="27" y="72"/>
                </a:cubicBezTo>
                <a:cubicBezTo>
                  <a:pt x="77" y="103"/>
                  <a:pt x="77" y="103"/>
                  <a:pt x="77" y="103"/>
                </a:cubicBezTo>
                <a:cubicBezTo>
                  <a:pt x="78" y="104"/>
                  <a:pt x="79" y="104"/>
                  <a:pt x="80" y="104"/>
                </a:cubicBezTo>
                <a:cubicBezTo>
                  <a:pt x="80" y="104"/>
                  <a:pt x="81" y="104"/>
                  <a:pt x="82" y="103"/>
                </a:cubicBezTo>
                <a:cubicBezTo>
                  <a:pt x="132" y="72"/>
                  <a:pt x="132" y="72"/>
                  <a:pt x="132" y="72"/>
                </a:cubicBezTo>
                <a:cubicBezTo>
                  <a:pt x="132" y="72"/>
                  <a:pt x="132" y="72"/>
                  <a:pt x="132" y="72"/>
                </a:cubicBezTo>
                <a:close/>
                <a:moveTo>
                  <a:pt x="132" y="100"/>
                </a:moveTo>
                <a:cubicBezTo>
                  <a:pt x="145" y="108"/>
                  <a:pt x="145" y="108"/>
                  <a:pt x="145" y="108"/>
                </a:cubicBezTo>
                <a:cubicBezTo>
                  <a:pt x="80" y="150"/>
                  <a:pt x="80" y="150"/>
                  <a:pt x="80" y="150"/>
                </a:cubicBezTo>
                <a:cubicBezTo>
                  <a:pt x="14" y="108"/>
                  <a:pt x="14" y="108"/>
                  <a:pt x="14" y="108"/>
                </a:cubicBezTo>
                <a:cubicBezTo>
                  <a:pt x="27" y="100"/>
                  <a:pt x="27" y="100"/>
                  <a:pt x="27" y="100"/>
                </a:cubicBezTo>
                <a:cubicBezTo>
                  <a:pt x="77" y="131"/>
                  <a:pt x="77" y="131"/>
                  <a:pt x="77" y="131"/>
                </a:cubicBezTo>
                <a:cubicBezTo>
                  <a:pt x="78" y="132"/>
                  <a:pt x="79" y="132"/>
                  <a:pt x="80" y="132"/>
                </a:cubicBezTo>
                <a:cubicBezTo>
                  <a:pt x="81" y="132"/>
                  <a:pt x="82" y="132"/>
                  <a:pt x="82" y="131"/>
                </a:cubicBezTo>
                <a:cubicBezTo>
                  <a:pt x="132" y="100"/>
                  <a:pt x="132" y="100"/>
                  <a:pt x="132" y="100"/>
                </a:cubicBezTo>
                <a:cubicBezTo>
                  <a:pt x="132" y="100"/>
                  <a:pt x="132" y="100"/>
                  <a:pt x="132" y="100"/>
                </a:cubicBezTo>
                <a:close/>
                <a:moveTo>
                  <a:pt x="79" y="0"/>
                </a:moveTo>
                <a:cubicBezTo>
                  <a:pt x="78" y="0"/>
                  <a:pt x="78" y="1"/>
                  <a:pt x="77" y="1"/>
                </a:cubicBezTo>
                <a:cubicBezTo>
                  <a:pt x="2" y="48"/>
                  <a:pt x="2" y="48"/>
                  <a:pt x="2" y="48"/>
                </a:cubicBezTo>
                <a:cubicBezTo>
                  <a:pt x="1" y="49"/>
                  <a:pt x="0" y="50"/>
                  <a:pt x="0" y="52"/>
                </a:cubicBezTo>
                <a:cubicBezTo>
                  <a:pt x="0" y="54"/>
                  <a:pt x="2" y="55"/>
                  <a:pt x="2" y="56"/>
                </a:cubicBezTo>
                <a:cubicBezTo>
                  <a:pt x="19" y="66"/>
                  <a:pt x="19" y="66"/>
                  <a:pt x="19" y="66"/>
                </a:cubicBezTo>
                <a:cubicBezTo>
                  <a:pt x="2" y="76"/>
                  <a:pt x="2" y="76"/>
                  <a:pt x="2" y="76"/>
                </a:cubicBezTo>
                <a:cubicBezTo>
                  <a:pt x="1" y="77"/>
                  <a:pt x="0" y="78"/>
                  <a:pt x="0" y="80"/>
                </a:cubicBezTo>
                <a:cubicBezTo>
                  <a:pt x="0" y="82"/>
                  <a:pt x="2" y="83"/>
                  <a:pt x="2" y="85"/>
                </a:cubicBezTo>
                <a:cubicBezTo>
                  <a:pt x="19" y="94"/>
                  <a:pt x="19" y="94"/>
                  <a:pt x="19" y="94"/>
                </a:cubicBezTo>
                <a:cubicBezTo>
                  <a:pt x="2" y="104"/>
                  <a:pt x="2" y="104"/>
                  <a:pt x="2" y="104"/>
                </a:cubicBezTo>
                <a:cubicBezTo>
                  <a:pt x="1" y="106"/>
                  <a:pt x="0" y="106"/>
                  <a:pt x="0" y="108"/>
                </a:cubicBezTo>
                <a:cubicBezTo>
                  <a:pt x="0" y="110"/>
                  <a:pt x="2" y="112"/>
                  <a:pt x="2" y="113"/>
                </a:cubicBezTo>
                <a:cubicBezTo>
                  <a:pt x="77" y="160"/>
                  <a:pt x="77" y="160"/>
                  <a:pt x="77" y="160"/>
                </a:cubicBezTo>
                <a:cubicBezTo>
                  <a:pt x="78" y="160"/>
                  <a:pt x="79" y="160"/>
                  <a:pt x="80" y="160"/>
                </a:cubicBezTo>
                <a:cubicBezTo>
                  <a:pt x="80" y="160"/>
                  <a:pt x="81" y="160"/>
                  <a:pt x="82" y="160"/>
                </a:cubicBezTo>
                <a:cubicBezTo>
                  <a:pt x="156" y="113"/>
                  <a:pt x="156" y="113"/>
                  <a:pt x="156" y="113"/>
                </a:cubicBezTo>
                <a:cubicBezTo>
                  <a:pt x="158" y="112"/>
                  <a:pt x="158" y="111"/>
                  <a:pt x="158" y="108"/>
                </a:cubicBezTo>
                <a:cubicBezTo>
                  <a:pt x="158" y="107"/>
                  <a:pt x="157" y="106"/>
                  <a:pt x="156" y="104"/>
                </a:cubicBezTo>
                <a:cubicBezTo>
                  <a:pt x="140" y="94"/>
                  <a:pt x="140" y="94"/>
                  <a:pt x="140" y="94"/>
                </a:cubicBezTo>
                <a:cubicBezTo>
                  <a:pt x="156" y="85"/>
                  <a:pt x="156" y="85"/>
                  <a:pt x="156" y="85"/>
                </a:cubicBezTo>
                <a:cubicBezTo>
                  <a:pt x="158" y="83"/>
                  <a:pt x="158" y="82"/>
                  <a:pt x="158" y="80"/>
                </a:cubicBezTo>
                <a:cubicBezTo>
                  <a:pt x="158" y="79"/>
                  <a:pt x="157" y="77"/>
                  <a:pt x="156" y="76"/>
                </a:cubicBezTo>
                <a:cubicBezTo>
                  <a:pt x="140" y="66"/>
                  <a:pt x="140" y="66"/>
                  <a:pt x="140" y="66"/>
                </a:cubicBezTo>
                <a:cubicBezTo>
                  <a:pt x="156" y="56"/>
                  <a:pt x="156" y="56"/>
                  <a:pt x="156" y="56"/>
                </a:cubicBezTo>
                <a:cubicBezTo>
                  <a:pt x="158" y="55"/>
                  <a:pt x="158" y="54"/>
                  <a:pt x="158" y="52"/>
                </a:cubicBezTo>
                <a:cubicBezTo>
                  <a:pt x="158" y="50"/>
                  <a:pt x="157" y="49"/>
                  <a:pt x="156" y="48"/>
                </a:cubicBezTo>
                <a:cubicBezTo>
                  <a:pt x="82" y="1"/>
                  <a:pt x="82" y="1"/>
                  <a:pt x="82" y="1"/>
                </a:cubicBezTo>
                <a:cubicBezTo>
                  <a:pt x="81" y="1"/>
                  <a:pt x="80" y="0"/>
                  <a:pt x="79" y="0"/>
                </a:cubicBez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pPr algn="ctr"/>
            <a:endParaRPr lang="en-US"/>
          </a:p>
        </p:txBody>
      </p:sp>
      <p:sp>
        <p:nvSpPr>
          <p:cNvPr id="56" name="Subtitle 2"/>
          <p:cNvSpPr txBox="1">
            <a:spLocks/>
          </p:cNvSpPr>
          <p:nvPr/>
        </p:nvSpPr>
        <p:spPr>
          <a:xfrm>
            <a:off x="2436883" y="1277055"/>
            <a:ext cx="7318235" cy="103189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ts val="1700"/>
              </a:lnSpc>
              <a:spcBef>
                <a:spcPts val="0"/>
              </a:spcBef>
              <a:buNone/>
            </a:pPr>
            <a:r>
              <a:rPr lang="en-US" sz="95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Nostrum exercitation ullamco laboris nisi ut aliquip ex ea commode consequent. Lorem ipsum dolor sit amen,</a:t>
            </a:r>
          </a:p>
          <a:p>
            <a:pPr marL="0" indent="0" algn="ctr">
              <a:lnSpc>
                <a:spcPts val="1700"/>
              </a:lnSpc>
              <a:spcBef>
                <a:spcPts val="0"/>
              </a:spcBef>
              <a:buNone/>
            </a:pPr>
            <a:r>
              <a:rPr lang="en-US" sz="95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consectetur adipisicing elit, sad do eiusmod tempo Duis aute irure dolor in reprehenderit in voluptate velit esse cillum dolore eu fugiat nulla nostrud exercitation patriated. Excepteur sint occaecat cupidatat non proident, sunt in </a:t>
            </a:r>
          </a:p>
          <a:p>
            <a:pPr marL="0" indent="0" algn="ctr">
              <a:lnSpc>
                <a:spcPts val="1700"/>
              </a:lnSpc>
              <a:spcBef>
                <a:spcPts val="0"/>
              </a:spcBef>
              <a:buNone/>
            </a:pPr>
            <a:r>
              <a:rPr lang="en-US" sz="95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deserunt mollit anim id set labarum dolor in reprehenderit.</a:t>
            </a:r>
          </a:p>
        </p:txBody>
      </p:sp>
      <p:pic>
        <p:nvPicPr>
          <p:cNvPr id="2" name="Imagen 1">
            <a:extLst>
              <a:ext uri="{FF2B5EF4-FFF2-40B4-BE49-F238E27FC236}">
                <a16:creationId xmlns:a16="http://schemas.microsoft.com/office/drawing/2014/main" id="{A412F62B-1993-C201-2641-A0A8B015F8B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9795" y="6368290"/>
            <a:ext cx="1498186" cy="239305"/>
          </a:xfrm>
          <a:prstGeom prst="rect">
            <a:avLst/>
          </a:prstGeom>
        </p:spPr>
      </p:pic>
      <p:pic>
        <p:nvPicPr>
          <p:cNvPr id="3" name="Imagen 2">
            <a:extLst>
              <a:ext uri="{FF2B5EF4-FFF2-40B4-BE49-F238E27FC236}">
                <a16:creationId xmlns:a16="http://schemas.microsoft.com/office/drawing/2014/main" id="{D82E5A89-9DC2-9EC6-9707-1535202E9C8D}"/>
              </a:ext>
            </a:extLst>
          </p:cNvPr>
          <p:cNvPicPr>
            <a:picLocks noChangeAspect="1"/>
          </p:cNvPicPr>
          <p:nvPr/>
        </p:nvPicPr>
        <p:blipFill>
          <a:blip r:embed="rId3"/>
          <a:stretch>
            <a:fillRect/>
          </a:stretch>
        </p:blipFill>
        <p:spPr>
          <a:xfrm>
            <a:off x="10547350" y="6165838"/>
            <a:ext cx="1360142" cy="644208"/>
          </a:xfrm>
          <a:prstGeom prst="rect">
            <a:avLst/>
          </a:prstGeom>
        </p:spPr>
      </p:pic>
    </p:spTree>
    <p:extLst>
      <p:ext uri="{BB962C8B-B14F-4D97-AF65-F5344CB8AC3E}">
        <p14:creationId xmlns:p14="http://schemas.microsoft.com/office/powerpoint/2010/main" val="144189270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693212" y="578929"/>
            <a:ext cx="2805576" cy="630942"/>
          </a:xfrm>
          <a:prstGeom prst="rect">
            <a:avLst/>
          </a:prstGeom>
          <a:noFill/>
        </p:spPr>
        <p:txBody>
          <a:bodyPr wrap="none" rtlCol="0">
            <a:spAutoFit/>
          </a:bodyPr>
          <a:lstStyle/>
          <a:p>
            <a:pPr algn="ctr"/>
            <a:r>
              <a:rPr lang="en-US" sz="3500" b="1">
                <a:latin typeface="Open Sans" panose="020B0606030504020204" pitchFamily="34" charset="0"/>
                <a:ea typeface="Open Sans" panose="020B0606030504020204" pitchFamily="34" charset="0"/>
                <a:cs typeface="Open Sans" panose="020B0606030504020204" pitchFamily="34" charset="0"/>
              </a:rPr>
              <a:t>Market Size</a:t>
            </a:r>
          </a:p>
        </p:txBody>
      </p:sp>
      <p:sp>
        <p:nvSpPr>
          <p:cNvPr id="19" name="TextBox 18"/>
          <p:cNvSpPr txBox="1"/>
          <p:nvPr/>
        </p:nvSpPr>
        <p:spPr>
          <a:xfrm>
            <a:off x="1644650" y="1342364"/>
            <a:ext cx="8902700" cy="528350"/>
          </a:xfrm>
          <a:prstGeom prst="rect">
            <a:avLst/>
          </a:prstGeom>
          <a:noFill/>
        </p:spPr>
        <p:txBody>
          <a:bodyPr wrap="square" rtlCol="0">
            <a:spAutoFit/>
          </a:bodyPr>
          <a:lstStyle/>
          <a:p>
            <a:pPr algn="ctr">
              <a:lnSpc>
                <a:spcPts val="1700"/>
              </a:lnSpc>
            </a:pPr>
            <a:r>
              <a:rPr lang="en-US" sz="9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Lorem Ipsum is simply dummy text of the printing and typesetting industry. Lorem Ipsum has been the industry's standard dummy text ever since the 1500s, when an unknown printer took a galley of type and scrambled it to make a type specimen book. It has survived.</a:t>
            </a:r>
          </a:p>
        </p:txBody>
      </p:sp>
      <p:sp>
        <p:nvSpPr>
          <p:cNvPr id="3" name="Freeform 5">
            <a:extLst>
              <a:ext uri="{FF2B5EF4-FFF2-40B4-BE49-F238E27FC236}">
                <a16:creationId xmlns:a16="http://schemas.microsoft.com/office/drawing/2014/main" id="{D36FA424-CC91-20B5-7120-1742E86FB8D4}"/>
              </a:ext>
            </a:extLst>
          </p:cNvPr>
          <p:cNvSpPr>
            <a:spLocks/>
          </p:cNvSpPr>
          <p:nvPr/>
        </p:nvSpPr>
        <p:spPr bwMode="auto">
          <a:xfrm>
            <a:off x="1042307" y="2812641"/>
            <a:ext cx="1778222" cy="1811017"/>
          </a:xfrm>
          <a:custGeom>
            <a:avLst/>
            <a:gdLst>
              <a:gd name="T0" fmla="*/ 1651 w 1651"/>
              <a:gd name="T1" fmla="*/ 1513 h 1680"/>
              <a:gd name="T2" fmla="*/ 1485 w 1651"/>
              <a:gd name="T3" fmla="*/ 1680 h 1680"/>
              <a:gd name="T4" fmla="*/ 167 w 1651"/>
              <a:gd name="T5" fmla="*/ 1680 h 1680"/>
              <a:gd name="T6" fmla="*/ 0 w 1651"/>
              <a:gd name="T7" fmla="*/ 1513 h 1680"/>
              <a:gd name="T8" fmla="*/ 0 w 1651"/>
              <a:gd name="T9" fmla="*/ 166 h 1680"/>
              <a:gd name="T10" fmla="*/ 167 w 1651"/>
              <a:gd name="T11" fmla="*/ 0 h 1680"/>
              <a:gd name="T12" fmla="*/ 1485 w 1651"/>
              <a:gd name="T13" fmla="*/ 0 h 1680"/>
              <a:gd name="T14" fmla="*/ 1651 w 1651"/>
              <a:gd name="T15" fmla="*/ 166 h 1680"/>
              <a:gd name="T16" fmla="*/ 1651 w 1651"/>
              <a:gd name="T17" fmla="*/ 1513 h 16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651" h="1680">
                <a:moveTo>
                  <a:pt x="1651" y="1513"/>
                </a:moveTo>
                <a:cubicBezTo>
                  <a:pt x="1651" y="1605"/>
                  <a:pt x="1577" y="1680"/>
                  <a:pt x="1485" y="1680"/>
                </a:cubicBezTo>
                <a:cubicBezTo>
                  <a:pt x="167" y="1680"/>
                  <a:pt x="167" y="1680"/>
                  <a:pt x="167" y="1680"/>
                </a:cubicBezTo>
                <a:cubicBezTo>
                  <a:pt x="75" y="1680"/>
                  <a:pt x="0" y="1605"/>
                  <a:pt x="0" y="1513"/>
                </a:cubicBezTo>
                <a:cubicBezTo>
                  <a:pt x="0" y="166"/>
                  <a:pt x="0" y="166"/>
                  <a:pt x="0" y="166"/>
                </a:cubicBezTo>
                <a:cubicBezTo>
                  <a:pt x="0" y="74"/>
                  <a:pt x="75" y="0"/>
                  <a:pt x="167" y="0"/>
                </a:cubicBezTo>
                <a:cubicBezTo>
                  <a:pt x="1485" y="0"/>
                  <a:pt x="1485" y="0"/>
                  <a:pt x="1485" y="0"/>
                </a:cubicBezTo>
                <a:cubicBezTo>
                  <a:pt x="1577" y="0"/>
                  <a:pt x="1651" y="74"/>
                  <a:pt x="1651" y="166"/>
                </a:cubicBezTo>
                <a:lnTo>
                  <a:pt x="1651" y="1513"/>
                </a:lnTo>
                <a:close/>
              </a:path>
            </a:pathLst>
          </a:custGeom>
          <a:solidFill>
            <a:schemeClr val="accent3">
              <a:lumMod val="60000"/>
              <a:lumOff val="4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6" name="Freeform 8">
            <a:extLst>
              <a:ext uri="{FF2B5EF4-FFF2-40B4-BE49-F238E27FC236}">
                <a16:creationId xmlns:a16="http://schemas.microsoft.com/office/drawing/2014/main" id="{8F5B92C3-23C6-F861-A617-ED31D1876115}"/>
              </a:ext>
            </a:extLst>
          </p:cNvPr>
          <p:cNvSpPr>
            <a:spLocks/>
          </p:cNvSpPr>
          <p:nvPr/>
        </p:nvSpPr>
        <p:spPr bwMode="auto">
          <a:xfrm>
            <a:off x="1421182" y="2431853"/>
            <a:ext cx="1780045" cy="1811017"/>
          </a:xfrm>
          <a:custGeom>
            <a:avLst/>
            <a:gdLst>
              <a:gd name="T0" fmla="*/ 1651 w 1651"/>
              <a:gd name="T1" fmla="*/ 1514 h 1680"/>
              <a:gd name="T2" fmla="*/ 1484 w 1651"/>
              <a:gd name="T3" fmla="*/ 1680 h 1680"/>
              <a:gd name="T4" fmla="*/ 166 w 1651"/>
              <a:gd name="T5" fmla="*/ 1680 h 1680"/>
              <a:gd name="T6" fmla="*/ 0 w 1651"/>
              <a:gd name="T7" fmla="*/ 1514 h 1680"/>
              <a:gd name="T8" fmla="*/ 0 w 1651"/>
              <a:gd name="T9" fmla="*/ 167 h 1680"/>
              <a:gd name="T10" fmla="*/ 166 w 1651"/>
              <a:gd name="T11" fmla="*/ 0 h 1680"/>
              <a:gd name="T12" fmla="*/ 1484 w 1651"/>
              <a:gd name="T13" fmla="*/ 0 h 1680"/>
              <a:gd name="T14" fmla="*/ 1651 w 1651"/>
              <a:gd name="T15" fmla="*/ 167 h 1680"/>
              <a:gd name="T16" fmla="*/ 1651 w 1651"/>
              <a:gd name="T17" fmla="*/ 1514 h 16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651" h="1680">
                <a:moveTo>
                  <a:pt x="1651" y="1514"/>
                </a:moveTo>
                <a:cubicBezTo>
                  <a:pt x="1651" y="1606"/>
                  <a:pt x="1576" y="1680"/>
                  <a:pt x="1484" y="1680"/>
                </a:cubicBezTo>
                <a:cubicBezTo>
                  <a:pt x="166" y="1680"/>
                  <a:pt x="166" y="1680"/>
                  <a:pt x="166" y="1680"/>
                </a:cubicBezTo>
                <a:cubicBezTo>
                  <a:pt x="74" y="1680"/>
                  <a:pt x="0" y="1606"/>
                  <a:pt x="0" y="1514"/>
                </a:cubicBezTo>
                <a:cubicBezTo>
                  <a:pt x="0" y="167"/>
                  <a:pt x="0" y="167"/>
                  <a:pt x="0" y="167"/>
                </a:cubicBezTo>
                <a:cubicBezTo>
                  <a:pt x="0" y="75"/>
                  <a:pt x="74" y="0"/>
                  <a:pt x="166" y="0"/>
                </a:cubicBezTo>
                <a:cubicBezTo>
                  <a:pt x="1484" y="0"/>
                  <a:pt x="1484" y="0"/>
                  <a:pt x="1484" y="0"/>
                </a:cubicBezTo>
                <a:cubicBezTo>
                  <a:pt x="1576" y="0"/>
                  <a:pt x="1651" y="75"/>
                  <a:pt x="1651" y="167"/>
                </a:cubicBezTo>
                <a:lnTo>
                  <a:pt x="1651" y="1514"/>
                </a:lnTo>
                <a:close/>
              </a:path>
            </a:pathLst>
          </a:custGeom>
          <a:solidFill>
            <a:srgbClr val="6415BC"/>
          </a:solidFill>
          <a:ln>
            <a:noFill/>
          </a:ln>
        </p:spPr>
        <p:txBody>
          <a:bodyPr vert="horz" wrap="square" lIns="91440" tIns="45720" rIns="91440" bIns="45720" numCol="1" anchor="t" anchorCtr="0" compatLnSpc="1">
            <a:prstTxWarp prst="textNoShape">
              <a:avLst/>
            </a:prstTxWarp>
          </a:bodyPr>
          <a:lstStyle/>
          <a:p>
            <a:endParaRPr lang="en-US"/>
          </a:p>
        </p:txBody>
      </p:sp>
      <p:sp>
        <p:nvSpPr>
          <p:cNvPr id="20" name="TextBox 19"/>
          <p:cNvSpPr txBox="1"/>
          <p:nvPr/>
        </p:nvSpPr>
        <p:spPr>
          <a:xfrm>
            <a:off x="1438728" y="5113469"/>
            <a:ext cx="1366079" cy="307777"/>
          </a:xfrm>
          <a:prstGeom prst="rect">
            <a:avLst/>
          </a:prstGeom>
          <a:noFill/>
        </p:spPr>
        <p:txBody>
          <a:bodyPr wrap="none" rtlCol="0">
            <a:spAutoFit/>
          </a:bodyPr>
          <a:lstStyle/>
          <a:p>
            <a:pPr algn="ctr"/>
            <a:r>
              <a:rPr lang="en-US" sz="1400" b="1">
                <a:latin typeface="Open Sans" panose="020B0606030504020204" pitchFamily="34" charset="0"/>
                <a:ea typeface="Open Sans" panose="020B0606030504020204" pitchFamily="34" charset="0"/>
                <a:cs typeface="Open Sans" panose="020B0606030504020204" pitchFamily="34" charset="0"/>
              </a:rPr>
              <a:t>Subtitle Here</a:t>
            </a:r>
          </a:p>
        </p:txBody>
      </p:sp>
      <p:sp>
        <p:nvSpPr>
          <p:cNvPr id="21" name="TextBox 20"/>
          <p:cNvSpPr txBox="1"/>
          <p:nvPr/>
        </p:nvSpPr>
        <p:spPr>
          <a:xfrm>
            <a:off x="642485" y="5402774"/>
            <a:ext cx="2958565" cy="686342"/>
          </a:xfrm>
          <a:prstGeom prst="rect">
            <a:avLst/>
          </a:prstGeom>
          <a:noFill/>
        </p:spPr>
        <p:txBody>
          <a:bodyPr wrap="square" rtlCol="0">
            <a:spAutoFit/>
          </a:bodyPr>
          <a:lstStyle/>
          <a:p>
            <a:pPr algn="ctr">
              <a:lnSpc>
                <a:spcPts val="1600"/>
              </a:lnSpc>
            </a:pPr>
            <a:r>
              <a:rPr lang="en-US" sz="9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Lorem Ipsum is simply dummy text of </a:t>
            </a:r>
          </a:p>
          <a:p>
            <a:pPr algn="ctr">
              <a:lnSpc>
                <a:spcPts val="1600"/>
              </a:lnSpc>
            </a:pPr>
            <a:r>
              <a:rPr lang="en-US" sz="9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 printing and typesetting industry. Lorem Ipsum has standard dummy text ever since</a:t>
            </a:r>
          </a:p>
        </p:txBody>
      </p:sp>
      <p:sp>
        <p:nvSpPr>
          <p:cNvPr id="9" name="Freeform 12">
            <a:extLst>
              <a:ext uri="{FF2B5EF4-FFF2-40B4-BE49-F238E27FC236}">
                <a16:creationId xmlns:a16="http://schemas.microsoft.com/office/drawing/2014/main" id="{433F0C38-E759-99A9-FC93-97417EFFB770}"/>
              </a:ext>
            </a:extLst>
          </p:cNvPr>
          <p:cNvSpPr>
            <a:spLocks/>
          </p:cNvSpPr>
          <p:nvPr/>
        </p:nvSpPr>
        <p:spPr bwMode="auto">
          <a:xfrm>
            <a:off x="5611910" y="2665774"/>
            <a:ext cx="1530437" cy="1557766"/>
          </a:xfrm>
          <a:custGeom>
            <a:avLst/>
            <a:gdLst>
              <a:gd name="T0" fmla="*/ 1419 w 1419"/>
              <a:gd name="T1" fmla="*/ 1302 h 1445"/>
              <a:gd name="T2" fmla="*/ 1276 w 1419"/>
              <a:gd name="T3" fmla="*/ 1445 h 1445"/>
              <a:gd name="T4" fmla="*/ 143 w 1419"/>
              <a:gd name="T5" fmla="*/ 1445 h 1445"/>
              <a:gd name="T6" fmla="*/ 0 w 1419"/>
              <a:gd name="T7" fmla="*/ 1302 h 1445"/>
              <a:gd name="T8" fmla="*/ 0 w 1419"/>
              <a:gd name="T9" fmla="*/ 144 h 1445"/>
              <a:gd name="T10" fmla="*/ 143 w 1419"/>
              <a:gd name="T11" fmla="*/ 0 h 1445"/>
              <a:gd name="T12" fmla="*/ 1276 w 1419"/>
              <a:gd name="T13" fmla="*/ 0 h 1445"/>
              <a:gd name="T14" fmla="*/ 1419 w 1419"/>
              <a:gd name="T15" fmla="*/ 144 h 1445"/>
              <a:gd name="T16" fmla="*/ 1419 w 1419"/>
              <a:gd name="T17" fmla="*/ 1302 h 14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19" h="1445">
                <a:moveTo>
                  <a:pt x="1419" y="1302"/>
                </a:moveTo>
                <a:cubicBezTo>
                  <a:pt x="1419" y="1381"/>
                  <a:pt x="1355" y="1445"/>
                  <a:pt x="1276" y="1445"/>
                </a:cubicBezTo>
                <a:cubicBezTo>
                  <a:pt x="143" y="1445"/>
                  <a:pt x="143" y="1445"/>
                  <a:pt x="143" y="1445"/>
                </a:cubicBezTo>
                <a:cubicBezTo>
                  <a:pt x="64" y="1445"/>
                  <a:pt x="0" y="1381"/>
                  <a:pt x="0" y="1302"/>
                </a:cubicBezTo>
                <a:cubicBezTo>
                  <a:pt x="0" y="144"/>
                  <a:pt x="0" y="144"/>
                  <a:pt x="0" y="144"/>
                </a:cubicBezTo>
                <a:cubicBezTo>
                  <a:pt x="0" y="65"/>
                  <a:pt x="64" y="0"/>
                  <a:pt x="143" y="0"/>
                </a:cubicBezTo>
                <a:cubicBezTo>
                  <a:pt x="1276" y="0"/>
                  <a:pt x="1276" y="0"/>
                  <a:pt x="1276" y="0"/>
                </a:cubicBezTo>
                <a:cubicBezTo>
                  <a:pt x="1355" y="0"/>
                  <a:pt x="1419" y="65"/>
                  <a:pt x="1419" y="144"/>
                </a:cubicBezTo>
                <a:lnTo>
                  <a:pt x="1419" y="1302"/>
                </a:lnTo>
                <a:close/>
              </a:path>
            </a:pathLst>
          </a:custGeom>
          <a:solidFill>
            <a:srgbClr val="D2C7F1"/>
          </a:solidFill>
          <a:ln>
            <a:noFill/>
          </a:ln>
        </p:spPr>
        <p:txBody>
          <a:bodyPr vert="horz" wrap="square" lIns="91440" tIns="45720" rIns="91440" bIns="45720" numCol="1" anchor="t" anchorCtr="0" compatLnSpc="1">
            <a:prstTxWarp prst="textNoShape">
              <a:avLst/>
            </a:prstTxWarp>
          </a:bodyPr>
          <a:lstStyle/>
          <a:p>
            <a:endParaRPr lang="en-US"/>
          </a:p>
        </p:txBody>
      </p:sp>
      <p:sp>
        <p:nvSpPr>
          <p:cNvPr id="10" name="Freeform 13">
            <a:extLst>
              <a:ext uri="{FF2B5EF4-FFF2-40B4-BE49-F238E27FC236}">
                <a16:creationId xmlns:a16="http://schemas.microsoft.com/office/drawing/2014/main" id="{D428742A-BEB3-31EB-2C75-5FAFD4854D79}"/>
              </a:ext>
            </a:extLst>
          </p:cNvPr>
          <p:cNvSpPr>
            <a:spLocks/>
          </p:cNvSpPr>
          <p:nvPr/>
        </p:nvSpPr>
        <p:spPr bwMode="auto">
          <a:xfrm>
            <a:off x="5287238" y="2990538"/>
            <a:ext cx="1530437" cy="1559589"/>
          </a:xfrm>
          <a:custGeom>
            <a:avLst/>
            <a:gdLst>
              <a:gd name="T0" fmla="*/ 1420 w 1420"/>
              <a:gd name="T1" fmla="*/ 1302 h 1445"/>
              <a:gd name="T2" fmla="*/ 1276 w 1420"/>
              <a:gd name="T3" fmla="*/ 1445 h 1445"/>
              <a:gd name="T4" fmla="*/ 143 w 1420"/>
              <a:gd name="T5" fmla="*/ 1445 h 1445"/>
              <a:gd name="T6" fmla="*/ 0 w 1420"/>
              <a:gd name="T7" fmla="*/ 1302 h 1445"/>
              <a:gd name="T8" fmla="*/ 0 w 1420"/>
              <a:gd name="T9" fmla="*/ 143 h 1445"/>
              <a:gd name="T10" fmla="*/ 143 w 1420"/>
              <a:gd name="T11" fmla="*/ 0 h 1445"/>
              <a:gd name="T12" fmla="*/ 1276 w 1420"/>
              <a:gd name="T13" fmla="*/ 0 h 1445"/>
              <a:gd name="T14" fmla="*/ 1420 w 1420"/>
              <a:gd name="T15" fmla="*/ 143 h 1445"/>
              <a:gd name="T16" fmla="*/ 1420 w 1420"/>
              <a:gd name="T17" fmla="*/ 1302 h 14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20" h="1445">
                <a:moveTo>
                  <a:pt x="1420" y="1302"/>
                </a:moveTo>
                <a:cubicBezTo>
                  <a:pt x="1420" y="1381"/>
                  <a:pt x="1355" y="1445"/>
                  <a:pt x="1276" y="1445"/>
                </a:cubicBezTo>
                <a:cubicBezTo>
                  <a:pt x="143" y="1445"/>
                  <a:pt x="143" y="1445"/>
                  <a:pt x="143" y="1445"/>
                </a:cubicBezTo>
                <a:cubicBezTo>
                  <a:pt x="64" y="1445"/>
                  <a:pt x="0" y="1381"/>
                  <a:pt x="0" y="1302"/>
                </a:cubicBezTo>
                <a:cubicBezTo>
                  <a:pt x="0" y="143"/>
                  <a:pt x="0" y="143"/>
                  <a:pt x="0" y="143"/>
                </a:cubicBezTo>
                <a:cubicBezTo>
                  <a:pt x="0" y="64"/>
                  <a:pt x="64" y="0"/>
                  <a:pt x="143" y="0"/>
                </a:cubicBezTo>
                <a:cubicBezTo>
                  <a:pt x="1276" y="0"/>
                  <a:pt x="1276" y="0"/>
                  <a:pt x="1276" y="0"/>
                </a:cubicBezTo>
                <a:cubicBezTo>
                  <a:pt x="1355" y="0"/>
                  <a:pt x="1420" y="64"/>
                  <a:pt x="1420" y="143"/>
                </a:cubicBezTo>
                <a:lnTo>
                  <a:pt x="1420" y="1302"/>
                </a:lnTo>
                <a:close/>
              </a:path>
            </a:pathLst>
          </a:custGeom>
          <a:solidFill>
            <a:srgbClr val="605FC0"/>
          </a:solidFill>
          <a:ln>
            <a:noFill/>
          </a:ln>
        </p:spPr>
        <p:txBody>
          <a:bodyPr vert="horz" wrap="square" lIns="91440" tIns="45720" rIns="91440" bIns="45720" numCol="1" anchor="t" anchorCtr="0" compatLnSpc="1">
            <a:prstTxWarp prst="textNoShape">
              <a:avLst/>
            </a:prstTxWarp>
          </a:bodyPr>
          <a:lstStyle/>
          <a:p>
            <a:endParaRPr lang="en-US"/>
          </a:p>
        </p:txBody>
      </p:sp>
      <p:sp>
        <p:nvSpPr>
          <p:cNvPr id="27" name="TextBox 26"/>
          <p:cNvSpPr txBox="1"/>
          <p:nvPr/>
        </p:nvSpPr>
        <p:spPr>
          <a:xfrm>
            <a:off x="5412960" y="5113469"/>
            <a:ext cx="1366079" cy="307777"/>
          </a:xfrm>
          <a:prstGeom prst="rect">
            <a:avLst/>
          </a:prstGeom>
          <a:noFill/>
        </p:spPr>
        <p:txBody>
          <a:bodyPr wrap="none" rtlCol="0">
            <a:spAutoFit/>
          </a:bodyPr>
          <a:lstStyle/>
          <a:p>
            <a:pPr algn="ctr"/>
            <a:r>
              <a:rPr lang="en-US" sz="1400" b="1">
                <a:latin typeface="Open Sans" panose="020B0606030504020204" pitchFamily="34" charset="0"/>
                <a:ea typeface="Open Sans" panose="020B0606030504020204" pitchFamily="34" charset="0"/>
                <a:cs typeface="Open Sans" panose="020B0606030504020204" pitchFamily="34" charset="0"/>
              </a:rPr>
              <a:t>Subtitle Here</a:t>
            </a:r>
          </a:p>
        </p:txBody>
      </p:sp>
      <p:sp>
        <p:nvSpPr>
          <p:cNvPr id="28" name="TextBox 27"/>
          <p:cNvSpPr txBox="1"/>
          <p:nvPr/>
        </p:nvSpPr>
        <p:spPr>
          <a:xfrm>
            <a:off x="4616717" y="5402774"/>
            <a:ext cx="2958565" cy="686342"/>
          </a:xfrm>
          <a:prstGeom prst="rect">
            <a:avLst/>
          </a:prstGeom>
          <a:noFill/>
        </p:spPr>
        <p:txBody>
          <a:bodyPr wrap="square" rtlCol="0">
            <a:spAutoFit/>
          </a:bodyPr>
          <a:lstStyle/>
          <a:p>
            <a:pPr algn="ctr">
              <a:lnSpc>
                <a:spcPts val="1600"/>
              </a:lnSpc>
            </a:pPr>
            <a:r>
              <a:rPr lang="en-US" sz="9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Lorem Ipsum is simply dummy text of </a:t>
            </a:r>
          </a:p>
          <a:p>
            <a:pPr algn="ctr">
              <a:lnSpc>
                <a:spcPts val="1600"/>
              </a:lnSpc>
            </a:pPr>
            <a:r>
              <a:rPr lang="en-US" sz="9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 printing and typesetting industry. Lorem Ipsum has standard dummy text ever since</a:t>
            </a:r>
          </a:p>
        </p:txBody>
      </p:sp>
      <p:sp>
        <p:nvSpPr>
          <p:cNvPr id="7" name="Freeform 9">
            <a:extLst>
              <a:ext uri="{FF2B5EF4-FFF2-40B4-BE49-F238E27FC236}">
                <a16:creationId xmlns:a16="http://schemas.microsoft.com/office/drawing/2014/main" id="{6CFAFD31-A2AE-2ADB-44D9-4AC9F606EF38}"/>
              </a:ext>
            </a:extLst>
          </p:cNvPr>
          <p:cNvSpPr>
            <a:spLocks/>
          </p:cNvSpPr>
          <p:nvPr/>
        </p:nvSpPr>
        <p:spPr bwMode="auto">
          <a:xfrm>
            <a:off x="9116832" y="2909915"/>
            <a:ext cx="1291763" cy="1313625"/>
          </a:xfrm>
          <a:custGeom>
            <a:avLst/>
            <a:gdLst>
              <a:gd name="T0" fmla="*/ 1199 w 1199"/>
              <a:gd name="T1" fmla="*/ 1099 h 1219"/>
              <a:gd name="T2" fmla="*/ 1078 w 1199"/>
              <a:gd name="T3" fmla="*/ 1219 h 1219"/>
              <a:gd name="T4" fmla="*/ 121 w 1199"/>
              <a:gd name="T5" fmla="*/ 1219 h 1219"/>
              <a:gd name="T6" fmla="*/ 0 w 1199"/>
              <a:gd name="T7" fmla="*/ 1099 h 1219"/>
              <a:gd name="T8" fmla="*/ 0 w 1199"/>
              <a:gd name="T9" fmla="*/ 121 h 1219"/>
              <a:gd name="T10" fmla="*/ 121 w 1199"/>
              <a:gd name="T11" fmla="*/ 0 h 1219"/>
              <a:gd name="T12" fmla="*/ 1078 w 1199"/>
              <a:gd name="T13" fmla="*/ 0 h 1219"/>
              <a:gd name="T14" fmla="*/ 1199 w 1199"/>
              <a:gd name="T15" fmla="*/ 121 h 1219"/>
              <a:gd name="T16" fmla="*/ 1199 w 1199"/>
              <a:gd name="T17" fmla="*/ 1099 h 1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99" h="1219">
                <a:moveTo>
                  <a:pt x="1199" y="1099"/>
                </a:moveTo>
                <a:cubicBezTo>
                  <a:pt x="1199" y="1165"/>
                  <a:pt x="1145" y="1219"/>
                  <a:pt x="1078" y="1219"/>
                </a:cubicBezTo>
                <a:cubicBezTo>
                  <a:pt x="121" y="1219"/>
                  <a:pt x="121" y="1219"/>
                  <a:pt x="121" y="1219"/>
                </a:cubicBezTo>
                <a:cubicBezTo>
                  <a:pt x="54" y="1219"/>
                  <a:pt x="0" y="1165"/>
                  <a:pt x="0" y="1099"/>
                </a:cubicBezTo>
                <a:cubicBezTo>
                  <a:pt x="0" y="121"/>
                  <a:pt x="0" y="121"/>
                  <a:pt x="0" y="121"/>
                </a:cubicBezTo>
                <a:cubicBezTo>
                  <a:pt x="0" y="54"/>
                  <a:pt x="54" y="0"/>
                  <a:pt x="121" y="0"/>
                </a:cubicBezTo>
                <a:cubicBezTo>
                  <a:pt x="1078" y="0"/>
                  <a:pt x="1078" y="0"/>
                  <a:pt x="1078" y="0"/>
                </a:cubicBezTo>
                <a:cubicBezTo>
                  <a:pt x="1145" y="0"/>
                  <a:pt x="1199" y="54"/>
                  <a:pt x="1199" y="121"/>
                </a:cubicBezTo>
                <a:lnTo>
                  <a:pt x="1199" y="1099"/>
                </a:lnTo>
                <a:close/>
              </a:path>
            </a:pathLst>
          </a:custGeom>
          <a:solidFill>
            <a:srgbClr val="D4A83F"/>
          </a:solidFill>
          <a:ln>
            <a:noFill/>
          </a:ln>
        </p:spPr>
        <p:txBody>
          <a:bodyPr vert="horz" wrap="square" lIns="91440" tIns="45720" rIns="91440" bIns="45720" numCol="1" anchor="t" anchorCtr="0" compatLnSpc="1">
            <a:prstTxWarp prst="textNoShape">
              <a:avLst/>
            </a:prstTxWarp>
          </a:bodyPr>
          <a:lstStyle/>
          <a:p>
            <a:endParaRPr lang="en-US"/>
          </a:p>
        </p:txBody>
      </p:sp>
      <p:sp>
        <p:nvSpPr>
          <p:cNvPr id="8" name="Freeform 10">
            <a:extLst>
              <a:ext uri="{FF2B5EF4-FFF2-40B4-BE49-F238E27FC236}">
                <a16:creationId xmlns:a16="http://schemas.microsoft.com/office/drawing/2014/main" id="{93F66A1E-EEB8-0BF3-5274-C5B3A343E82C}"/>
              </a:ext>
            </a:extLst>
          </p:cNvPr>
          <p:cNvSpPr>
            <a:spLocks/>
          </p:cNvSpPr>
          <p:nvPr/>
        </p:nvSpPr>
        <p:spPr bwMode="auto">
          <a:xfrm>
            <a:off x="9424248" y="3172590"/>
            <a:ext cx="1293584" cy="1315448"/>
          </a:xfrm>
          <a:custGeom>
            <a:avLst/>
            <a:gdLst>
              <a:gd name="T0" fmla="*/ 1199 w 1199"/>
              <a:gd name="T1" fmla="*/ 1099 h 1220"/>
              <a:gd name="T2" fmla="*/ 1078 w 1199"/>
              <a:gd name="T3" fmla="*/ 1220 h 1220"/>
              <a:gd name="T4" fmla="*/ 121 w 1199"/>
              <a:gd name="T5" fmla="*/ 1220 h 1220"/>
              <a:gd name="T6" fmla="*/ 0 w 1199"/>
              <a:gd name="T7" fmla="*/ 1099 h 1220"/>
              <a:gd name="T8" fmla="*/ 0 w 1199"/>
              <a:gd name="T9" fmla="*/ 121 h 1220"/>
              <a:gd name="T10" fmla="*/ 121 w 1199"/>
              <a:gd name="T11" fmla="*/ 0 h 1220"/>
              <a:gd name="T12" fmla="*/ 1078 w 1199"/>
              <a:gd name="T13" fmla="*/ 0 h 1220"/>
              <a:gd name="T14" fmla="*/ 1199 w 1199"/>
              <a:gd name="T15" fmla="*/ 121 h 1220"/>
              <a:gd name="T16" fmla="*/ 1199 w 1199"/>
              <a:gd name="T17" fmla="*/ 1099 h 12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99" h="1220">
                <a:moveTo>
                  <a:pt x="1199" y="1099"/>
                </a:moveTo>
                <a:cubicBezTo>
                  <a:pt x="1199" y="1165"/>
                  <a:pt x="1145" y="1220"/>
                  <a:pt x="1078" y="1220"/>
                </a:cubicBezTo>
                <a:cubicBezTo>
                  <a:pt x="121" y="1220"/>
                  <a:pt x="121" y="1220"/>
                  <a:pt x="121" y="1220"/>
                </a:cubicBezTo>
                <a:cubicBezTo>
                  <a:pt x="54" y="1220"/>
                  <a:pt x="0" y="1165"/>
                  <a:pt x="0" y="1099"/>
                </a:cubicBezTo>
                <a:cubicBezTo>
                  <a:pt x="0" y="121"/>
                  <a:pt x="0" y="121"/>
                  <a:pt x="0" y="121"/>
                </a:cubicBezTo>
                <a:cubicBezTo>
                  <a:pt x="0" y="54"/>
                  <a:pt x="54" y="0"/>
                  <a:pt x="121" y="0"/>
                </a:cubicBezTo>
                <a:cubicBezTo>
                  <a:pt x="1078" y="0"/>
                  <a:pt x="1078" y="0"/>
                  <a:pt x="1078" y="0"/>
                </a:cubicBezTo>
                <a:cubicBezTo>
                  <a:pt x="1145" y="0"/>
                  <a:pt x="1199" y="54"/>
                  <a:pt x="1199" y="121"/>
                </a:cubicBezTo>
                <a:lnTo>
                  <a:pt x="1199" y="1099"/>
                </a:lnTo>
                <a:close/>
              </a:path>
            </a:pathLst>
          </a:custGeom>
          <a:solidFill>
            <a:srgbClr val="FF9300"/>
          </a:solidFill>
          <a:ln>
            <a:noFill/>
          </a:ln>
        </p:spPr>
        <p:txBody>
          <a:bodyPr vert="horz" wrap="square" lIns="91440" tIns="45720" rIns="91440" bIns="45720" numCol="1" anchor="t" anchorCtr="0" compatLnSpc="1">
            <a:prstTxWarp prst="textNoShape">
              <a:avLst/>
            </a:prstTxWarp>
          </a:bodyPr>
          <a:lstStyle/>
          <a:p>
            <a:endParaRPr lang="en-US"/>
          </a:p>
        </p:txBody>
      </p:sp>
      <p:sp>
        <p:nvSpPr>
          <p:cNvPr id="30" name="TextBox 29"/>
          <p:cNvSpPr txBox="1"/>
          <p:nvPr/>
        </p:nvSpPr>
        <p:spPr>
          <a:xfrm>
            <a:off x="9387193" y="5113469"/>
            <a:ext cx="1366079" cy="307777"/>
          </a:xfrm>
          <a:prstGeom prst="rect">
            <a:avLst/>
          </a:prstGeom>
          <a:noFill/>
        </p:spPr>
        <p:txBody>
          <a:bodyPr wrap="none" rtlCol="0">
            <a:spAutoFit/>
          </a:bodyPr>
          <a:lstStyle/>
          <a:p>
            <a:pPr algn="ctr"/>
            <a:r>
              <a:rPr lang="en-US" sz="1400" b="1">
                <a:latin typeface="Open Sans" panose="020B0606030504020204" pitchFamily="34" charset="0"/>
                <a:ea typeface="Open Sans" panose="020B0606030504020204" pitchFamily="34" charset="0"/>
                <a:cs typeface="Open Sans" panose="020B0606030504020204" pitchFamily="34" charset="0"/>
              </a:rPr>
              <a:t>Subtitle Here</a:t>
            </a:r>
          </a:p>
        </p:txBody>
      </p:sp>
      <p:sp>
        <p:nvSpPr>
          <p:cNvPr id="31" name="TextBox 30"/>
          <p:cNvSpPr txBox="1"/>
          <p:nvPr/>
        </p:nvSpPr>
        <p:spPr>
          <a:xfrm>
            <a:off x="8590950" y="5402774"/>
            <a:ext cx="2958565" cy="686342"/>
          </a:xfrm>
          <a:prstGeom prst="rect">
            <a:avLst/>
          </a:prstGeom>
          <a:noFill/>
        </p:spPr>
        <p:txBody>
          <a:bodyPr wrap="square" rtlCol="0">
            <a:spAutoFit/>
          </a:bodyPr>
          <a:lstStyle/>
          <a:p>
            <a:pPr algn="ctr">
              <a:lnSpc>
                <a:spcPts val="1600"/>
              </a:lnSpc>
            </a:pPr>
            <a:r>
              <a:rPr lang="en-US" sz="9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Lorem Ipsum is simply dummy text of </a:t>
            </a:r>
          </a:p>
          <a:p>
            <a:pPr algn="ctr">
              <a:lnSpc>
                <a:spcPts val="1600"/>
              </a:lnSpc>
            </a:pPr>
            <a:r>
              <a:rPr lang="en-US" sz="9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 printing and typesetting industry. Lorem Ipsum has standard dummy text ever since</a:t>
            </a:r>
          </a:p>
        </p:txBody>
      </p:sp>
      <p:sp>
        <p:nvSpPr>
          <p:cNvPr id="39" name="TextBox 38"/>
          <p:cNvSpPr txBox="1"/>
          <p:nvPr/>
        </p:nvSpPr>
        <p:spPr>
          <a:xfrm>
            <a:off x="1708314" y="3060362"/>
            <a:ext cx="1205779" cy="553998"/>
          </a:xfrm>
          <a:prstGeom prst="rect">
            <a:avLst/>
          </a:prstGeom>
          <a:noFill/>
        </p:spPr>
        <p:txBody>
          <a:bodyPr wrap="none" rtlCol="0">
            <a:spAutoFit/>
          </a:bodyPr>
          <a:lstStyle/>
          <a:p>
            <a:pPr algn="ctr"/>
            <a:r>
              <a:rPr lang="en-US" sz="3000" b="1">
                <a:solidFill>
                  <a:schemeClr val="bg1"/>
                </a:solidFill>
                <a:latin typeface="Open Sans" panose="020B0606030504020204" pitchFamily="34" charset="0"/>
                <a:ea typeface="Open Sans" panose="020B0606030504020204" pitchFamily="34" charset="0"/>
                <a:cs typeface="Open Sans" panose="020B0606030504020204" pitchFamily="34" charset="0"/>
              </a:rPr>
              <a:t>526M</a:t>
            </a:r>
          </a:p>
        </p:txBody>
      </p:sp>
      <p:sp>
        <p:nvSpPr>
          <p:cNvPr id="40" name="TextBox 39"/>
          <p:cNvSpPr txBox="1"/>
          <p:nvPr/>
        </p:nvSpPr>
        <p:spPr>
          <a:xfrm>
            <a:off x="5500863" y="3516417"/>
            <a:ext cx="1103187" cy="507831"/>
          </a:xfrm>
          <a:prstGeom prst="rect">
            <a:avLst/>
          </a:prstGeom>
          <a:noFill/>
        </p:spPr>
        <p:txBody>
          <a:bodyPr wrap="none" rtlCol="0">
            <a:spAutoFit/>
          </a:bodyPr>
          <a:lstStyle/>
          <a:p>
            <a:pPr algn="ctr"/>
            <a:r>
              <a:rPr lang="en-US" sz="2700" b="1">
                <a:solidFill>
                  <a:schemeClr val="bg1"/>
                </a:solidFill>
                <a:latin typeface="Open Sans" panose="020B0606030504020204" pitchFamily="34" charset="0"/>
                <a:ea typeface="Open Sans" panose="020B0606030504020204" pitchFamily="34" charset="0"/>
                <a:cs typeface="Open Sans" panose="020B0606030504020204" pitchFamily="34" charset="0"/>
              </a:rPr>
              <a:t>369M</a:t>
            </a:r>
          </a:p>
        </p:txBody>
      </p:sp>
      <p:sp>
        <p:nvSpPr>
          <p:cNvPr id="41" name="TextBox 40"/>
          <p:cNvSpPr txBox="1"/>
          <p:nvPr/>
        </p:nvSpPr>
        <p:spPr>
          <a:xfrm>
            <a:off x="9569140" y="3599482"/>
            <a:ext cx="1003801" cy="461665"/>
          </a:xfrm>
          <a:prstGeom prst="rect">
            <a:avLst/>
          </a:prstGeom>
          <a:noFill/>
        </p:spPr>
        <p:txBody>
          <a:bodyPr wrap="none" rtlCol="0">
            <a:spAutoFit/>
          </a:bodyPr>
          <a:lstStyle/>
          <a:p>
            <a:pPr algn="ctr"/>
            <a:r>
              <a:rPr lang="en-US" sz="2400" b="1">
                <a:solidFill>
                  <a:schemeClr val="bg1"/>
                </a:solidFill>
                <a:latin typeface="Open Sans" panose="020B0606030504020204" pitchFamily="34" charset="0"/>
                <a:ea typeface="Open Sans" panose="020B0606030504020204" pitchFamily="34" charset="0"/>
                <a:cs typeface="Open Sans" panose="020B0606030504020204" pitchFamily="34" charset="0"/>
              </a:rPr>
              <a:t>136M</a:t>
            </a:r>
          </a:p>
        </p:txBody>
      </p:sp>
      <p:pic>
        <p:nvPicPr>
          <p:cNvPr id="4" name="Imagen 3">
            <a:extLst>
              <a:ext uri="{FF2B5EF4-FFF2-40B4-BE49-F238E27FC236}">
                <a16:creationId xmlns:a16="http://schemas.microsoft.com/office/drawing/2014/main" id="{03A916CB-22F1-6865-47EE-8C7AA7CD0A4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9795" y="6368290"/>
            <a:ext cx="1498186" cy="239305"/>
          </a:xfrm>
          <a:prstGeom prst="rect">
            <a:avLst/>
          </a:prstGeom>
        </p:spPr>
      </p:pic>
      <p:pic>
        <p:nvPicPr>
          <p:cNvPr id="5" name="Imagen 4">
            <a:extLst>
              <a:ext uri="{FF2B5EF4-FFF2-40B4-BE49-F238E27FC236}">
                <a16:creationId xmlns:a16="http://schemas.microsoft.com/office/drawing/2014/main" id="{A7D7DD26-A6B8-9A98-8ADC-D5BBCB130224}"/>
              </a:ext>
            </a:extLst>
          </p:cNvPr>
          <p:cNvPicPr>
            <a:picLocks noChangeAspect="1"/>
          </p:cNvPicPr>
          <p:nvPr/>
        </p:nvPicPr>
        <p:blipFill>
          <a:blip r:embed="rId3"/>
          <a:stretch>
            <a:fillRect/>
          </a:stretch>
        </p:blipFill>
        <p:spPr>
          <a:xfrm>
            <a:off x="10547350" y="6165838"/>
            <a:ext cx="1360142" cy="644208"/>
          </a:xfrm>
          <a:prstGeom prst="rect">
            <a:avLst/>
          </a:prstGeom>
        </p:spPr>
      </p:pic>
    </p:spTree>
    <p:extLst>
      <p:ext uri="{BB962C8B-B14F-4D97-AF65-F5344CB8AC3E}">
        <p14:creationId xmlns:p14="http://schemas.microsoft.com/office/powerpoint/2010/main" val="104210102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reeform 5"/>
          <p:cNvSpPr>
            <a:spLocks/>
          </p:cNvSpPr>
          <p:nvPr/>
        </p:nvSpPr>
        <p:spPr bwMode="auto">
          <a:xfrm>
            <a:off x="0" y="0"/>
            <a:ext cx="12191998" cy="6857999"/>
          </a:xfrm>
          <a:custGeom>
            <a:avLst/>
            <a:gdLst>
              <a:gd name="T0" fmla="*/ 2129 w 7710"/>
              <a:gd name="T1" fmla="*/ 0 h 4325"/>
              <a:gd name="T2" fmla="*/ 0 w 7710"/>
              <a:gd name="T3" fmla="*/ 0 h 4325"/>
              <a:gd name="T4" fmla="*/ 0 w 7710"/>
              <a:gd name="T5" fmla="*/ 4325 h 4325"/>
              <a:gd name="T6" fmla="*/ 2129 w 7710"/>
              <a:gd name="T7" fmla="*/ 4325 h 4325"/>
              <a:gd name="T8" fmla="*/ 7710 w 7710"/>
              <a:gd name="T9" fmla="*/ 4325 h 4325"/>
              <a:gd name="T10" fmla="*/ 7710 w 7710"/>
              <a:gd name="T11" fmla="*/ 0 h 4325"/>
              <a:gd name="T12" fmla="*/ 2129 w 7710"/>
              <a:gd name="T13" fmla="*/ 0 h 4325"/>
            </a:gdLst>
            <a:ahLst/>
            <a:cxnLst>
              <a:cxn ang="0">
                <a:pos x="T0" y="T1"/>
              </a:cxn>
              <a:cxn ang="0">
                <a:pos x="T2" y="T3"/>
              </a:cxn>
              <a:cxn ang="0">
                <a:pos x="T4" y="T5"/>
              </a:cxn>
              <a:cxn ang="0">
                <a:pos x="T6" y="T7"/>
              </a:cxn>
              <a:cxn ang="0">
                <a:pos x="T8" y="T9"/>
              </a:cxn>
              <a:cxn ang="0">
                <a:pos x="T10" y="T11"/>
              </a:cxn>
              <a:cxn ang="0">
                <a:pos x="T12" y="T13"/>
              </a:cxn>
            </a:cxnLst>
            <a:rect l="0" t="0" r="r" b="b"/>
            <a:pathLst>
              <a:path w="7710" h="4325">
                <a:moveTo>
                  <a:pt x="2129" y="0"/>
                </a:moveTo>
                <a:lnTo>
                  <a:pt x="0" y="0"/>
                </a:lnTo>
                <a:lnTo>
                  <a:pt x="0" y="4325"/>
                </a:lnTo>
                <a:lnTo>
                  <a:pt x="2129" y="4325"/>
                </a:lnTo>
                <a:lnTo>
                  <a:pt x="7710" y="4325"/>
                </a:lnTo>
                <a:lnTo>
                  <a:pt x="7710" y="0"/>
                </a:lnTo>
                <a:lnTo>
                  <a:pt x="2129" y="0"/>
                </a:lnTo>
                <a:close/>
              </a:path>
            </a:pathLst>
          </a:custGeom>
          <a:solidFill>
            <a:schemeClr val="bg1">
              <a:lumMod val="9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 name="Freeform 6"/>
          <p:cNvSpPr>
            <a:spLocks/>
          </p:cNvSpPr>
          <p:nvPr/>
        </p:nvSpPr>
        <p:spPr bwMode="auto">
          <a:xfrm>
            <a:off x="5460308" y="0"/>
            <a:ext cx="6731691" cy="6857999"/>
          </a:xfrm>
          <a:custGeom>
            <a:avLst/>
            <a:gdLst>
              <a:gd name="T0" fmla="*/ 952 w 952"/>
              <a:gd name="T1" fmla="*/ 0 h 964"/>
              <a:gd name="T2" fmla="*/ 0 w 952"/>
              <a:gd name="T3" fmla="*/ 964 h 964"/>
              <a:gd name="T4" fmla="*/ 952 w 952"/>
              <a:gd name="T5" fmla="*/ 964 h 964"/>
              <a:gd name="T6" fmla="*/ 952 w 952"/>
              <a:gd name="T7" fmla="*/ 0 h 964"/>
            </a:gdLst>
            <a:ahLst/>
            <a:cxnLst>
              <a:cxn ang="0">
                <a:pos x="T0" y="T1"/>
              </a:cxn>
              <a:cxn ang="0">
                <a:pos x="T2" y="T3"/>
              </a:cxn>
              <a:cxn ang="0">
                <a:pos x="T4" y="T5"/>
              </a:cxn>
              <a:cxn ang="0">
                <a:pos x="T6" y="T7"/>
              </a:cxn>
            </a:cxnLst>
            <a:rect l="0" t="0" r="r" b="b"/>
            <a:pathLst>
              <a:path w="952" h="964">
                <a:moveTo>
                  <a:pt x="952" y="0"/>
                </a:moveTo>
                <a:cubicBezTo>
                  <a:pt x="88" y="75"/>
                  <a:pt x="7" y="780"/>
                  <a:pt x="0" y="964"/>
                </a:cubicBezTo>
                <a:cubicBezTo>
                  <a:pt x="952" y="964"/>
                  <a:pt x="952" y="964"/>
                  <a:pt x="952" y="964"/>
                </a:cubicBezTo>
                <a:lnTo>
                  <a:pt x="952" y="0"/>
                </a:lnTo>
                <a:close/>
              </a:path>
            </a:pathLst>
          </a:custGeom>
          <a:solidFill>
            <a:srgbClr val="605FC0"/>
          </a:solidFill>
          <a:ln>
            <a:noFill/>
          </a:ln>
        </p:spPr>
        <p:txBody>
          <a:bodyPr vert="horz" wrap="square" lIns="91440" tIns="45720" rIns="91440" bIns="45720" numCol="1" anchor="t" anchorCtr="0" compatLnSpc="1">
            <a:prstTxWarp prst="textNoShape">
              <a:avLst/>
            </a:prstTxWarp>
          </a:bodyPr>
          <a:lstStyle/>
          <a:p>
            <a:endParaRPr lang="en-US"/>
          </a:p>
        </p:txBody>
      </p:sp>
      <p:sp>
        <p:nvSpPr>
          <p:cNvPr id="8" name="Rectangle 7"/>
          <p:cNvSpPr>
            <a:spLocks noChangeArrowheads="1"/>
          </p:cNvSpPr>
          <p:nvPr/>
        </p:nvSpPr>
        <p:spPr bwMode="auto">
          <a:xfrm>
            <a:off x="1" y="0"/>
            <a:ext cx="3086100" cy="6857999"/>
          </a:xfrm>
          <a:prstGeom prst="rect">
            <a:avLst/>
          </a:pr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9" name="Oval 8"/>
          <p:cNvSpPr>
            <a:spLocks noChangeArrowheads="1"/>
          </p:cNvSpPr>
          <p:nvPr/>
        </p:nvSpPr>
        <p:spPr bwMode="auto">
          <a:xfrm>
            <a:off x="1247814" y="2434744"/>
            <a:ext cx="3676576" cy="3699356"/>
          </a:xfrm>
          <a:prstGeom prst="ellipse">
            <a:avLst/>
          </a:pr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12" name="TextBox 11"/>
          <p:cNvSpPr txBox="1"/>
          <p:nvPr/>
        </p:nvSpPr>
        <p:spPr>
          <a:xfrm>
            <a:off x="595313" y="578929"/>
            <a:ext cx="3078087" cy="630942"/>
          </a:xfrm>
          <a:prstGeom prst="rect">
            <a:avLst/>
          </a:prstGeom>
          <a:noFill/>
        </p:spPr>
        <p:txBody>
          <a:bodyPr wrap="none" rtlCol="0">
            <a:spAutoFit/>
          </a:bodyPr>
          <a:lstStyle/>
          <a:p>
            <a:r>
              <a:rPr lang="en-US" sz="3500" b="1">
                <a:latin typeface="Open Sans" panose="020B0606030504020204" pitchFamily="34" charset="0"/>
                <a:ea typeface="Open Sans" panose="020B0606030504020204" pitchFamily="34" charset="0"/>
                <a:cs typeface="Open Sans" panose="020B0606030504020204" pitchFamily="34" charset="0"/>
              </a:rPr>
              <a:t>Team Leader</a:t>
            </a:r>
          </a:p>
        </p:txBody>
      </p:sp>
      <p:sp>
        <p:nvSpPr>
          <p:cNvPr id="14" name="TextBox 13">
            <a:extLst>
              <a:ext uri="{FF2B5EF4-FFF2-40B4-BE49-F238E27FC236}">
                <a16:creationId xmlns:a16="http://schemas.microsoft.com/office/drawing/2014/main" id="{E79A7594-0913-FC8A-64BE-9625AA4411FA}"/>
              </a:ext>
            </a:extLst>
          </p:cNvPr>
          <p:cNvSpPr txBox="1"/>
          <p:nvPr/>
        </p:nvSpPr>
        <p:spPr>
          <a:xfrm>
            <a:off x="4473370" y="1441322"/>
            <a:ext cx="2915541" cy="353943"/>
          </a:xfrm>
          <a:prstGeom prst="rect">
            <a:avLst/>
          </a:prstGeom>
          <a:noFill/>
        </p:spPr>
        <p:txBody>
          <a:bodyPr wrap="square" rtlCol="0">
            <a:spAutoFit/>
          </a:bodyPr>
          <a:lstStyle/>
          <a:p>
            <a:r>
              <a:rPr lang="en-US" sz="1700" b="1">
                <a:latin typeface="Open Sans" panose="020B0606030504020204" pitchFamily="34" charset="0"/>
                <a:ea typeface="Open Sans" panose="020B0606030504020204" pitchFamily="34" charset="0"/>
                <a:cs typeface="Open Sans" panose="020B0606030504020204" pitchFamily="34" charset="0"/>
              </a:rPr>
              <a:t>Hola, soy Camila Gómez</a:t>
            </a:r>
          </a:p>
        </p:txBody>
      </p:sp>
      <p:sp>
        <p:nvSpPr>
          <p:cNvPr id="15" name="TextBox 14">
            <a:extLst>
              <a:ext uri="{FF2B5EF4-FFF2-40B4-BE49-F238E27FC236}">
                <a16:creationId xmlns:a16="http://schemas.microsoft.com/office/drawing/2014/main" id="{74B8B7CA-B9BE-A218-2D45-2DCC0C867C51}"/>
              </a:ext>
            </a:extLst>
          </p:cNvPr>
          <p:cNvSpPr txBox="1"/>
          <p:nvPr/>
        </p:nvSpPr>
        <p:spPr>
          <a:xfrm>
            <a:off x="4473370" y="1782202"/>
            <a:ext cx="1341265" cy="307777"/>
          </a:xfrm>
          <a:prstGeom prst="rect">
            <a:avLst/>
          </a:prstGeom>
          <a:noFill/>
        </p:spPr>
        <p:txBody>
          <a:bodyPr wrap="none" rtlCol="0">
            <a:spAutoFit/>
          </a:bodyPr>
          <a:lstStyle/>
          <a:p>
            <a:r>
              <a:rPr lang="en-US" sz="1400" err="1">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Coordinadora</a:t>
            </a:r>
            <a:endParaRPr lang="en-US" sz="14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8" name="TextBox 17"/>
          <p:cNvSpPr txBox="1"/>
          <p:nvPr/>
        </p:nvSpPr>
        <p:spPr>
          <a:xfrm>
            <a:off x="7521738" y="2572770"/>
            <a:ext cx="3890091" cy="1104085"/>
          </a:xfrm>
          <a:prstGeom prst="rect">
            <a:avLst/>
          </a:prstGeom>
          <a:noFill/>
        </p:spPr>
        <p:txBody>
          <a:bodyPr wrap="square" rtlCol="0">
            <a:spAutoFit/>
          </a:bodyPr>
          <a:lstStyle/>
          <a:p>
            <a:pPr>
              <a:lnSpc>
                <a:spcPts val="2700"/>
              </a:lnSpc>
            </a:pPr>
            <a:r>
              <a:rPr lang="en-US" b="1">
                <a:solidFill>
                  <a:schemeClr val="bg1"/>
                </a:solidFill>
                <a:latin typeface="Open Sans" panose="020B0606030504020204" pitchFamily="34" charset="0"/>
                <a:ea typeface="Open Sans" panose="020B0606030504020204" pitchFamily="34" charset="0"/>
                <a:cs typeface="Open Sans" panose="020B0606030504020204" pitchFamily="34" charset="0"/>
              </a:rPr>
              <a:t>“Gracias </a:t>
            </a:r>
            <a:r>
              <a:rPr lang="en-US" b="1" err="1">
                <a:solidFill>
                  <a:schemeClr val="bg1"/>
                </a:solidFill>
                <a:latin typeface="Open Sans" panose="020B0606030504020204" pitchFamily="34" charset="0"/>
                <a:ea typeface="Open Sans" panose="020B0606030504020204" pitchFamily="34" charset="0"/>
                <a:cs typeface="Open Sans" panose="020B0606030504020204" pitchFamily="34" charset="0"/>
              </a:rPr>
              <a:t>por</a:t>
            </a:r>
            <a:r>
              <a:rPr lang="en-US" b="1">
                <a:solidFill>
                  <a:schemeClr val="bg1"/>
                </a:solidFill>
                <a:latin typeface="Open Sans" panose="020B0606030504020204" pitchFamily="34" charset="0"/>
                <a:ea typeface="Open Sans" panose="020B0606030504020204" pitchFamily="34" charset="0"/>
                <a:cs typeface="Open Sans" panose="020B0606030504020204" pitchFamily="34" charset="0"/>
              </a:rPr>
              <a:t> ser un </a:t>
            </a:r>
            <a:r>
              <a:rPr lang="en-US" b="1" err="1">
                <a:solidFill>
                  <a:schemeClr val="bg1"/>
                </a:solidFill>
                <a:latin typeface="Open Sans" panose="020B0606030504020204" pitchFamily="34" charset="0"/>
                <a:ea typeface="Open Sans" panose="020B0606030504020204" pitchFamily="34" charset="0"/>
                <a:cs typeface="Open Sans" panose="020B0606030504020204" pitchFamily="34" charset="0"/>
              </a:rPr>
              <a:t>líder</a:t>
            </a:r>
            <a:r>
              <a:rPr lang="en-US" b="1">
                <a:solidFill>
                  <a:schemeClr val="bg1"/>
                </a:solidFill>
                <a:latin typeface="Open Sans" panose="020B0606030504020204" pitchFamily="34" charset="0"/>
                <a:ea typeface="Open Sans" panose="020B0606030504020204" pitchFamily="34" charset="0"/>
                <a:cs typeface="Open Sans" panose="020B0606030504020204" pitchFamily="34" charset="0"/>
              </a:rPr>
              <a:t> </a:t>
            </a:r>
            <a:r>
              <a:rPr lang="en-US" b="1" err="1">
                <a:solidFill>
                  <a:schemeClr val="bg1"/>
                </a:solidFill>
                <a:latin typeface="Open Sans" panose="020B0606030504020204" pitchFamily="34" charset="0"/>
                <a:ea typeface="Open Sans" panose="020B0606030504020204" pitchFamily="34" charset="0"/>
                <a:cs typeface="Open Sans" panose="020B0606030504020204" pitchFamily="34" charset="0"/>
              </a:rPr>
              <a:t>inspirador</a:t>
            </a:r>
            <a:r>
              <a:rPr lang="en-US" b="1">
                <a:solidFill>
                  <a:schemeClr val="bg1"/>
                </a:solidFill>
                <a:latin typeface="Open Sans" panose="020B0606030504020204" pitchFamily="34" charset="0"/>
                <a:ea typeface="Open Sans" panose="020B0606030504020204" pitchFamily="34" charset="0"/>
                <a:cs typeface="Open Sans" panose="020B0606030504020204" pitchFamily="34" charset="0"/>
              </a:rPr>
              <a:t> para </a:t>
            </a:r>
            <a:r>
              <a:rPr lang="en-US" b="1" err="1">
                <a:solidFill>
                  <a:schemeClr val="bg1"/>
                </a:solidFill>
                <a:latin typeface="Open Sans" panose="020B0606030504020204" pitchFamily="34" charset="0"/>
                <a:ea typeface="Open Sans" panose="020B0606030504020204" pitchFamily="34" charset="0"/>
                <a:cs typeface="Open Sans" panose="020B0606030504020204" pitchFamily="34" charset="0"/>
              </a:rPr>
              <a:t>nuestro</a:t>
            </a:r>
            <a:r>
              <a:rPr lang="en-US" b="1">
                <a:solidFill>
                  <a:schemeClr val="bg1"/>
                </a:solidFill>
                <a:latin typeface="Open Sans" panose="020B0606030504020204" pitchFamily="34" charset="0"/>
                <a:ea typeface="Open Sans" panose="020B0606030504020204" pitchFamily="34" charset="0"/>
                <a:cs typeface="Open Sans" panose="020B0606030504020204" pitchFamily="34" charset="0"/>
              </a:rPr>
              <a:t> </a:t>
            </a:r>
            <a:r>
              <a:rPr lang="en-US" b="1" err="1">
                <a:solidFill>
                  <a:schemeClr val="bg1"/>
                </a:solidFill>
                <a:latin typeface="Open Sans" panose="020B0606030504020204" pitchFamily="34" charset="0"/>
                <a:ea typeface="Open Sans" panose="020B0606030504020204" pitchFamily="34" charset="0"/>
                <a:cs typeface="Open Sans" panose="020B0606030504020204" pitchFamily="34" charset="0"/>
              </a:rPr>
              <a:t>equipo</a:t>
            </a:r>
            <a:r>
              <a:rPr lang="en-US" b="1">
                <a:solidFill>
                  <a:schemeClr val="bg1"/>
                </a:solidFill>
                <a:latin typeface="Open Sans" panose="020B0606030504020204" pitchFamily="34" charset="0"/>
                <a:ea typeface="Open Sans" panose="020B0606030504020204" pitchFamily="34" charset="0"/>
                <a:cs typeface="Open Sans" panose="020B0606030504020204" pitchFamily="34" charset="0"/>
              </a:rPr>
              <a:t>!”</a:t>
            </a:r>
          </a:p>
        </p:txBody>
      </p:sp>
      <p:sp>
        <p:nvSpPr>
          <p:cNvPr id="19" name="TextBox 18">
            <a:extLst>
              <a:ext uri="{FF2B5EF4-FFF2-40B4-BE49-F238E27FC236}">
                <a16:creationId xmlns:a16="http://schemas.microsoft.com/office/drawing/2014/main" id="{DADA7D56-2DBF-B5BE-2E89-5C06B1C6EAF1}"/>
              </a:ext>
            </a:extLst>
          </p:cNvPr>
          <p:cNvSpPr txBox="1"/>
          <p:nvPr/>
        </p:nvSpPr>
        <p:spPr>
          <a:xfrm>
            <a:off x="7323904" y="5877448"/>
            <a:ext cx="2002471" cy="230832"/>
          </a:xfrm>
          <a:prstGeom prst="rect">
            <a:avLst/>
          </a:prstGeom>
          <a:noFill/>
        </p:spPr>
        <p:txBody>
          <a:bodyPr wrap="none" rtlCol="0">
            <a:spAutoFit/>
          </a:bodyPr>
          <a:lstStyle/>
          <a:p>
            <a:pPr algn="r"/>
            <a:r>
              <a:rPr lang="en-US" sz="900" spc="300" err="1">
                <a:solidFill>
                  <a:schemeClr val="bg1"/>
                </a:solidFill>
                <a:latin typeface="Open Sans" panose="020B0606030504020204" pitchFamily="34" charset="0"/>
                <a:ea typeface="Open Sans" panose="020B0606030504020204" pitchFamily="34" charset="0"/>
                <a:cs typeface="Open Sans" panose="020B0606030504020204" pitchFamily="34" charset="0"/>
              </a:rPr>
              <a:t>www.finlecobpo.com</a:t>
            </a:r>
            <a:endParaRPr lang="en-US" sz="900" spc="30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0" name="Oval 19">
            <a:extLst>
              <a:ext uri="{FF2B5EF4-FFF2-40B4-BE49-F238E27FC236}">
                <a16:creationId xmlns:a16="http://schemas.microsoft.com/office/drawing/2014/main" id="{DE55F45F-D477-8923-EF51-A943058F3CDA}"/>
              </a:ext>
            </a:extLst>
          </p:cNvPr>
          <p:cNvSpPr/>
          <p:nvPr/>
        </p:nvSpPr>
        <p:spPr>
          <a:xfrm>
            <a:off x="7001371" y="5794809"/>
            <a:ext cx="387540" cy="387540"/>
          </a:xfrm>
          <a:prstGeom prst="ellipse">
            <a:avLst/>
          </a:prstGeom>
          <a:solidFill>
            <a:schemeClr val="bg1"/>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27">
            <a:extLst>
              <a:ext uri="{FF2B5EF4-FFF2-40B4-BE49-F238E27FC236}">
                <a16:creationId xmlns:a16="http://schemas.microsoft.com/office/drawing/2014/main" id="{CFBE1E5F-B4F2-80D6-A1CD-259877E44D61}"/>
              </a:ext>
            </a:extLst>
          </p:cNvPr>
          <p:cNvSpPr>
            <a:spLocks noChangeAspect="1" noEditPoints="1"/>
          </p:cNvSpPr>
          <p:nvPr/>
        </p:nvSpPr>
        <p:spPr bwMode="auto">
          <a:xfrm>
            <a:off x="7084308" y="5877448"/>
            <a:ext cx="221666" cy="222262"/>
          </a:xfrm>
          <a:custGeom>
            <a:avLst/>
            <a:gdLst>
              <a:gd name="T0" fmla="*/ 0 w 186"/>
              <a:gd name="T1" fmla="*/ 93 h 186"/>
              <a:gd name="T2" fmla="*/ 186 w 186"/>
              <a:gd name="T3" fmla="*/ 93 h 186"/>
              <a:gd name="T4" fmla="*/ 79 w 186"/>
              <a:gd name="T5" fmla="*/ 13 h 186"/>
              <a:gd name="T6" fmla="*/ 36 w 186"/>
              <a:gd name="T7" fmla="*/ 35 h 186"/>
              <a:gd name="T8" fmla="*/ 31 w 186"/>
              <a:gd name="T9" fmla="*/ 39 h 186"/>
              <a:gd name="T10" fmla="*/ 47 w 186"/>
              <a:gd name="T11" fmla="*/ 89 h 186"/>
              <a:gd name="T12" fmla="*/ 31 w 186"/>
              <a:gd name="T13" fmla="*/ 39 h 186"/>
              <a:gd name="T14" fmla="*/ 47 w 186"/>
              <a:gd name="T15" fmla="*/ 96 h 186"/>
              <a:gd name="T16" fmla="*/ 34 w 186"/>
              <a:gd name="T17" fmla="*/ 150 h 186"/>
              <a:gd name="T18" fmla="*/ 39 w 186"/>
              <a:gd name="T19" fmla="*/ 155 h 186"/>
              <a:gd name="T20" fmla="*/ 79 w 186"/>
              <a:gd name="T21" fmla="*/ 172 h 186"/>
              <a:gd name="T22" fmla="*/ 90 w 186"/>
              <a:gd name="T23" fmla="*/ 174 h 186"/>
              <a:gd name="T24" fmla="*/ 90 w 186"/>
              <a:gd name="T25" fmla="*/ 138 h 186"/>
              <a:gd name="T26" fmla="*/ 90 w 186"/>
              <a:gd name="T27" fmla="*/ 132 h 186"/>
              <a:gd name="T28" fmla="*/ 53 w 186"/>
              <a:gd name="T29" fmla="*/ 96 h 186"/>
              <a:gd name="T30" fmla="*/ 90 w 186"/>
              <a:gd name="T31" fmla="*/ 132 h 186"/>
              <a:gd name="T32" fmla="*/ 53 w 186"/>
              <a:gd name="T33" fmla="*/ 89 h 186"/>
              <a:gd name="T34" fmla="*/ 90 w 186"/>
              <a:gd name="T35" fmla="*/ 60 h 186"/>
              <a:gd name="T36" fmla="*/ 90 w 186"/>
              <a:gd name="T37" fmla="*/ 54 h 186"/>
              <a:gd name="T38" fmla="*/ 90 w 186"/>
              <a:gd name="T39" fmla="*/ 13 h 186"/>
              <a:gd name="T40" fmla="*/ 175 w 186"/>
              <a:gd name="T41" fmla="*/ 89 h 186"/>
              <a:gd name="T42" fmla="*/ 131 w 186"/>
              <a:gd name="T43" fmla="*/ 52 h 186"/>
              <a:gd name="T44" fmla="*/ 175 w 186"/>
              <a:gd name="T45" fmla="*/ 89 h 186"/>
              <a:gd name="T46" fmla="*/ 129 w 186"/>
              <a:gd name="T47" fmla="*/ 47 h 186"/>
              <a:gd name="T48" fmla="*/ 150 w 186"/>
              <a:gd name="T49" fmla="*/ 35 h 186"/>
              <a:gd name="T50" fmla="*/ 123 w 186"/>
              <a:gd name="T51" fmla="*/ 49 h 186"/>
              <a:gd name="T52" fmla="*/ 96 w 186"/>
              <a:gd name="T53" fmla="*/ 13 h 186"/>
              <a:gd name="T54" fmla="*/ 126 w 186"/>
              <a:gd name="T55" fmla="*/ 55 h 186"/>
              <a:gd name="T56" fmla="*/ 96 w 186"/>
              <a:gd name="T57" fmla="*/ 89 h 186"/>
              <a:gd name="T58" fmla="*/ 96 w 186"/>
              <a:gd name="T59" fmla="*/ 96 h 186"/>
              <a:gd name="T60" fmla="*/ 123 w 186"/>
              <a:gd name="T61" fmla="*/ 136 h 186"/>
              <a:gd name="T62" fmla="*/ 96 w 186"/>
              <a:gd name="T63" fmla="*/ 96 h 186"/>
              <a:gd name="T64" fmla="*/ 96 w 186"/>
              <a:gd name="T65" fmla="*/ 138 h 186"/>
              <a:gd name="T66" fmla="*/ 96 w 186"/>
              <a:gd name="T67" fmla="*/ 174 h 186"/>
              <a:gd name="T68" fmla="*/ 126 w 186"/>
              <a:gd name="T69" fmla="*/ 144 h 186"/>
              <a:gd name="T70" fmla="*/ 106 w 186"/>
              <a:gd name="T71" fmla="*/ 172 h 186"/>
              <a:gd name="T72" fmla="*/ 129 w 186"/>
              <a:gd name="T73" fmla="*/ 140 h 186"/>
              <a:gd name="T74" fmla="*/ 175 w 186"/>
              <a:gd name="T75" fmla="*/ 96 h 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86" h="186">
                <a:moveTo>
                  <a:pt x="93" y="0"/>
                </a:moveTo>
                <a:cubicBezTo>
                  <a:pt x="41" y="0"/>
                  <a:pt x="0" y="43"/>
                  <a:pt x="0" y="93"/>
                </a:cubicBezTo>
                <a:cubicBezTo>
                  <a:pt x="0" y="144"/>
                  <a:pt x="41" y="186"/>
                  <a:pt x="93" y="186"/>
                </a:cubicBezTo>
                <a:cubicBezTo>
                  <a:pt x="145" y="186"/>
                  <a:pt x="186" y="144"/>
                  <a:pt x="186" y="93"/>
                </a:cubicBezTo>
                <a:cubicBezTo>
                  <a:pt x="186" y="43"/>
                  <a:pt x="145" y="0"/>
                  <a:pt x="93" y="0"/>
                </a:cubicBezTo>
                <a:close/>
                <a:moveTo>
                  <a:pt x="79" y="13"/>
                </a:moveTo>
                <a:cubicBezTo>
                  <a:pt x="71" y="22"/>
                  <a:pt x="63" y="35"/>
                  <a:pt x="57" y="47"/>
                </a:cubicBezTo>
                <a:cubicBezTo>
                  <a:pt x="49" y="44"/>
                  <a:pt x="42" y="39"/>
                  <a:pt x="36" y="35"/>
                </a:cubicBezTo>
                <a:cubicBezTo>
                  <a:pt x="47" y="24"/>
                  <a:pt x="63" y="16"/>
                  <a:pt x="79" y="13"/>
                </a:cubicBezTo>
                <a:close/>
                <a:moveTo>
                  <a:pt x="31" y="39"/>
                </a:moveTo>
                <a:cubicBezTo>
                  <a:pt x="39" y="44"/>
                  <a:pt x="47" y="49"/>
                  <a:pt x="55" y="52"/>
                </a:cubicBezTo>
                <a:cubicBezTo>
                  <a:pt x="50" y="64"/>
                  <a:pt x="47" y="77"/>
                  <a:pt x="47" y="89"/>
                </a:cubicBezTo>
                <a:cubicBezTo>
                  <a:pt x="11" y="89"/>
                  <a:pt x="11" y="89"/>
                  <a:pt x="11" y="89"/>
                </a:cubicBezTo>
                <a:cubicBezTo>
                  <a:pt x="12" y="71"/>
                  <a:pt x="20" y="54"/>
                  <a:pt x="31" y="39"/>
                </a:cubicBezTo>
                <a:close/>
                <a:moveTo>
                  <a:pt x="11" y="96"/>
                </a:moveTo>
                <a:cubicBezTo>
                  <a:pt x="47" y="96"/>
                  <a:pt x="47" y="96"/>
                  <a:pt x="47" y="96"/>
                </a:cubicBezTo>
                <a:cubicBezTo>
                  <a:pt x="49" y="111"/>
                  <a:pt x="52" y="125"/>
                  <a:pt x="57" y="140"/>
                </a:cubicBezTo>
                <a:cubicBezTo>
                  <a:pt x="49" y="143"/>
                  <a:pt x="42" y="146"/>
                  <a:pt x="34" y="150"/>
                </a:cubicBezTo>
                <a:cubicBezTo>
                  <a:pt x="20" y="136"/>
                  <a:pt x="12" y="118"/>
                  <a:pt x="11" y="96"/>
                </a:cubicBezTo>
                <a:close/>
                <a:moveTo>
                  <a:pt x="39" y="155"/>
                </a:moveTo>
                <a:cubicBezTo>
                  <a:pt x="45" y="150"/>
                  <a:pt x="52" y="147"/>
                  <a:pt x="60" y="144"/>
                </a:cubicBezTo>
                <a:cubicBezTo>
                  <a:pt x="64" y="155"/>
                  <a:pt x="71" y="165"/>
                  <a:pt x="79" y="172"/>
                </a:cubicBezTo>
                <a:cubicBezTo>
                  <a:pt x="64" y="171"/>
                  <a:pt x="50" y="165"/>
                  <a:pt x="39" y="155"/>
                </a:cubicBezTo>
                <a:close/>
                <a:moveTo>
                  <a:pt x="90" y="174"/>
                </a:moveTo>
                <a:cubicBezTo>
                  <a:pt x="79" y="166"/>
                  <a:pt x="71" y="155"/>
                  <a:pt x="64" y="143"/>
                </a:cubicBezTo>
                <a:cubicBezTo>
                  <a:pt x="72" y="140"/>
                  <a:pt x="82" y="138"/>
                  <a:pt x="90" y="138"/>
                </a:cubicBezTo>
                <a:cubicBezTo>
                  <a:pt x="90" y="174"/>
                  <a:pt x="90" y="174"/>
                  <a:pt x="90" y="174"/>
                </a:cubicBezTo>
                <a:close/>
                <a:moveTo>
                  <a:pt x="90" y="132"/>
                </a:moveTo>
                <a:cubicBezTo>
                  <a:pt x="80" y="133"/>
                  <a:pt x="71" y="135"/>
                  <a:pt x="63" y="136"/>
                </a:cubicBezTo>
                <a:cubicBezTo>
                  <a:pt x="57" y="124"/>
                  <a:pt x="53" y="111"/>
                  <a:pt x="53" y="96"/>
                </a:cubicBezTo>
                <a:cubicBezTo>
                  <a:pt x="90" y="96"/>
                  <a:pt x="90" y="96"/>
                  <a:pt x="90" y="96"/>
                </a:cubicBezTo>
                <a:cubicBezTo>
                  <a:pt x="90" y="132"/>
                  <a:pt x="90" y="132"/>
                  <a:pt x="90" y="132"/>
                </a:cubicBezTo>
                <a:close/>
                <a:moveTo>
                  <a:pt x="90" y="89"/>
                </a:moveTo>
                <a:cubicBezTo>
                  <a:pt x="53" y="89"/>
                  <a:pt x="53" y="89"/>
                  <a:pt x="53" y="89"/>
                </a:cubicBezTo>
                <a:cubicBezTo>
                  <a:pt x="53" y="77"/>
                  <a:pt x="57" y="66"/>
                  <a:pt x="60" y="55"/>
                </a:cubicBezTo>
                <a:cubicBezTo>
                  <a:pt x="69" y="58"/>
                  <a:pt x="79" y="60"/>
                  <a:pt x="90" y="60"/>
                </a:cubicBezTo>
                <a:cubicBezTo>
                  <a:pt x="90" y="89"/>
                  <a:pt x="90" y="89"/>
                  <a:pt x="90" y="89"/>
                </a:cubicBezTo>
                <a:close/>
                <a:moveTo>
                  <a:pt x="90" y="54"/>
                </a:moveTo>
                <a:cubicBezTo>
                  <a:pt x="80" y="54"/>
                  <a:pt x="71" y="52"/>
                  <a:pt x="63" y="49"/>
                </a:cubicBezTo>
                <a:cubicBezTo>
                  <a:pt x="69" y="35"/>
                  <a:pt x="79" y="22"/>
                  <a:pt x="90" y="13"/>
                </a:cubicBezTo>
                <a:cubicBezTo>
                  <a:pt x="90" y="54"/>
                  <a:pt x="90" y="54"/>
                  <a:pt x="90" y="54"/>
                </a:cubicBezTo>
                <a:close/>
                <a:moveTo>
                  <a:pt x="175" y="89"/>
                </a:moveTo>
                <a:cubicBezTo>
                  <a:pt x="139" y="89"/>
                  <a:pt x="139" y="89"/>
                  <a:pt x="139" y="89"/>
                </a:cubicBezTo>
                <a:cubicBezTo>
                  <a:pt x="137" y="77"/>
                  <a:pt x="136" y="64"/>
                  <a:pt x="131" y="52"/>
                </a:cubicBezTo>
                <a:cubicBezTo>
                  <a:pt x="139" y="49"/>
                  <a:pt x="147" y="44"/>
                  <a:pt x="155" y="39"/>
                </a:cubicBezTo>
                <a:cubicBezTo>
                  <a:pt x="166" y="54"/>
                  <a:pt x="174" y="71"/>
                  <a:pt x="175" y="89"/>
                </a:cubicBezTo>
                <a:close/>
                <a:moveTo>
                  <a:pt x="150" y="35"/>
                </a:moveTo>
                <a:cubicBezTo>
                  <a:pt x="144" y="39"/>
                  <a:pt x="137" y="44"/>
                  <a:pt x="129" y="47"/>
                </a:cubicBezTo>
                <a:cubicBezTo>
                  <a:pt x="123" y="35"/>
                  <a:pt x="115" y="22"/>
                  <a:pt x="106" y="13"/>
                </a:cubicBezTo>
                <a:cubicBezTo>
                  <a:pt x="123" y="16"/>
                  <a:pt x="139" y="24"/>
                  <a:pt x="150" y="35"/>
                </a:cubicBezTo>
                <a:close/>
                <a:moveTo>
                  <a:pt x="96" y="13"/>
                </a:moveTo>
                <a:cubicBezTo>
                  <a:pt x="107" y="22"/>
                  <a:pt x="117" y="35"/>
                  <a:pt x="123" y="49"/>
                </a:cubicBezTo>
                <a:cubicBezTo>
                  <a:pt x="115" y="52"/>
                  <a:pt x="106" y="54"/>
                  <a:pt x="96" y="54"/>
                </a:cubicBezTo>
                <a:cubicBezTo>
                  <a:pt x="96" y="13"/>
                  <a:pt x="96" y="13"/>
                  <a:pt x="96" y="13"/>
                </a:cubicBezTo>
                <a:close/>
                <a:moveTo>
                  <a:pt x="96" y="60"/>
                </a:moveTo>
                <a:cubicBezTo>
                  <a:pt x="106" y="60"/>
                  <a:pt x="117" y="58"/>
                  <a:pt x="126" y="55"/>
                </a:cubicBezTo>
                <a:cubicBezTo>
                  <a:pt x="129" y="66"/>
                  <a:pt x="132" y="77"/>
                  <a:pt x="132" y="89"/>
                </a:cubicBezTo>
                <a:cubicBezTo>
                  <a:pt x="96" y="89"/>
                  <a:pt x="96" y="89"/>
                  <a:pt x="96" y="89"/>
                </a:cubicBezTo>
                <a:cubicBezTo>
                  <a:pt x="96" y="60"/>
                  <a:pt x="96" y="60"/>
                  <a:pt x="96" y="60"/>
                </a:cubicBezTo>
                <a:close/>
                <a:moveTo>
                  <a:pt x="96" y="96"/>
                </a:moveTo>
                <a:cubicBezTo>
                  <a:pt x="132" y="96"/>
                  <a:pt x="132" y="96"/>
                  <a:pt x="132" y="96"/>
                </a:cubicBezTo>
                <a:cubicBezTo>
                  <a:pt x="132" y="111"/>
                  <a:pt x="129" y="124"/>
                  <a:pt x="123" y="136"/>
                </a:cubicBezTo>
                <a:cubicBezTo>
                  <a:pt x="115" y="135"/>
                  <a:pt x="106" y="133"/>
                  <a:pt x="96" y="132"/>
                </a:cubicBezTo>
                <a:cubicBezTo>
                  <a:pt x="96" y="96"/>
                  <a:pt x="96" y="96"/>
                  <a:pt x="96" y="96"/>
                </a:cubicBezTo>
                <a:close/>
                <a:moveTo>
                  <a:pt x="96" y="174"/>
                </a:moveTo>
                <a:cubicBezTo>
                  <a:pt x="96" y="138"/>
                  <a:pt x="96" y="138"/>
                  <a:pt x="96" y="138"/>
                </a:cubicBezTo>
                <a:cubicBezTo>
                  <a:pt x="104" y="138"/>
                  <a:pt x="113" y="140"/>
                  <a:pt x="121" y="143"/>
                </a:cubicBezTo>
                <a:cubicBezTo>
                  <a:pt x="115" y="155"/>
                  <a:pt x="106" y="166"/>
                  <a:pt x="96" y="174"/>
                </a:cubicBezTo>
                <a:close/>
                <a:moveTo>
                  <a:pt x="106" y="172"/>
                </a:moveTo>
                <a:cubicBezTo>
                  <a:pt x="115" y="165"/>
                  <a:pt x="121" y="155"/>
                  <a:pt x="126" y="144"/>
                </a:cubicBezTo>
                <a:cubicBezTo>
                  <a:pt x="134" y="147"/>
                  <a:pt x="140" y="150"/>
                  <a:pt x="147" y="155"/>
                </a:cubicBezTo>
                <a:cubicBezTo>
                  <a:pt x="136" y="165"/>
                  <a:pt x="121" y="171"/>
                  <a:pt x="106" y="172"/>
                </a:cubicBezTo>
                <a:close/>
                <a:moveTo>
                  <a:pt x="150" y="150"/>
                </a:moveTo>
                <a:cubicBezTo>
                  <a:pt x="144" y="146"/>
                  <a:pt x="137" y="143"/>
                  <a:pt x="129" y="140"/>
                </a:cubicBezTo>
                <a:cubicBezTo>
                  <a:pt x="134" y="125"/>
                  <a:pt x="137" y="111"/>
                  <a:pt x="139" y="96"/>
                </a:cubicBezTo>
                <a:cubicBezTo>
                  <a:pt x="175" y="96"/>
                  <a:pt x="175" y="96"/>
                  <a:pt x="175" y="96"/>
                </a:cubicBezTo>
                <a:cubicBezTo>
                  <a:pt x="174" y="118"/>
                  <a:pt x="164" y="136"/>
                  <a:pt x="150" y="150"/>
                </a:cubicBezTo>
                <a:close/>
              </a:path>
            </a:pathLst>
          </a:custGeom>
          <a:solidFill>
            <a:schemeClr val="accent3"/>
          </a:solidFill>
          <a:ln>
            <a:noFill/>
          </a:ln>
        </p:spPr>
        <p:txBody>
          <a:bodyPr vert="horz" wrap="square" lIns="91440" tIns="45720" rIns="91440" bIns="45720" numCol="1" anchor="t" anchorCtr="0" compatLnSpc="1">
            <a:prstTxWarp prst="textNoShape">
              <a:avLst/>
            </a:prstTxWarp>
          </a:bodyPr>
          <a:lstStyle/>
          <a:p>
            <a:endParaRPr lang="en-US"/>
          </a:p>
        </p:txBody>
      </p:sp>
      <p:cxnSp>
        <p:nvCxnSpPr>
          <p:cNvPr id="22" name="Straight Connector 21">
            <a:extLst>
              <a:ext uri="{FF2B5EF4-FFF2-40B4-BE49-F238E27FC236}">
                <a16:creationId xmlns:a16="http://schemas.microsoft.com/office/drawing/2014/main" id="{C9706E5D-FF56-7F9C-C122-8397B082851C}"/>
              </a:ext>
            </a:extLst>
          </p:cNvPr>
          <p:cNvCxnSpPr>
            <a:cxnSpLocks/>
          </p:cNvCxnSpPr>
          <p:nvPr/>
        </p:nvCxnSpPr>
        <p:spPr>
          <a:xfrm>
            <a:off x="5541169" y="5988579"/>
            <a:ext cx="1204912"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AC20EB31-7F8A-26D4-6298-94FA6A687DE6}"/>
              </a:ext>
            </a:extLst>
          </p:cNvPr>
          <p:cNvSpPr txBox="1"/>
          <p:nvPr/>
        </p:nvSpPr>
        <p:spPr>
          <a:xfrm>
            <a:off x="7591606" y="3936643"/>
            <a:ext cx="4327036" cy="746358"/>
          </a:xfrm>
          <a:prstGeom prst="rect">
            <a:avLst/>
          </a:prstGeom>
          <a:noFill/>
        </p:spPr>
        <p:txBody>
          <a:bodyPr wrap="square">
            <a:spAutoFit/>
          </a:bodyPr>
          <a:lstStyle/>
          <a:p>
            <a:pPr>
              <a:lnSpc>
                <a:spcPts val="1700"/>
              </a:lnSpc>
            </a:pPr>
            <a:r>
              <a:rPr lang="en-US" sz="850" i="0">
                <a:solidFill>
                  <a:schemeClr val="bg1"/>
                </a:solidFill>
                <a:effectLst/>
                <a:latin typeface="Open Sans" panose="020B0606030504020204" pitchFamily="34" charset="0"/>
              </a:rPr>
              <a:t>Lorem Ipsum </a:t>
            </a:r>
            <a:r>
              <a:rPr lang="en-US" sz="850" b="0" i="0">
                <a:solidFill>
                  <a:schemeClr val="bg1"/>
                </a:solidFill>
                <a:effectLst/>
                <a:latin typeface="Open Sans" panose="020B0606030504020204" pitchFamily="34" charset="0"/>
              </a:rPr>
              <a:t>is simply dummy text of the printing typesetting industry. </a:t>
            </a:r>
          </a:p>
          <a:p>
            <a:pPr>
              <a:lnSpc>
                <a:spcPts val="1700"/>
              </a:lnSpc>
            </a:pPr>
            <a:r>
              <a:rPr lang="en-US" sz="850" b="0" i="0">
                <a:solidFill>
                  <a:schemeClr val="bg1"/>
                </a:solidFill>
                <a:effectLst/>
                <a:latin typeface="Open Sans" panose="020B0606030504020204" pitchFamily="34" charset="0"/>
              </a:rPr>
              <a:t>Ipsum has been the industry's standard dummy text ever since the when an Of </a:t>
            </a:r>
          </a:p>
          <a:p>
            <a:pPr>
              <a:lnSpc>
                <a:spcPts val="1700"/>
              </a:lnSpc>
            </a:pPr>
            <a:r>
              <a:rPr lang="en-US" sz="850" b="0" i="0">
                <a:solidFill>
                  <a:schemeClr val="bg1"/>
                </a:solidFill>
                <a:effectLst/>
                <a:latin typeface="Open Sans" panose="020B0606030504020204" pitchFamily="34" charset="0"/>
              </a:rPr>
              <a:t>printer took a galley of type and scrambled.</a:t>
            </a:r>
            <a:endParaRPr lang="en-US" sz="850">
              <a:solidFill>
                <a:schemeClr val="bg1"/>
              </a:solidFill>
            </a:endParaRPr>
          </a:p>
        </p:txBody>
      </p:sp>
      <p:sp>
        <p:nvSpPr>
          <p:cNvPr id="27" name="TextBox 26">
            <a:extLst>
              <a:ext uri="{FF2B5EF4-FFF2-40B4-BE49-F238E27FC236}">
                <a16:creationId xmlns:a16="http://schemas.microsoft.com/office/drawing/2014/main" id="{65846393-5081-5798-7E74-1AB1F57ABAC1}"/>
              </a:ext>
            </a:extLst>
          </p:cNvPr>
          <p:cNvSpPr txBox="1"/>
          <p:nvPr/>
        </p:nvSpPr>
        <p:spPr>
          <a:xfrm>
            <a:off x="7591606" y="4789811"/>
            <a:ext cx="4104786" cy="502702"/>
          </a:xfrm>
          <a:prstGeom prst="rect">
            <a:avLst/>
          </a:prstGeom>
          <a:noFill/>
        </p:spPr>
        <p:txBody>
          <a:bodyPr wrap="square">
            <a:spAutoFit/>
          </a:bodyPr>
          <a:lstStyle/>
          <a:p>
            <a:pPr>
              <a:lnSpc>
                <a:spcPts val="1600"/>
              </a:lnSpc>
            </a:pPr>
            <a:r>
              <a:rPr lang="en-US" sz="850" i="0">
                <a:solidFill>
                  <a:schemeClr val="bg1"/>
                </a:solidFill>
                <a:effectLst/>
                <a:latin typeface="Open Sans" panose="020B0606030504020204" pitchFamily="34" charset="0"/>
                <a:ea typeface="Open Sans" panose="020B0606030504020204" pitchFamily="34" charset="0"/>
                <a:cs typeface="Open Sans" panose="020B0606030504020204" pitchFamily="34" charset="0"/>
              </a:rPr>
              <a:t>Lorem Ipsum </a:t>
            </a:r>
            <a:r>
              <a:rPr lang="en-US" sz="850" b="0" i="0">
                <a:solidFill>
                  <a:schemeClr val="bg1"/>
                </a:solidFill>
                <a:effectLst/>
                <a:latin typeface="Open Sans" panose="020B0606030504020204" pitchFamily="34" charset="0"/>
                <a:ea typeface="Open Sans" panose="020B0606030504020204" pitchFamily="34" charset="0"/>
                <a:cs typeface="Open Sans" panose="020B0606030504020204" pitchFamily="34" charset="0"/>
              </a:rPr>
              <a:t>is simply dummy text of the printing and typesetting industry. </a:t>
            </a:r>
          </a:p>
          <a:p>
            <a:pPr>
              <a:lnSpc>
                <a:spcPts val="1600"/>
              </a:lnSpc>
            </a:pPr>
            <a:r>
              <a:rPr lang="en-US" sz="850" b="0" i="0">
                <a:solidFill>
                  <a:schemeClr val="bg1"/>
                </a:solidFill>
                <a:effectLst/>
                <a:latin typeface="Open Sans" panose="020B0606030504020204" pitchFamily="34" charset="0"/>
                <a:ea typeface="Open Sans" panose="020B0606030504020204" pitchFamily="34" charset="0"/>
                <a:cs typeface="Open Sans" panose="020B0606030504020204" pitchFamily="34" charset="0"/>
              </a:rPr>
              <a:t>standard dummy text ever since</a:t>
            </a:r>
            <a:endParaRPr lang="en-US" sz="85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43" name="Oval 7">
            <a:extLst>
              <a:ext uri="{FF2B5EF4-FFF2-40B4-BE49-F238E27FC236}">
                <a16:creationId xmlns:a16="http://schemas.microsoft.com/office/drawing/2014/main" id="{9D772F0D-1A42-CBF0-2B79-0BFB4E11E356}"/>
              </a:ext>
            </a:extLst>
          </p:cNvPr>
          <p:cNvSpPr>
            <a:spLocks noChangeArrowheads="1"/>
          </p:cNvSpPr>
          <p:nvPr/>
        </p:nvSpPr>
        <p:spPr bwMode="auto">
          <a:xfrm>
            <a:off x="9755124" y="1141253"/>
            <a:ext cx="539496" cy="536575"/>
          </a:xfrm>
          <a:prstGeom prst="ellipse">
            <a:avLst/>
          </a:prstGeom>
          <a:solidFill>
            <a:schemeClr val="bg1">
              <a:alpha val="13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44" name="Oval 8">
            <a:extLst>
              <a:ext uri="{FF2B5EF4-FFF2-40B4-BE49-F238E27FC236}">
                <a16:creationId xmlns:a16="http://schemas.microsoft.com/office/drawing/2014/main" id="{5EB13B20-0F7D-443B-33AA-1D6718FDCE89}"/>
              </a:ext>
            </a:extLst>
          </p:cNvPr>
          <p:cNvSpPr>
            <a:spLocks noChangeArrowheads="1"/>
          </p:cNvSpPr>
          <p:nvPr/>
        </p:nvSpPr>
        <p:spPr bwMode="auto">
          <a:xfrm>
            <a:off x="10856401" y="759474"/>
            <a:ext cx="277653" cy="277654"/>
          </a:xfrm>
          <a:prstGeom prst="ellipse">
            <a:avLst/>
          </a:prstGeom>
          <a:solidFill>
            <a:schemeClr val="accent3">
              <a:lumMod val="20000"/>
              <a:lumOff val="8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45" name="Oval 8">
            <a:extLst>
              <a:ext uri="{FF2B5EF4-FFF2-40B4-BE49-F238E27FC236}">
                <a16:creationId xmlns:a16="http://schemas.microsoft.com/office/drawing/2014/main" id="{5EB13B20-0F7D-443B-33AA-1D6718FDCE89}"/>
              </a:ext>
            </a:extLst>
          </p:cNvPr>
          <p:cNvSpPr>
            <a:spLocks noChangeArrowheads="1"/>
          </p:cNvSpPr>
          <p:nvPr/>
        </p:nvSpPr>
        <p:spPr bwMode="auto">
          <a:xfrm>
            <a:off x="10970112" y="1795265"/>
            <a:ext cx="252412" cy="252413"/>
          </a:xfrm>
          <a:prstGeom prst="ellipse">
            <a:avLst/>
          </a:prstGeom>
          <a:solidFill>
            <a:schemeClr val="bg1">
              <a:alpha val="4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 name="Picture Placeholder 1"/>
          <p:cNvSpPr>
            <a:spLocks noGrp="1"/>
          </p:cNvSpPr>
          <p:nvPr>
            <p:ph type="pic" sz="quarter" idx="11"/>
          </p:nvPr>
        </p:nvSpPr>
        <p:spPr/>
        <p:txBody>
          <a:bodyPr/>
          <a:lstStyle/>
          <a:p>
            <a:endParaRPr lang="es-CO"/>
          </a:p>
        </p:txBody>
      </p:sp>
      <p:sp>
        <p:nvSpPr>
          <p:cNvPr id="16" name="Freeform 5"/>
          <p:cNvSpPr>
            <a:spLocks/>
          </p:cNvSpPr>
          <p:nvPr/>
        </p:nvSpPr>
        <p:spPr bwMode="auto">
          <a:xfrm rot="10800000">
            <a:off x="3557324" y="2137446"/>
            <a:ext cx="892128" cy="903250"/>
          </a:xfrm>
          <a:custGeom>
            <a:avLst/>
            <a:gdLst>
              <a:gd name="T0" fmla="*/ 155 w 802"/>
              <a:gd name="T1" fmla="*/ 812 h 812"/>
              <a:gd name="T2" fmla="*/ 802 w 802"/>
              <a:gd name="T3" fmla="*/ 0 h 812"/>
              <a:gd name="T4" fmla="*/ 0 w 802"/>
              <a:gd name="T5" fmla="*/ 654 h 812"/>
              <a:gd name="T6" fmla="*/ 155 w 802"/>
              <a:gd name="T7" fmla="*/ 812 h 812"/>
            </a:gdLst>
            <a:ahLst/>
            <a:cxnLst>
              <a:cxn ang="0">
                <a:pos x="T0" y="T1"/>
              </a:cxn>
              <a:cxn ang="0">
                <a:pos x="T2" y="T3"/>
              </a:cxn>
              <a:cxn ang="0">
                <a:pos x="T4" y="T5"/>
              </a:cxn>
              <a:cxn ang="0">
                <a:pos x="T6" y="T7"/>
              </a:cxn>
            </a:cxnLst>
            <a:rect l="0" t="0" r="r" b="b"/>
            <a:pathLst>
              <a:path w="802" h="812">
                <a:moveTo>
                  <a:pt x="155" y="812"/>
                </a:moveTo>
                <a:lnTo>
                  <a:pt x="802" y="0"/>
                </a:lnTo>
                <a:lnTo>
                  <a:pt x="0" y="654"/>
                </a:lnTo>
                <a:lnTo>
                  <a:pt x="155" y="812"/>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pic>
        <p:nvPicPr>
          <p:cNvPr id="3" name="Imagen 2">
            <a:extLst>
              <a:ext uri="{FF2B5EF4-FFF2-40B4-BE49-F238E27FC236}">
                <a16:creationId xmlns:a16="http://schemas.microsoft.com/office/drawing/2014/main" id="{EF47D515-1B32-4883-2D83-2C606B6BF6F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9795" y="6368290"/>
            <a:ext cx="1498186" cy="239305"/>
          </a:xfrm>
          <a:prstGeom prst="rect">
            <a:avLst/>
          </a:prstGeom>
        </p:spPr>
      </p:pic>
    </p:spTree>
    <p:extLst>
      <p:ext uri="{BB962C8B-B14F-4D97-AF65-F5344CB8AC3E}">
        <p14:creationId xmlns:p14="http://schemas.microsoft.com/office/powerpoint/2010/main" val="209137791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Oval 17"/>
          <p:cNvSpPr>
            <a:spLocks noChangeArrowheads="1"/>
          </p:cNvSpPr>
          <p:nvPr/>
        </p:nvSpPr>
        <p:spPr bwMode="auto">
          <a:xfrm rot="10800000">
            <a:off x="2926414" y="4697890"/>
            <a:ext cx="1467164" cy="1465119"/>
          </a:xfrm>
          <a:prstGeom prst="ellipse">
            <a:avLst/>
          </a:prstGeom>
          <a:solidFill>
            <a:schemeClr val="accent1">
              <a:lumMod val="20000"/>
              <a:lumOff val="8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45" name="Rectangle 44"/>
          <p:cNvSpPr>
            <a:spLocks noChangeArrowheads="1"/>
          </p:cNvSpPr>
          <p:nvPr/>
        </p:nvSpPr>
        <p:spPr bwMode="auto">
          <a:xfrm>
            <a:off x="3329631" y="4881117"/>
            <a:ext cx="2231969" cy="1098664"/>
          </a:xfrm>
          <a:prstGeom prst="rect">
            <a:avLst/>
          </a:pr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6" name="Oval 5"/>
          <p:cNvSpPr>
            <a:spLocks noChangeArrowheads="1"/>
          </p:cNvSpPr>
          <p:nvPr/>
        </p:nvSpPr>
        <p:spPr bwMode="auto">
          <a:xfrm>
            <a:off x="7816893" y="2308356"/>
            <a:ext cx="1467164" cy="1465119"/>
          </a:xfrm>
          <a:prstGeom prst="ellipse">
            <a:avLst/>
          </a:prstGeom>
          <a:solidFill>
            <a:schemeClr val="accent3">
              <a:lumMod val="20000"/>
              <a:lumOff val="8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 name="Rectangle 6"/>
          <p:cNvSpPr>
            <a:spLocks noChangeArrowheads="1"/>
          </p:cNvSpPr>
          <p:nvPr/>
        </p:nvSpPr>
        <p:spPr bwMode="auto">
          <a:xfrm>
            <a:off x="6622471" y="2491583"/>
            <a:ext cx="2231969" cy="1098664"/>
          </a:xfrm>
          <a:prstGeom prst="rect">
            <a:avLst/>
          </a:pr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8" name="Rectangle 7"/>
          <p:cNvSpPr>
            <a:spLocks noChangeArrowheads="1"/>
          </p:cNvSpPr>
          <p:nvPr/>
        </p:nvSpPr>
        <p:spPr bwMode="auto">
          <a:xfrm>
            <a:off x="6805611" y="2608321"/>
            <a:ext cx="28575" cy="865188"/>
          </a:xfrm>
          <a:prstGeom prst="rect">
            <a:avLst/>
          </a:prstGeom>
          <a:solidFill>
            <a:schemeClr val="accent3"/>
          </a:solidFill>
          <a:ln>
            <a:noFill/>
          </a:ln>
        </p:spPr>
        <p:txBody>
          <a:bodyPr vert="horz" wrap="square" lIns="91440" tIns="45720" rIns="91440" bIns="45720" numCol="1" anchor="t" anchorCtr="0" compatLnSpc="1">
            <a:prstTxWarp prst="textNoShape">
              <a:avLst/>
            </a:prstTxWarp>
          </a:bodyPr>
          <a:lstStyle/>
          <a:p>
            <a:endParaRPr lang="en-US"/>
          </a:p>
        </p:txBody>
      </p:sp>
      <p:sp>
        <p:nvSpPr>
          <p:cNvPr id="10" name="TextBox 9"/>
          <p:cNvSpPr txBox="1"/>
          <p:nvPr/>
        </p:nvSpPr>
        <p:spPr>
          <a:xfrm>
            <a:off x="608013" y="578929"/>
            <a:ext cx="3785011" cy="630942"/>
          </a:xfrm>
          <a:prstGeom prst="rect">
            <a:avLst/>
          </a:prstGeom>
          <a:noFill/>
        </p:spPr>
        <p:txBody>
          <a:bodyPr wrap="none" rtlCol="0">
            <a:spAutoFit/>
          </a:bodyPr>
          <a:lstStyle/>
          <a:p>
            <a:r>
              <a:rPr lang="en-US" sz="3500" b="1">
                <a:latin typeface="Open Sans" panose="020B0606030504020204" pitchFamily="34" charset="0"/>
                <a:ea typeface="Open Sans" panose="020B0606030504020204" pitchFamily="34" charset="0"/>
                <a:cs typeface="Open Sans" panose="020B0606030504020204" pitchFamily="34" charset="0"/>
              </a:rPr>
              <a:t>Linea de </a:t>
            </a:r>
            <a:r>
              <a:rPr lang="en-US" sz="3500" b="1" err="1">
                <a:latin typeface="Open Sans" panose="020B0606030504020204" pitchFamily="34" charset="0"/>
                <a:ea typeface="Open Sans" panose="020B0606030504020204" pitchFamily="34" charset="0"/>
                <a:cs typeface="Open Sans" panose="020B0606030504020204" pitchFamily="34" charset="0"/>
              </a:rPr>
              <a:t>tiempo</a:t>
            </a:r>
            <a:endParaRPr lang="en-US" sz="3500" b="1">
              <a:latin typeface="Open Sans" panose="020B0606030504020204" pitchFamily="34" charset="0"/>
              <a:ea typeface="Open Sans" panose="020B0606030504020204" pitchFamily="34" charset="0"/>
              <a:cs typeface="Open Sans" panose="020B0606030504020204" pitchFamily="34" charset="0"/>
            </a:endParaRPr>
          </a:p>
        </p:txBody>
      </p:sp>
      <p:sp>
        <p:nvSpPr>
          <p:cNvPr id="11" name="Rectangle 10"/>
          <p:cNvSpPr/>
          <p:nvPr/>
        </p:nvSpPr>
        <p:spPr>
          <a:xfrm>
            <a:off x="5569528" y="1052006"/>
            <a:ext cx="1052945" cy="387928"/>
          </a:xfrm>
          <a:prstGeom prst="rect">
            <a:avLst/>
          </a:prstGeom>
          <a:solidFill>
            <a:schemeClr val="bg1"/>
          </a:solidFill>
          <a:ln>
            <a:noFill/>
          </a:ln>
          <a:effectLst>
            <a:outerShdw blurRad="63500" dist="38100" dir="5400000" algn="t" rotWithShape="0">
              <a:schemeClr val="tx2">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3" name="Straight Connector 12"/>
          <p:cNvCxnSpPr/>
          <p:nvPr/>
        </p:nvCxnSpPr>
        <p:spPr>
          <a:xfrm rot="10800000" flipH="1">
            <a:off x="6089902" y="1439934"/>
            <a:ext cx="12196" cy="5418066"/>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8" name="TextBox 27"/>
          <p:cNvSpPr txBox="1"/>
          <p:nvPr/>
        </p:nvSpPr>
        <p:spPr>
          <a:xfrm>
            <a:off x="5748790" y="1076693"/>
            <a:ext cx="694421" cy="338554"/>
          </a:xfrm>
          <a:prstGeom prst="rect">
            <a:avLst/>
          </a:prstGeom>
          <a:noFill/>
        </p:spPr>
        <p:txBody>
          <a:bodyPr wrap="none" rtlCol="0">
            <a:spAutoFit/>
          </a:bodyPr>
          <a:lstStyle/>
          <a:p>
            <a:pPr algn="ctr"/>
            <a:r>
              <a:rPr lang="en-US" sz="1600" b="1">
                <a:latin typeface="Open Sans" panose="020B0606030504020204" pitchFamily="34" charset="0"/>
                <a:ea typeface="Open Sans" panose="020B0606030504020204" pitchFamily="34" charset="0"/>
                <a:cs typeface="Open Sans" panose="020B0606030504020204" pitchFamily="34" charset="0"/>
              </a:rPr>
              <a:t>Start</a:t>
            </a:r>
          </a:p>
        </p:txBody>
      </p:sp>
      <p:grpSp>
        <p:nvGrpSpPr>
          <p:cNvPr id="37" name="Group 36"/>
          <p:cNvGrpSpPr/>
          <p:nvPr/>
        </p:nvGrpSpPr>
        <p:grpSpPr>
          <a:xfrm>
            <a:off x="5915526" y="2857016"/>
            <a:ext cx="367798" cy="367798"/>
            <a:chOff x="5915526" y="2857016"/>
            <a:chExt cx="367798" cy="367798"/>
          </a:xfrm>
        </p:grpSpPr>
        <p:sp>
          <p:nvSpPr>
            <p:cNvPr id="29" name="Oval 28"/>
            <p:cNvSpPr/>
            <p:nvPr/>
          </p:nvSpPr>
          <p:spPr>
            <a:xfrm>
              <a:off x="5915526" y="2857016"/>
              <a:ext cx="367798" cy="367798"/>
            </a:xfrm>
            <a:prstGeom prst="ellipse">
              <a:avLst/>
            </a:prstGeom>
            <a:solidFill>
              <a:schemeClr val="accent3">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Oval 29"/>
            <p:cNvSpPr/>
            <p:nvPr/>
          </p:nvSpPr>
          <p:spPr>
            <a:xfrm>
              <a:off x="5961259" y="2902749"/>
              <a:ext cx="276332" cy="276332"/>
            </a:xfrm>
            <a:prstGeom prst="ellipse">
              <a:avLst/>
            </a:prstGeom>
            <a:solidFill>
              <a:schemeClr val="accent3">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0"/>
            <p:cNvSpPr/>
            <p:nvPr/>
          </p:nvSpPr>
          <p:spPr>
            <a:xfrm>
              <a:off x="6005056" y="2946546"/>
              <a:ext cx="188739" cy="188739"/>
            </a:xfrm>
            <a:prstGeom prst="ellipse">
              <a:avLst/>
            </a:prstGeom>
            <a:solidFill>
              <a:srgbClr val="605F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3" name="Oval 8">
            <a:extLst>
              <a:ext uri="{FF2B5EF4-FFF2-40B4-BE49-F238E27FC236}">
                <a16:creationId xmlns:a16="http://schemas.microsoft.com/office/drawing/2014/main" id="{5EB13B20-0F7D-443B-33AA-1D6718FDCE89}"/>
              </a:ext>
            </a:extLst>
          </p:cNvPr>
          <p:cNvSpPr>
            <a:spLocks noChangeArrowheads="1"/>
          </p:cNvSpPr>
          <p:nvPr/>
        </p:nvSpPr>
        <p:spPr bwMode="auto">
          <a:xfrm>
            <a:off x="9857590" y="1571488"/>
            <a:ext cx="277653" cy="277654"/>
          </a:xfrm>
          <a:prstGeom prst="ellipse">
            <a:avLst/>
          </a:prstGeom>
          <a:solidFill>
            <a:schemeClr val="accent3">
              <a:lumMod val="20000"/>
              <a:lumOff val="8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34" name="Oval 8">
            <a:extLst>
              <a:ext uri="{FF2B5EF4-FFF2-40B4-BE49-F238E27FC236}">
                <a16:creationId xmlns:a16="http://schemas.microsoft.com/office/drawing/2014/main" id="{5EB13B20-0F7D-443B-33AA-1D6718FDCE89}"/>
              </a:ext>
            </a:extLst>
          </p:cNvPr>
          <p:cNvSpPr>
            <a:spLocks noChangeArrowheads="1"/>
          </p:cNvSpPr>
          <p:nvPr/>
        </p:nvSpPr>
        <p:spPr bwMode="auto">
          <a:xfrm>
            <a:off x="9356939" y="2239170"/>
            <a:ext cx="252412" cy="252413"/>
          </a:xfrm>
          <a:prstGeom prst="ellipse">
            <a:avLst/>
          </a:prstGeom>
          <a:solidFill>
            <a:schemeClr val="bg1">
              <a:alpha val="4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35" name="Oval 8">
            <a:extLst>
              <a:ext uri="{FF2B5EF4-FFF2-40B4-BE49-F238E27FC236}">
                <a16:creationId xmlns:a16="http://schemas.microsoft.com/office/drawing/2014/main" id="{5EB13B20-0F7D-443B-33AA-1D6718FDCE89}"/>
              </a:ext>
            </a:extLst>
          </p:cNvPr>
          <p:cNvSpPr>
            <a:spLocks noChangeArrowheads="1"/>
          </p:cNvSpPr>
          <p:nvPr/>
        </p:nvSpPr>
        <p:spPr bwMode="auto">
          <a:xfrm>
            <a:off x="2102649" y="4420236"/>
            <a:ext cx="277653" cy="277654"/>
          </a:xfrm>
          <a:prstGeom prst="ellipse">
            <a:avLst/>
          </a:prstGeom>
          <a:solidFill>
            <a:schemeClr val="accent3">
              <a:lumMod val="20000"/>
              <a:lumOff val="8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36" name="Oval 8">
            <a:extLst>
              <a:ext uri="{FF2B5EF4-FFF2-40B4-BE49-F238E27FC236}">
                <a16:creationId xmlns:a16="http://schemas.microsoft.com/office/drawing/2014/main" id="{5EB13B20-0F7D-443B-33AA-1D6718FDCE89}"/>
              </a:ext>
            </a:extLst>
          </p:cNvPr>
          <p:cNvSpPr>
            <a:spLocks noChangeArrowheads="1"/>
          </p:cNvSpPr>
          <p:nvPr/>
        </p:nvSpPr>
        <p:spPr bwMode="auto">
          <a:xfrm>
            <a:off x="2453502" y="5039870"/>
            <a:ext cx="252412" cy="252413"/>
          </a:xfrm>
          <a:prstGeom prst="ellipse">
            <a:avLst/>
          </a:prstGeom>
          <a:solidFill>
            <a:schemeClr val="bg1">
              <a:alpha val="4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39" name="Oval 38"/>
          <p:cNvSpPr/>
          <p:nvPr/>
        </p:nvSpPr>
        <p:spPr>
          <a:xfrm>
            <a:off x="5915526" y="5246550"/>
            <a:ext cx="367798" cy="367798"/>
          </a:xfrm>
          <a:prstGeom prst="ellips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Oval 39"/>
          <p:cNvSpPr/>
          <p:nvPr/>
        </p:nvSpPr>
        <p:spPr>
          <a:xfrm>
            <a:off x="5961259" y="5292283"/>
            <a:ext cx="276332" cy="276332"/>
          </a:xfrm>
          <a:prstGeom prst="ellipse">
            <a:avLst/>
          </a:prstGeom>
          <a:solidFill>
            <a:schemeClr val="accent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Oval 40"/>
          <p:cNvSpPr/>
          <p:nvPr/>
        </p:nvSpPr>
        <p:spPr>
          <a:xfrm>
            <a:off x="6005056" y="5336080"/>
            <a:ext cx="188739" cy="18873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7" name="Group 46"/>
          <p:cNvGrpSpPr/>
          <p:nvPr/>
        </p:nvGrpSpPr>
        <p:grpSpPr>
          <a:xfrm>
            <a:off x="6927787" y="2667688"/>
            <a:ext cx="1765200" cy="746454"/>
            <a:chOff x="6927787" y="2669547"/>
            <a:chExt cx="1765200" cy="746454"/>
          </a:xfrm>
        </p:grpSpPr>
        <p:sp>
          <p:nvSpPr>
            <p:cNvPr id="42" name="TextBox 41"/>
            <p:cNvSpPr txBox="1"/>
            <p:nvPr/>
          </p:nvSpPr>
          <p:spPr>
            <a:xfrm>
              <a:off x="6927788" y="2669547"/>
              <a:ext cx="1005403" cy="276999"/>
            </a:xfrm>
            <a:prstGeom prst="rect">
              <a:avLst/>
            </a:prstGeom>
            <a:noFill/>
          </p:spPr>
          <p:txBody>
            <a:bodyPr wrap="none" rtlCol="0">
              <a:spAutoFit/>
            </a:bodyPr>
            <a:lstStyle/>
            <a:p>
              <a:r>
                <a:rPr lang="en-US" sz="1200" b="1">
                  <a:latin typeface="Open Sans" panose="020B0606030504020204" pitchFamily="34" charset="0"/>
                  <a:ea typeface="Open Sans" panose="020B0606030504020204" pitchFamily="34" charset="0"/>
                  <a:cs typeface="Open Sans" panose="020B0606030504020204" pitchFamily="34" charset="0"/>
                </a:rPr>
                <a:t>2025 Years</a:t>
              </a:r>
            </a:p>
          </p:txBody>
        </p:sp>
        <p:sp>
          <p:nvSpPr>
            <p:cNvPr id="43" name="TextBox 42">
              <a:extLst>
                <a:ext uri="{FF2B5EF4-FFF2-40B4-BE49-F238E27FC236}">
                  <a16:creationId xmlns:a16="http://schemas.microsoft.com/office/drawing/2014/main" id="{AC20EB31-7F8A-26D4-6298-94FA6A687DE6}"/>
                </a:ext>
              </a:extLst>
            </p:cNvPr>
            <p:cNvSpPr txBox="1"/>
            <p:nvPr/>
          </p:nvSpPr>
          <p:spPr>
            <a:xfrm>
              <a:off x="6927787" y="2914004"/>
              <a:ext cx="1765200" cy="501997"/>
            </a:xfrm>
            <a:prstGeom prst="rect">
              <a:avLst/>
            </a:prstGeom>
            <a:noFill/>
          </p:spPr>
          <p:txBody>
            <a:bodyPr wrap="square">
              <a:spAutoFit/>
            </a:bodyPr>
            <a:lstStyle/>
            <a:p>
              <a:pPr>
                <a:lnSpc>
                  <a:spcPts val="1700"/>
                </a:lnSpc>
              </a:pPr>
              <a:r>
                <a:rPr lang="en-US" sz="850" i="0">
                  <a:solidFill>
                    <a:schemeClr val="tx1">
                      <a:lumMod val="50000"/>
                      <a:lumOff val="50000"/>
                    </a:schemeClr>
                  </a:solidFill>
                  <a:effectLst/>
                  <a:latin typeface="Open Sans" panose="020B0606030504020204" pitchFamily="34" charset="0"/>
                </a:rPr>
                <a:t>Lorem Ipsum </a:t>
              </a:r>
              <a:r>
                <a:rPr lang="en-US" sz="850" b="0" i="0">
                  <a:solidFill>
                    <a:schemeClr val="tx1">
                      <a:lumMod val="50000"/>
                      <a:lumOff val="50000"/>
                    </a:schemeClr>
                  </a:solidFill>
                  <a:effectLst/>
                  <a:latin typeface="Open Sans" panose="020B0606030504020204" pitchFamily="34" charset="0"/>
                </a:rPr>
                <a:t>is simply dummy text of the industry. </a:t>
              </a:r>
            </a:p>
          </p:txBody>
        </p:sp>
      </p:grpSp>
      <p:sp>
        <p:nvSpPr>
          <p:cNvPr id="22" name="Rectangle 21"/>
          <p:cNvSpPr>
            <a:spLocks noChangeArrowheads="1"/>
          </p:cNvSpPr>
          <p:nvPr/>
        </p:nvSpPr>
        <p:spPr bwMode="auto">
          <a:xfrm rot="10800000">
            <a:off x="5346853" y="4997855"/>
            <a:ext cx="28575" cy="865188"/>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49" name="TextBox 48"/>
          <p:cNvSpPr txBox="1"/>
          <p:nvPr/>
        </p:nvSpPr>
        <p:spPr>
          <a:xfrm>
            <a:off x="4218825" y="5057222"/>
            <a:ext cx="1005403" cy="276999"/>
          </a:xfrm>
          <a:prstGeom prst="rect">
            <a:avLst/>
          </a:prstGeom>
          <a:noFill/>
        </p:spPr>
        <p:txBody>
          <a:bodyPr wrap="none" rtlCol="0">
            <a:spAutoFit/>
          </a:bodyPr>
          <a:lstStyle/>
          <a:p>
            <a:pPr algn="r"/>
            <a:r>
              <a:rPr lang="en-US" sz="1200" b="1">
                <a:latin typeface="Open Sans" panose="020B0606030504020204" pitchFamily="34" charset="0"/>
                <a:ea typeface="Open Sans" panose="020B0606030504020204" pitchFamily="34" charset="0"/>
                <a:cs typeface="Open Sans" panose="020B0606030504020204" pitchFamily="34" charset="0"/>
              </a:rPr>
              <a:t>2026 Years</a:t>
            </a:r>
          </a:p>
        </p:txBody>
      </p:sp>
      <p:sp>
        <p:nvSpPr>
          <p:cNvPr id="50" name="TextBox 49">
            <a:extLst>
              <a:ext uri="{FF2B5EF4-FFF2-40B4-BE49-F238E27FC236}">
                <a16:creationId xmlns:a16="http://schemas.microsoft.com/office/drawing/2014/main" id="{AC20EB31-7F8A-26D4-6298-94FA6A687DE6}"/>
              </a:ext>
            </a:extLst>
          </p:cNvPr>
          <p:cNvSpPr txBox="1"/>
          <p:nvPr/>
        </p:nvSpPr>
        <p:spPr>
          <a:xfrm>
            <a:off x="3459028" y="5301679"/>
            <a:ext cx="1765200" cy="501997"/>
          </a:xfrm>
          <a:prstGeom prst="rect">
            <a:avLst/>
          </a:prstGeom>
          <a:noFill/>
        </p:spPr>
        <p:txBody>
          <a:bodyPr wrap="square">
            <a:spAutoFit/>
          </a:bodyPr>
          <a:lstStyle/>
          <a:p>
            <a:pPr algn="r">
              <a:lnSpc>
                <a:spcPts val="1700"/>
              </a:lnSpc>
            </a:pPr>
            <a:r>
              <a:rPr lang="en-US" sz="850" i="0">
                <a:solidFill>
                  <a:schemeClr val="tx1">
                    <a:lumMod val="50000"/>
                    <a:lumOff val="50000"/>
                  </a:schemeClr>
                </a:solidFill>
                <a:effectLst/>
                <a:latin typeface="Open Sans" panose="020B0606030504020204" pitchFamily="34" charset="0"/>
              </a:rPr>
              <a:t>Lorem Ipsum </a:t>
            </a:r>
            <a:r>
              <a:rPr lang="en-US" sz="850" b="0" i="0">
                <a:solidFill>
                  <a:schemeClr val="tx1">
                    <a:lumMod val="50000"/>
                    <a:lumOff val="50000"/>
                  </a:schemeClr>
                </a:solidFill>
                <a:effectLst/>
                <a:latin typeface="Open Sans" panose="020B0606030504020204" pitchFamily="34" charset="0"/>
              </a:rPr>
              <a:t>is simply dummy text of the industry. </a:t>
            </a:r>
          </a:p>
        </p:txBody>
      </p:sp>
      <p:sp>
        <p:nvSpPr>
          <p:cNvPr id="2" name="Picture Placeholder 1"/>
          <p:cNvSpPr>
            <a:spLocks noGrp="1"/>
          </p:cNvSpPr>
          <p:nvPr>
            <p:ph type="pic" sz="quarter" idx="11"/>
          </p:nvPr>
        </p:nvSpPr>
        <p:spPr/>
        <p:txBody>
          <a:bodyPr/>
          <a:lstStyle/>
          <a:p>
            <a:endParaRPr lang="es-CO"/>
          </a:p>
        </p:txBody>
      </p:sp>
      <p:sp>
        <p:nvSpPr>
          <p:cNvPr id="3" name="Picture Placeholder 2"/>
          <p:cNvSpPr>
            <a:spLocks noGrp="1"/>
          </p:cNvSpPr>
          <p:nvPr>
            <p:ph type="pic" sz="quarter" idx="12"/>
          </p:nvPr>
        </p:nvSpPr>
        <p:spPr/>
        <p:txBody>
          <a:bodyPr/>
          <a:lstStyle/>
          <a:p>
            <a:endParaRPr lang="es-CO"/>
          </a:p>
        </p:txBody>
      </p:sp>
      <p:pic>
        <p:nvPicPr>
          <p:cNvPr id="4" name="Imagen 3">
            <a:extLst>
              <a:ext uri="{FF2B5EF4-FFF2-40B4-BE49-F238E27FC236}">
                <a16:creationId xmlns:a16="http://schemas.microsoft.com/office/drawing/2014/main" id="{ECE72652-CC21-0538-4DFE-4B67DEFB732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9795" y="6368290"/>
            <a:ext cx="1498186" cy="239305"/>
          </a:xfrm>
          <a:prstGeom prst="rect">
            <a:avLst/>
          </a:prstGeom>
        </p:spPr>
      </p:pic>
      <p:pic>
        <p:nvPicPr>
          <p:cNvPr id="5" name="Imagen 4">
            <a:extLst>
              <a:ext uri="{FF2B5EF4-FFF2-40B4-BE49-F238E27FC236}">
                <a16:creationId xmlns:a16="http://schemas.microsoft.com/office/drawing/2014/main" id="{1EAC57F7-F1D5-0CB8-9059-E1587525E374}"/>
              </a:ext>
            </a:extLst>
          </p:cNvPr>
          <p:cNvPicPr>
            <a:picLocks noChangeAspect="1"/>
          </p:cNvPicPr>
          <p:nvPr/>
        </p:nvPicPr>
        <p:blipFill>
          <a:blip r:embed="rId3"/>
          <a:stretch>
            <a:fillRect/>
          </a:stretch>
        </p:blipFill>
        <p:spPr>
          <a:xfrm>
            <a:off x="10547350" y="6165838"/>
            <a:ext cx="1360142" cy="644208"/>
          </a:xfrm>
          <a:prstGeom prst="rect">
            <a:avLst/>
          </a:prstGeom>
        </p:spPr>
      </p:pic>
    </p:spTree>
    <p:extLst>
      <p:ext uri="{BB962C8B-B14F-4D97-AF65-F5344CB8AC3E}">
        <p14:creationId xmlns:p14="http://schemas.microsoft.com/office/powerpoint/2010/main" val="67048426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val 1"/>
          <p:cNvSpPr>
            <a:spLocks noChangeArrowheads="1"/>
          </p:cNvSpPr>
          <p:nvPr/>
        </p:nvSpPr>
        <p:spPr bwMode="auto">
          <a:xfrm rot="10800000">
            <a:off x="2926414" y="3484730"/>
            <a:ext cx="1467164" cy="1465119"/>
          </a:xfrm>
          <a:prstGeom prst="ellipse">
            <a:avLst/>
          </a:prstGeom>
          <a:solidFill>
            <a:schemeClr val="bg2">
              <a:lumMod val="8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3" name="Rectangle 2"/>
          <p:cNvSpPr>
            <a:spLocks noChangeArrowheads="1"/>
          </p:cNvSpPr>
          <p:nvPr/>
        </p:nvSpPr>
        <p:spPr bwMode="auto">
          <a:xfrm>
            <a:off x="3329631" y="3667957"/>
            <a:ext cx="2231969" cy="1098664"/>
          </a:xfrm>
          <a:prstGeom prst="rect">
            <a:avLst/>
          </a:pr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4" name="Oval 3"/>
          <p:cNvSpPr>
            <a:spLocks noChangeArrowheads="1"/>
          </p:cNvSpPr>
          <p:nvPr/>
        </p:nvSpPr>
        <p:spPr bwMode="auto">
          <a:xfrm>
            <a:off x="7816893" y="1095196"/>
            <a:ext cx="1467164" cy="1465119"/>
          </a:xfrm>
          <a:prstGeom prst="ellipse">
            <a:avLst/>
          </a:prstGeom>
          <a:solidFill>
            <a:srgbClr val="7C53F0"/>
          </a:solidFill>
          <a:ln>
            <a:noFill/>
          </a:ln>
        </p:spPr>
        <p:txBody>
          <a:bodyPr vert="horz" wrap="square" lIns="91440" tIns="45720" rIns="91440" bIns="45720" numCol="1" anchor="t" anchorCtr="0" compatLnSpc="1">
            <a:prstTxWarp prst="textNoShape">
              <a:avLst/>
            </a:prstTxWarp>
          </a:bodyPr>
          <a:lstStyle/>
          <a:p>
            <a:endParaRPr lang="en-US"/>
          </a:p>
        </p:txBody>
      </p:sp>
      <p:sp>
        <p:nvSpPr>
          <p:cNvPr id="5" name="Rectangle 4"/>
          <p:cNvSpPr>
            <a:spLocks noChangeArrowheads="1"/>
          </p:cNvSpPr>
          <p:nvPr/>
        </p:nvSpPr>
        <p:spPr bwMode="auto">
          <a:xfrm>
            <a:off x="6622471" y="1278423"/>
            <a:ext cx="2231969" cy="1098664"/>
          </a:xfrm>
          <a:prstGeom prst="rect">
            <a:avLst/>
          </a:pr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6" name="Rectangle 5"/>
          <p:cNvSpPr>
            <a:spLocks noChangeArrowheads="1"/>
          </p:cNvSpPr>
          <p:nvPr/>
        </p:nvSpPr>
        <p:spPr bwMode="auto">
          <a:xfrm>
            <a:off x="6805611" y="1395161"/>
            <a:ext cx="28575" cy="865188"/>
          </a:xfrm>
          <a:prstGeom prst="rect">
            <a:avLst/>
          </a:prstGeom>
          <a:solidFill>
            <a:srgbClr val="FF9300"/>
          </a:solidFill>
          <a:ln>
            <a:noFill/>
          </a:ln>
        </p:spPr>
        <p:txBody>
          <a:bodyPr vert="horz" wrap="square" lIns="91440" tIns="45720" rIns="91440" bIns="45720" numCol="1" anchor="t" anchorCtr="0" compatLnSpc="1">
            <a:prstTxWarp prst="textNoShape">
              <a:avLst/>
            </a:prstTxWarp>
          </a:bodyPr>
          <a:lstStyle/>
          <a:p>
            <a:endParaRPr lang="en-US"/>
          </a:p>
        </p:txBody>
      </p:sp>
      <p:cxnSp>
        <p:nvCxnSpPr>
          <p:cNvPr id="9" name="Straight Connector 8"/>
          <p:cNvCxnSpPr>
            <a:stCxn id="8" idx="0"/>
          </p:cNvCxnSpPr>
          <p:nvPr/>
        </p:nvCxnSpPr>
        <p:spPr>
          <a:xfrm flipV="1">
            <a:off x="6096001" y="0"/>
            <a:ext cx="6097" cy="5641030"/>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8" name="Rectangle 7"/>
          <p:cNvSpPr/>
          <p:nvPr/>
        </p:nvSpPr>
        <p:spPr>
          <a:xfrm>
            <a:off x="5569528" y="5641030"/>
            <a:ext cx="1052945" cy="387928"/>
          </a:xfrm>
          <a:prstGeom prst="rect">
            <a:avLst/>
          </a:prstGeom>
          <a:solidFill>
            <a:schemeClr val="bg1"/>
          </a:solidFill>
          <a:ln>
            <a:noFill/>
          </a:ln>
          <a:effectLst>
            <a:outerShdw blurRad="63500" dist="38100" dir="5400000" algn="t" rotWithShape="0">
              <a:schemeClr val="tx2">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p:cNvSpPr txBox="1"/>
          <p:nvPr/>
        </p:nvSpPr>
        <p:spPr>
          <a:xfrm>
            <a:off x="5830542" y="5665717"/>
            <a:ext cx="530916" cy="338554"/>
          </a:xfrm>
          <a:prstGeom prst="rect">
            <a:avLst/>
          </a:prstGeom>
          <a:noFill/>
        </p:spPr>
        <p:txBody>
          <a:bodyPr wrap="none" rtlCol="0">
            <a:spAutoFit/>
          </a:bodyPr>
          <a:lstStyle/>
          <a:p>
            <a:pPr algn="ctr"/>
            <a:r>
              <a:rPr lang="en-US" sz="1600" b="1">
                <a:latin typeface="Open Sans" panose="020B0606030504020204" pitchFamily="34" charset="0"/>
                <a:ea typeface="Open Sans" panose="020B0606030504020204" pitchFamily="34" charset="0"/>
                <a:cs typeface="Open Sans" panose="020B0606030504020204" pitchFamily="34" charset="0"/>
              </a:rPr>
              <a:t>FIN</a:t>
            </a:r>
          </a:p>
        </p:txBody>
      </p:sp>
      <p:sp>
        <p:nvSpPr>
          <p:cNvPr id="13" name="Oval 12"/>
          <p:cNvSpPr/>
          <p:nvPr/>
        </p:nvSpPr>
        <p:spPr>
          <a:xfrm>
            <a:off x="5915526" y="1643856"/>
            <a:ext cx="367798" cy="367798"/>
          </a:xfrm>
          <a:prstGeom prst="ellipse">
            <a:avLst/>
          </a:prstGeom>
          <a:solidFill>
            <a:srgbClr val="D4A83F">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p:cNvSpPr/>
          <p:nvPr/>
        </p:nvSpPr>
        <p:spPr>
          <a:xfrm>
            <a:off x="5961259" y="1689589"/>
            <a:ext cx="276332" cy="276332"/>
          </a:xfrm>
          <a:prstGeom prst="ellipse">
            <a:avLst/>
          </a:prstGeom>
          <a:solidFill>
            <a:srgbClr val="FFC000">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p:cNvSpPr/>
          <p:nvPr/>
        </p:nvSpPr>
        <p:spPr>
          <a:xfrm>
            <a:off x="6005056" y="1733386"/>
            <a:ext cx="188739" cy="188739"/>
          </a:xfrm>
          <a:prstGeom prst="ellipse">
            <a:avLst/>
          </a:prstGeom>
          <a:solidFill>
            <a:srgbClr val="FF9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8">
            <a:extLst>
              <a:ext uri="{FF2B5EF4-FFF2-40B4-BE49-F238E27FC236}">
                <a16:creationId xmlns:a16="http://schemas.microsoft.com/office/drawing/2014/main" id="{5EB13B20-0F7D-443B-33AA-1D6718FDCE89}"/>
              </a:ext>
            </a:extLst>
          </p:cNvPr>
          <p:cNvSpPr>
            <a:spLocks noChangeArrowheads="1"/>
          </p:cNvSpPr>
          <p:nvPr/>
        </p:nvSpPr>
        <p:spPr bwMode="auto">
          <a:xfrm>
            <a:off x="9857590" y="358328"/>
            <a:ext cx="277653" cy="277654"/>
          </a:xfrm>
          <a:prstGeom prst="ellipse">
            <a:avLst/>
          </a:prstGeom>
          <a:solidFill>
            <a:srgbClr val="7C53F0"/>
          </a:solidFill>
          <a:ln>
            <a:noFill/>
          </a:ln>
        </p:spPr>
        <p:txBody>
          <a:bodyPr vert="horz" wrap="square" lIns="91440" tIns="45720" rIns="91440" bIns="45720" numCol="1" anchor="t" anchorCtr="0" compatLnSpc="1">
            <a:prstTxWarp prst="textNoShape">
              <a:avLst/>
            </a:prstTxWarp>
          </a:bodyPr>
          <a:lstStyle/>
          <a:p>
            <a:endParaRPr lang="en-US"/>
          </a:p>
        </p:txBody>
      </p:sp>
      <p:sp>
        <p:nvSpPr>
          <p:cNvPr id="17" name="Oval 8">
            <a:extLst>
              <a:ext uri="{FF2B5EF4-FFF2-40B4-BE49-F238E27FC236}">
                <a16:creationId xmlns:a16="http://schemas.microsoft.com/office/drawing/2014/main" id="{5EB13B20-0F7D-443B-33AA-1D6718FDCE89}"/>
              </a:ext>
            </a:extLst>
          </p:cNvPr>
          <p:cNvSpPr>
            <a:spLocks noChangeArrowheads="1"/>
          </p:cNvSpPr>
          <p:nvPr/>
        </p:nvSpPr>
        <p:spPr bwMode="auto">
          <a:xfrm>
            <a:off x="9356939" y="1026010"/>
            <a:ext cx="252412" cy="252413"/>
          </a:xfrm>
          <a:prstGeom prst="ellipse">
            <a:avLst/>
          </a:prstGeom>
          <a:solidFill>
            <a:schemeClr val="bg1">
              <a:alpha val="4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8" name="Oval 8">
            <a:extLst>
              <a:ext uri="{FF2B5EF4-FFF2-40B4-BE49-F238E27FC236}">
                <a16:creationId xmlns:a16="http://schemas.microsoft.com/office/drawing/2014/main" id="{5EB13B20-0F7D-443B-33AA-1D6718FDCE89}"/>
              </a:ext>
            </a:extLst>
          </p:cNvPr>
          <p:cNvSpPr>
            <a:spLocks noChangeArrowheads="1"/>
          </p:cNvSpPr>
          <p:nvPr/>
        </p:nvSpPr>
        <p:spPr bwMode="auto">
          <a:xfrm>
            <a:off x="2102649" y="3207076"/>
            <a:ext cx="277653" cy="277654"/>
          </a:xfrm>
          <a:prstGeom prst="ellipse">
            <a:avLst/>
          </a:prstGeom>
          <a:solidFill>
            <a:schemeClr val="bg2">
              <a:lumMod val="8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9" name="Oval 8">
            <a:extLst>
              <a:ext uri="{FF2B5EF4-FFF2-40B4-BE49-F238E27FC236}">
                <a16:creationId xmlns:a16="http://schemas.microsoft.com/office/drawing/2014/main" id="{5EB13B20-0F7D-443B-33AA-1D6718FDCE89}"/>
              </a:ext>
            </a:extLst>
          </p:cNvPr>
          <p:cNvSpPr>
            <a:spLocks noChangeArrowheads="1"/>
          </p:cNvSpPr>
          <p:nvPr/>
        </p:nvSpPr>
        <p:spPr bwMode="auto">
          <a:xfrm>
            <a:off x="2453502" y="3826710"/>
            <a:ext cx="252412" cy="252413"/>
          </a:xfrm>
          <a:prstGeom prst="ellipse">
            <a:avLst/>
          </a:prstGeom>
          <a:solidFill>
            <a:schemeClr val="bg1">
              <a:alpha val="4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0" name="Oval 19"/>
          <p:cNvSpPr/>
          <p:nvPr/>
        </p:nvSpPr>
        <p:spPr>
          <a:xfrm>
            <a:off x="5915526" y="4033390"/>
            <a:ext cx="367798" cy="367798"/>
          </a:xfrm>
          <a:prstGeom prst="ellipse">
            <a:avLst/>
          </a:prstGeom>
          <a:solidFill>
            <a:schemeClr val="tx2">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p:cNvSpPr/>
          <p:nvPr/>
        </p:nvSpPr>
        <p:spPr>
          <a:xfrm>
            <a:off x="5961259" y="4079123"/>
            <a:ext cx="276332" cy="276332"/>
          </a:xfrm>
          <a:prstGeom prst="ellipse">
            <a:avLst/>
          </a:prstGeom>
          <a:solidFill>
            <a:schemeClr val="tx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p:cNvSpPr/>
          <p:nvPr/>
        </p:nvSpPr>
        <p:spPr>
          <a:xfrm>
            <a:off x="6005056" y="4122920"/>
            <a:ext cx="188739" cy="188739"/>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p:cNvSpPr txBox="1"/>
          <p:nvPr/>
        </p:nvSpPr>
        <p:spPr>
          <a:xfrm>
            <a:off x="6927788" y="1454528"/>
            <a:ext cx="1005403" cy="276999"/>
          </a:xfrm>
          <a:prstGeom prst="rect">
            <a:avLst/>
          </a:prstGeom>
          <a:noFill/>
        </p:spPr>
        <p:txBody>
          <a:bodyPr wrap="none" rtlCol="0">
            <a:spAutoFit/>
          </a:bodyPr>
          <a:lstStyle/>
          <a:p>
            <a:r>
              <a:rPr lang="en-US" sz="1200" b="1">
                <a:latin typeface="Open Sans" panose="020B0606030504020204" pitchFamily="34" charset="0"/>
                <a:ea typeface="Open Sans" panose="020B0606030504020204" pitchFamily="34" charset="0"/>
                <a:cs typeface="Open Sans" panose="020B0606030504020204" pitchFamily="34" charset="0"/>
              </a:rPr>
              <a:t>2027 Years</a:t>
            </a:r>
          </a:p>
        </p:txBody>
      </p:sp>
      <p:sp>
        <p:nvSpPr>
          <p:cNvPr id="25" name="TextBox 24">
            <a:extLst>
              <a:ext uri="{FF2B5EF4-FFF2-40B4-BE49-F238E27FC236}">
                <a16:creationId xmlns:a16="http://schemas.microsoft.com/office/drawing/2014/main" id="{AC20EB31-7F8A-26D4-6298-94FA6A687DE6}"/>
              </a:ext>
            </a:extLst>
          </p:cNvPr>
          <p:cNvSpPr txBox="1"/>
          <p:nvPr/>
        </p:nvSpPr>
        <p:spPr>
          <a:xfrm>
            <a:off x="6927787" y="1698985"/>
            <a:ext cx="1765200" cy="501997"/>
          </a:xfrm>
          <a:prstGeom prst="rect">
            <a:avLst/>
          </a:prstGeom>
          <a:noFill/>
        </p:spPr>
        <p:txBody>
          <a:bodyPr wrap="square">
            <a:spAutoFit/>
          </a:bodyPr>
          <a:lstStyle/>
          <a:p>
            <a:pPr>
              <a:lnSpc>
                <a:spcPts val="1700"/>
              </a:lnSpc>
            </a:pPr>
            <a:r>
              <a:rPr lang="en-US" sz="850" i="0">
                <a:solidFill>
                  <a:schemeClr val="tx1">
                    <a:lumMod val="50000"/>
                    <a:lumOff val="50000"/>
                  </a:schemeClr>
                </a:solidFill>
                <a:effectLst/>
                <a:latin typeface="Open Sans" panose="020B0606030504020204" pitchFamily="34" charset="0"/>
              </a:rPr>
              <a:t>Lorem Ipsum </a:t>
            </a:r>
            <a:r>
              <a:rPr lang="en-US" sz="850" b="0" i="0">
                <a:solidFill>
                  <a:schemeClr val="tx1">
                    <a:lumMod val="50000"/>
                    <a:lumOff val="50000"/>
                  </a:schemeClr>
                </a:solidFill>
                <a:effectLst/>
                <a:latin typeface="Open Sans" panose="020B0606030504020204" pitchFamily="34" charset="0"/>
              </a:rPr>
              <a:t>is simply dummy text of the industry. </a:t>
            </a:r>
          </a:p>
        </p:txBody>
      </p:sp>
      <p:sp>
        <p:nvSpPr>
          <p:cNvPr id="26" name="Rectangle 25"/>
          <p:cNvSpPr>
            <a:spLocks noChangeArrowheads="1"/>
          </p:cNvSpPr>
          <p:nvPr/>
        </p:nvSpPr>
        <p:spPr bwMode="auto">
          <a:xfrm rot="10800000">
            <a:off x="5346853" y="3784695"/>
            <a:ext cx="28575" cy="865188"/>
          </a:xfrm>
          <a:prstGeom prst="rect">
            <a:avLst/>
          </a:prstGeom>
          <a:solidFill>
            <a:schemeClr val="tx2"/>
          </a:solidFill>
          <a:ln>
            <a:noFill/>
          </a:ln>
        </p:spPr>
        <p:txBody>
          <a:bodyPr vert="horz" wrap="square" lIns="91440" tIns="45720" rIns="91440" bIns="45720" numCol="1" anchor="t" anchorCtr="0" compatLnSpc="1">
            <a:prstTxWarp prst="textNoShape">
              <a:avLst/>
            </a:prstTxWarp>
          </a:bodyPr>
          <a:lstStyle/>
          <a:p>
            <a:endParaRPr lang="en-US"/>
          </a:p>
        </p:txBody>
      </p:sp>
      <p:sp>
        <p:nvSpPr>
          <p:cNvPr id="27" name="TextBox 26"/>
          <p:cNvSpPr txBox="1"/>
          <p:nvPr/>
        </p:nvSpPr>
        <p:spPr>
          <a:xfrm>
            <a:off x="4218825" y="3844062"/>
            <a:ext cx="1005403" cy="276999"/>
          </a:xfrm>
          <a:prstGeom prst="rect">
            <a:avLst/>
          </a:prstGeom>
          <a:noFill/>
        </p:spPr>
        <p:txBody>
          <a:bodyPr wrap="none" rtlCol="0">
            <a:spAutoFit/>
          </a:bodyPr>
          <a:lstStyle/>
          <a:p>
            <a:pPr algn="r"/>
            <a:r>
              <a:rPr lang="en-US" sz="1200" b="1">
                <a:latin typeface="Open Sans" panose="020B0606030504020204" pitchFamily="34" charset="0"/>
                <a:ea typeface="Open Sans" panose="020B0606030504020204" pitchFamily="34" charset="0"/>
                <a:cs typeface="Open Sans" panose="020B0606030504020204" pitchFamily="34" charset="0"/>
              </a:rPr>
              <a:t>2028 Years</a:t>
            </a:r>
          </a:p>
        </p:txBody>
      </p:sp>
      <p:sp>
        <p:nvSpPr>
          <p:cNvPr id="28" name="TextBox 27">
            <a:extLst>
              <a:ext uri="{FF2B5EF4-FFF2-40B4-BE49-F238E27FC236}">
                <a16:creationId xmlns:a16="http://schemas.microsoft.com/office/drawing/2014/main" id="{AC20EB31-7F8A-26D4-6298-94FA6A687DE6}"/>
              </a:ext>
            </a:extLst>
          </p:cNvPr>
          <p:cNvSpPr txBox="1"/>
          <p:nvPr/>
        </p:nvSpPr>
        <p:spPr>
          <a:xfrm>
            <a:off x="3459028" y="4088519"/>
            <a:ext cx="1765200" cy="501997"/>
          </a:xfrm>
          <a:prstGeom prst="rect">
            <a:avLst/>
          </a:prstGeom>
          <a:noFill/>
        </p:spPr>
        <p:txBody>
          <a:bodyPr wrap="square">
            <a:spAutoFit/>
          </a:bodyPr>
          <a:lstStyle/>
          <a:p>
            <a:pPr algn="r">
              <a:lnSpc>
                <a:spcPts val="1700"/>
              </a:lnSpc>
            </a:pPr>
            <a:r>
              <a:rPr lang="en-US" sz="850" i="0">
                <a:solidFill>
                  <a:schemeClr val="tx1">
                    <a:lumMod val="50000"/>
                    <a:lumOff val="50000"/>
                  </a:schemeClr>
                </a:solidFill>
                <a:effectLst/>
                <a:latin typeface="Open Sans" panose="020B0606030504020204" pitchFamily="34" charset="0"/>
              </a:rPr>
              <a:t>Lorem Ipsum </a:t>
            </a:r>
            <a:r>
              <a:rPr lang="en-US" sz="850" b="0" i="0">
                <a:solidFill>
                  <a:schemeClr val="tx1">
                    <a:lumMod val="50000"/>
                    <a:lumOff val="50000"/>
                  </a:schemeClr>
                </a:solidFill>
                <a:effectLst/>
                <a:latin typeface="Open Sans" panose="020B0606030504020204" pitchFamily="34" charset="0"/>
              </a:rPr>
              <a:t>is simply dummy text of the industry. </a:t>
            </a:r>
          </a:p>
        </p:txBody>
      </p:sp>
      <p:sp>
        <p:nvSpPr>
          <p:cNvPr id="7" name="Picture Placeholder 6"/>
          <p:cNvSpPr>
            <a:spLocks noGrp="1"/>
          </p:cNvSpPr>
          <p:nvPr>
            <p:ph type="pic" sz="quarter" idx="12"/>
          </p:nvPr>
        </p:nvSpPr>
        <p:spPr/>
        <p:txBody>
          <a:bodyPr/>
          <a:lstStyle/>
          <a:p>
            <a:endParaRPr lang="es-CO"/>
          </a:p>
        </p:txBody>
      </p:sp>
      <p:sp>
        <p:nvSpPr>
          <p:cNvPr id="10" name="Picture Placeholder 9"/>
          <p:cNvSpPr>
            <a:spLocks noGrp="1"/>
          </p:cNvSpPr>
          <p:nvPr>
            <p:ph type="pic" sz="quarter" idx="11"/>
          </p:nvPr>
        </p:nvSpPr>
        <p:spPr/>
        <p:txBody>
          <a:bodyPr/>
          <a:lstStyle/>
          <a:p>
            <a:endParaRPr lang="es-CO"/>
          </a:p>
        </p:txBody>
      </p:sp>
      <p:pic>
        <p:nvPicPr>
          <p:cNvPr id="12" name="Imagen 11">
            <a:extLst>
              <a:ext uri="{FF2B5EF4-FFF2-40B4-BE49-F238E27FC236}">
                <a16:creationId xmlns:a16="http://schemas.microsoft.com/office/drawing/2014/main" id="{7ED78D45-956E-7494-5DBC-15EE59DA513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9795" y="6368290"/>
            <a:ext cx="1498186" cy="239305"/>
          </a:xfrm>
          <a:prstGeom prst="rect">
            <a:avLst/>
          </a:prstGeom>
        </p:spPr>
      </p:pic>
      <p:pic>
        <p:nvPicPr>
          <p:cNvPr id="23" name="Imagen 22">
            <a:extLst>
              <a:ext uri="{FF2B5EF4-FFF2-40B4-BE49-F238E27FC236}">
                <a16:creationId xmlns:a16="http://schemas.microsoft.com/office/drawing/2014/main" id="{CFCA4EB1-84E3-7223-E920-D57E462A56B3}"/>
              </a:ext>
            </a:extLst>
          </p:cNvPr>
          <p:cNvPicPr>
            <a:picLocks noChangeAspect="1"/>
          </p:cNvPicPr>
          <p:nvPr/>
        </p:nvPicPr>
        <p:blipFill>
          <a:blip r:embed="rId3"/>
          <a:stretch>
            <a:fillRect/>
          </a:stretch>
        </p:blipFill>
        <p:spPr>
          <a:xfrm>
            <a:off x="10547350" y="6165838"/>
            <a:ext cx="1360142" cy="644208"/>
          </a:xfrm>
          <a:prstGeom prst="rect">
            <a:avLst/>
          </a:prstGeom>
        </p:spPr>
      </p:pic>
    </p:spTree>
    <p:extLst>
      <p:ext uri="{BB962C8B-B14F-4D97-AF65-F5344CB8AC3E}">
        <p14:creationId xmlns:p14="http://schemas.microsoft.com/office/powerpoint/2010/main" val="344205488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77835" y="576548"/>
            <a:ext cx="3558988" cy="630942"/>
          </a:xfrm>
          <a:prstGeom prst="rect">
            <a:avLst/>
          </a:prstGeom>
          <a:noFill/>
        </p:spPr>
        <p:txBody>
          <a:bodyPr wrap="none" rtlCol="0">
            <a:spAutoFit/>
          </a:bodyPr>
          <a:lstStyle/>
          <a:p>
            <a:r>
              <a:rPr lang="en-US" sz="3500" b="1">
                <a:latin typeface="Open Sans" panose="020B0606030504020204" pitchFamily="34" charset="0"/>
                <a:ea typeface="Open Sans" panose="020B0606030504020204" pitchFamily="34" charset="0"/>
                <a:cs typeface="Open Sans" panose="020B0606030504020204" pitchFamily="34" charset="0"/>
              </a:rPr>
              <a:t> Mix Marketing</a:t>
            </a:r>
          </a:p>
        </p:txBody>
      </p:sp>
      <p:sp>
        <p:nvSpPr>
          <p:cNvPr id="4" name="Freeform 16">
            <a:extLst>
              <a:ext uri="{FF2B5EF4-FFF2-40B4-BE49-F238E27FC236}">
                <a16:creationId xmlns:a16="http://schemas.microsoft.com/office/drawing/2014/main" id="{C3968B6A-51A5-642C-58AF-C1B890F4A989}"/>
              </a:ext>
            </a:extLst>
          </p:cNvPr>
          <p:cNvSpPr>
            <a:spLocks/>
          </p:cNvSpPr>
          <p:nvPr/>
        </p:nvSpPr>
        <p:spPr bwMode="auto">
          <a:xfrm>
            <a:off x="1249704" y="3291683"/>
            <a:ext cx="1016949" cy="1759722"/>
          </a:xfrm>
          <a:custGeom>
            <a:avLst/>
            <a:gdLst>
              <a:gd name="T0" fmla="*/ 973 w 973"/>
              <a:gd name="T1" fmla="*/ 1196 h 1683"/>
              <a:gd name="T2" fmla="*/ 486 w 973"/>
              <a:gd name="T3" fmla="*/ 1683 h 1683"/>
              <a:gd name="T4" fmla="*/ 486 w 973"/>
              <a:gd name="T5" fmla="*/ 1683 h 1683"/>
              <a:gd name="T6" fmla="*/ 0 w 973"/>
              <a:gd name="T7" fmla="*/ 1196 h 1683"/>
              <a:gd name="T8" fmla="*/ 0 w 973"/>
              <a:gd name="T9" fmla="*/ 487 h 1683"/>
              <a:gd name="T10" fmla="*/ 486 w 973"/>
              <a:gd name="T11" fmla="*/ 0 h 1683"/>
              <a:gd name="T12" fmla="*/ 486 w 973"/>
              <a:gd name="T13" fmla="*/ 0 h 1683"/>
              <a:gd name="T14" fmla="*/ 973 w 973"/>
              <a:gd name="T15" fmla="*/ 487 h 1683"/>
              <a:gd name="T16" fmla="*/ 973 w 973"/>
              <a:gd name="T17" fmla="*/ 1196 h 16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73" h="1683">
                <a:moveTo>
                  <a:pt x="973" y="1196"/>
                </a:moveTo>
                <a:cubicBezTo>
                  <a:pt x="973" y="1465"/>
                  <a:pt x="755" y="1683"/>
                  <a:pt x="486" y="1683"/>
                </a:cubicBezTo>
                <a:cubicBezTo>
                  <a:pt x="486" y="1683"/>
                  <a:pt x="486" y="1683"/>
                  <a:pt x="486" y="1683"/>
                </a:cubicBezTo>
                <a:cubicBezTo>
                  <a:pt x="218" y="1683"/>
                  <a:pt x="0" y="1465"/>
                  <a:pt x="0" y="1196"/>
                </a:cubicBezTo>
                <a:cubicBezTo>
                  <a:pt x="0" y="487"/>
                  <a:pt x="0" y="487"/>
                  <a:pt x="0" y="487"/>
                </a:cubicBezTo>
                <a:cubicBezTo>
                  <a:pt x="0" y="218"/>
                  <a:pt x="218" y="0"/>
                  <a:pt x="486" y="0"/>
                </a:cubicBezTo>
                <a:cubicBezTo>
                  <a:pt x="486" y="0"/>
                  <a:pt x="486" y="0"/>
                  <a:pt x="486" y="0"/>
                </a:cubicBezTo>
                <a:cubicBezTo>
                  <a:pt x="755" y="0"/>
                  <a:pt x="973" y="218"/>
                  <a:pt x="973" y="487"/>
                </a:cubicBezTo>
                <a:lnTo>
                  <a:pt x="973" y="1196"/>
                </a:lnTo>
                <a:close/>
              </a:path>
            </a:pathLst>
          </a:custGeom>
          <a:solidFill>
            <a:schemeClr val="bg1"/>
          </a:solidFill>
          <a:ln>
            <a:noFill/>
          </a:ln>
          <a:effectLst>
            <a:outerShdw blurRad="63500" dist="38100" dir="5400000" algn="t" rotWithShape="0">
              <a:schemeClr val="tx2">
                <a:alpha val="10000"/>
              </a:schemeClr>
            </a:outerShdw>
          </a:effectLst>
        </p:spPr>
        <p:txBody>
          <a:bodyPr vert="horz" wrap="square" lIns="91440" tIns="45720" rIns="91440" bIns="45720" numCol="1" anchor="t" anchorCtr="0" compatLnSpc="1">
            <a:prstTxWarp prst="textNoShape">
              <a:avLst/>
            </a:prstTxWarp>
          </a:bodyPr>
          <a:lstStyle/>
          <a:p>
            <a:endParaRPr lang="en-US"/>
          </a:p>
        </p:txBody>
      </p:sp>
      <p:sp>
        <p:nvSpPr>
          <p:cNvPr id="5" name="Freeform 17">
            <a:extLst>
              <a:ext uri="{FF2B5EF4-FFF2-40B4-BE49-F238E27FC236}">
                <a16:creationId xmlns:a16="http://schemas.microsoft.com/office/drawing/2014/main" id="{3C4C8813-8DBE-E722-6DCA-F167DE7049F9}"/>
              </a:ext>
            </a:extLst>
          </p:cNvPr>
          <p:cNvSpPr>
            <a:spLocks/>
          </p:cNvSpPr>
          <p:nvPr/>
        </p:nvSpPr>
        <p:spPr bwMode="auto">
          <a:xfrm>
            <a:off x="762001" y="2814781"/>
            <a:ext cx="1992357" cy="1301098"/>
          </a:xfrm>
          <a:custGeom>
            <a:avLst/>
            <a:gdLst>
              <a:gd name="T0" fmla="*/ 254 w 1907"/>
              <a:gd name="T1" fmla="*/ 956 h 1245"/>
              <a:gd name="T2" fmla="*/ 953 w 1907"/>
              <a:gd name="T3" fmla="*/ 266 h 1245"/>
              <a:gd name="T4" fmla="*/ 1653 w 1907"/>
              <a:gd name="T5" fmla="*/ 966 h 1245"/>
              <a:gd name="T6" fmla="*/ 1653 w 1907"/>
              <a:gd name="T7" fmla="*/ 1165 h 1245"/>
              <a:gd name="T8" fmla="*/ 1780 w 1907"/>
              <a:gd name="T9" fmla="*/ 1245 h 1245"/>
              <a:gd name="T10" fmla="*/ 1907 w 1907"/>
              <a:gd name="T11" fmla="*/ 1175 h 1245"/>
              <a:gd name="T12" fmla="*/ 1907 w 1907"/>
              <a:gd name="T13" fmla="*/ 953 h 1245"/>
              <a:gd name="T14" fmla="*/ 953 w 1907"/>
              <a:gd name="T15" fmla="*/ 0 h 1245"/>
              <a:gd name="T16" fmla="*/ 0 w 1907"/>
              <a:gd name="T17" fmla="*/ 953 h 1245"/>
              <a:gd name="T18" fmla="*/ 0 w 1907"/>
              <a:gd name="T19" fmla="*/ 955 h 1245"/>
              <a:gd name="T20" fmla="*/ 119 w 1907"/>
              <a:gd name="T21" fmla="*/ 1030 h 1245"/>
              <a:gd name="T22" fmla="*/ 254 w 1907"/>
              <a:gd name="T23" fmla="*/ 956 h 12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907" h="1245">
                <a:moveTo>
                  <a:pt x="254" y="956"/>
                </a:moveTo>
                <a:cubicBezTo>
                  <a:pt x="259" y="574"/>
                  <a:pt x="570" y="266"/>
                  <a:pt x="953" y="266"/>
                </a:cubicBezTo>
                <a:cubicBezTo>
                  <a:pt x="1340" y="266"/>
                  <a:pt x="1653" y="579"/>
                  <a:pt x="1653" y="966"/>
                </a:cubicBezTo>
                <a:cubicBezTo>
                  <a:pt x="1653" y="1165"/>
                  <a:pt x="1653" y="1165"/>
                  <a:pt x="1653" y="1165"/>
                </a:cubicBezTo>
                <a:cubicBezTo>
                  <a:pt x="1780" y="1245"/>
                  <a:pt x="1780" y="1245"/>
                  <a:pt x="1780" y="1245"/>
                </a:cubicBezTo>
                <a:cubicBezTo>
                  <a:pt x="1907" y="1175"/>
                  <a:pt x="1907" y="1175"/>
                  <a:pt x="1907" y="1175"/>
                </a:cubicBezTo>
                <a:cubicBezTo>
                  <a:pt x="1907" y="953"/>
                  <a:pt x="1907" y="953"/>
                  <a:pt x="1907" y="953"/>
                </a:cubicBezTo>
                <a:cubicBezTo>
                  <a:pt x="1907" y="427"/>
                  <a:pt x="1480" y="0"/>
                  <a:pt x="953" y="0"/>
                </a:cubicBezTo>
                <a:cubicBezTo>
                  <a:pt x="427" y="0"/>
                  <a:pt x="0" y="427"/>
                  <a:pt x="0" y="953"/>
                </a:cubicBezTo>
                <a:cubicBezTo>
                  <a:pt x="0" y="955"/>
                  <a:pt x="0" y="955"/>
                  <a:pt x="0" y="955"/>
                </a:cubicBezTo>
                <a:cubicBezTo>
                  <a:pt x="119" y="1030"/>
                  <a:pt x="119" y="1030"/>
                  <a:pt x="119" y="1030"/>
                </a:cubicBezTo>
                <a:lnTo>
                  <a:pt x="254" y="956"/>
                </a:lnTo>
                <a:close/>
              </a:path>
            </a:pathLst>
          </a:custGeom>
          <a:solidFill>
            <a:srgbClr val="6415BC"/>
          </a:solidFill>
          <a:ln>
            <a:noFill/>
          </a:ln>
        </p:spPr>
        <p:txBody>
          <a:bodyPr vert="horz" wrap="square" lIns="91440" tIns="45720" rIns="91440" bIns="45720" numCol="1" anchor="t" anchorCtr="0" compatLnSpc="1">
            <a:prstTxWarp prst="textNoShape">
              <a:avLst/>
            </a:prstTxWarp>
          </a:bodyPr>
          <a:lstStyle/>
          <a:p>
            <a:endParaRPr lang="en-US"/>
          </a:p>
        </p:txBody>
      </p:sp>
      <p:sp>
        <p:nvSpPr>
          <p:cNvPr id="6" name="Freeform 18">
            <a:extLst>
              <a:ext uri="{FF2B5EF4-FFF2-40B4-BE49-F238E27FC236}">
                <a16:creationId xmlns:a16="http://schemas.microsoft.com/office/drawing/2014/main" id="{64F75BAC-1C8B-CACA-2927-8E59460DC68E}"/>
              </a:ext>
            </a:extLst>
          </p:cNvPr>
          <p:cNvSpPr>
            <a:spLocks/>
          </p:cNvSpPr>
          <p:nvPr/>
        </p:nvSpPr>
        <p:spPr bwMode="auto">
          <a:xfrm>
            <a:off x="2985331" y="3132162"/>
            <a:ext cx="1016949" cy="1758060"/>
          </a:xfrm>
          <a:custGeom>
            <a:avLst/>
            <a:gdLst>
              <a:gd name="T0" fmla="*/ 973 w 973"/>
              <a:gd name="T1" fmla="*/ 486 h 1682"/>
              <a:gd name="T2" fmla="*/ 486 w 973"/>
              <a:gd name="T3" fmla="*/ 0 h 1682"/>
              <a:gd name="T4" fmla="*/ 486 w 973"/>
              <a:gd name="T5" fmla="*/ 0 h 1682"/>
              <a:gd name="T6" fmla="*/ 0 w 973"/>
              <a:gd name="T7" fmla="*/ 486 h 1682"/>
              <a:gd name="T8" fmla="*/ 0 w 973"/>
              <a:gd name="T9" fmla="*/ 1196 h 1682"/>
              <a:gd name="T10" fmla="*/ 486 w 973"/>
              <a:gd name="T11" fmla="*/ 1682 h 1682"/>
              <a:gd name="T12" fmla="*/ 486 w 973"/>
              <a:gd name="T13" fmla="*/ 1682 h 1682"/>
              <a:gd name="T14" fmla="*/ 973 w 973"/>
              <a:gd name="T15" fmla="*/ 1196 h 1682"/>
              <a:gd name="T16" fmla="*/ 973 w 973"/>
              <a:gd name="T17" fmla="*/ 486 h 16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73" h="1682">
                <a:moveTo>
                  <a:pt x="973" y="486"/>
                </a:moveTo>
                <a:cubicBezTo>
                  <a:pt x="973" y="218"/>
                  <a:pt x="755" y="0"/>
                  <a:pt x="486" y="0"/>
                </a:cubicBezTo>
                <a:cubicBezTo>
                  <a:pt x="486" y="0"/>
                  <a:pt x="486" y="0"/>
                  <a:pt x="486" y="0"/>
                </a:cubicBezTo>
                <a:cubicBezTo>
                  <a:pt x="218" y="0"/>
                  <a:pt x="0" y="217"/>
                  <a:pt x="0" y="486"/>
                </a:cubicBezTo>
                <a:cubicBezTo>
                  <a:pt x="0" y="1196"/>
                  <a:pt x="0" y="1196"/>
                  <a:pt x="0" y="1196"/>
                </a:cubicBezTo>
                <a:cubicBezTo>
                  <a:pt x="0" y="1464"/>
                  <a:pt x="217" y="1682"/>
                  <a:pt x="486" y="1682"/>
                </a:cubicBezTo>
                <a:cubicBezTo>
                  <a:pt x="486" y="1682"/>
                  <a:pt x="486" y="1682"/>
                  <a:pt x="486" y="1682"/>
                </a:cubicBezTo>
                <a:cubicBezTo>
                  <a:pt x="755" y="1682"/>
                  <a:pt x="973" y="1465"/>
                  <a:pt x="973" y="1196"/>
                </a:cubicBezTo>
                <a:lnTo>
                  <a:pt x="973" y="486"/>
                </a:lnTo>
                <a:close/>
              </a:path>
            </a:pathLst>
          </a:custGeom>
          <a:solidFill>
            <a:schemeClr val="bg1"/>
          </a:solidFill>
          <a:ln>
            <a:noFill/>
          </a:ln>
          <a:effectLst>
            <a:outerShdw blurRad="63500" dist="38100" dir="5400000" algn="t" rotWithShape="0">
              <a:schemeClr val="tx2">
                <a:alpha val="10000"/>
              </a:schemeClr>
            </a:outerShdw>
          </a:effectLst>
        </p:spPr>
        <p:txBody>
          <a:bodyPr vert="horz" wrap="square" lIns="91440" tIns="45720" rIns="91440" bIns="45720" numCol="1" anchor="t" anchorCtr="0" compatLnSpc="1">
            <a:prstTxWarp prst="textNoShape">
              <a:avLst/>
            </a:prstTxWarp>
          </a:bodyPr>
          <a:lstStyle/>
          <a:p>
            <a:endParaRPr lang="en-US"/>
          </a:p>
        </p:txBody>
      </p:sp>
      <p:sp>
        <p:nvSpPr>
          <p:cNvPr id="7" name="Freeform 19">
            <a:extLst>
              <a:ext uri="{FF2B5EF4-FFF2-40B4-BE49-F238E27FC236}">
                <a16:creationId xmlns:a16="http://schemas.microsoft.com/office/drawing/2014/main" id="{0CD44257-F4CA-5DEE-FF0D-FCBB76317288}"/>
              </a:ext>
            </a:extLst>
          </p:cNvPr>
          <p:cNvSpPr>
            <a:spLocks/>
          </p:cNvSpPr>
          <p:nvPr/>
        </p:nvSpPr>
        <p:spPr bwMode="auto">
          <a:xfrm>
            <a:off x="2498458" y="4067689"/>
            <a:ext cx="1990695" cy="1301098"/>
          </a:xfrm>
          <a:custGeom>
            <a:avLst/>
            <a:gdLst>
              <a:gd name="T0" fmla="*/ 253 w 1906"/>
              <a:gd name="T1" fmla="*/ 289 h 1245"/>
              <a:gd name="T2" fmla="*/ 953 w 1906"/>
              <a:gd name="T3" fmla="*/ 979 h 1245"/>
              <a:gd name="T4" fmla="*/ 1653 w 1906"/>
              <a:gd name="T5" fmla="*/ 279 h 1245"/>
              <a:gd name="T6" fmla="*/ 1653 w 1906"/>
              <a:gd name="T7" fmla="*/ 79 h 1245"/>
              <a:gd name="T8" fmla="*/ 1780 w 1906"/>
              <a:gd name="T9" fmla="*/ 0 h 1245"/>
              <a:gd name="T10" fmla="*/ 1906 w 1906"/>
              <a:gd name="T11" fmla="*/ 70 h 1245"/>
              <a:gd name="T12" fmla="*/ 1906 w 1906"/>
              <a:gd name="T13" fmla="*/ 292 h 1245"/>
              <a:gd name="T14" fmla="*/ 953 w 1906"/>
              <a:gd name="T15" fmla="*/ 1245 h 1245"/>
              <a:gd name="T16" fmla="*/ 0 w 1906"/>
              <a:gd name="T17" fmla="*/ 291 h 1245"/>
              <a:gd name="T18" fmla="*/ 0 w 1906"/>
              <a:gd name="T19" fmla="*/ 289 h 1245"/>
              <a:gd name="T20" fmla="*/ 119 w 1906"/>
              <a:gd name="T21" fmla="*/ 215 h 1245"/>
              <a:gd name="T22" fmla="*/ 253 w 1906"/>
              <a:gd name="T23" fmla="*/ 289 h 12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906" h="1245">
                <a:moveTo>
                  <a:pt x="253" y="289"/>
                </a:moveTo>
                <a:cubicBezTo>
                  <a:pt x="258" y="671"/>
                  <a:pt x="570" y="979"/>
                  <a:pt x="953" y="979"/>
                </a:cubicBezTo>
                <a:cubicBezTo>
                  <a:pt x="1340" y="979"/>
                  <a:pt x="1653" y="666"/>
                  <a:pt x="1653" y="279"/>
                </a:cubicBezTo>
                <a:cubicBezTo>
                  <a:pt x="1653" y="79"/>
                  <a:pt x="1653" y="79"/>
                  <a:pt x="1653" y="79"/>
                </a:cubicBezTo>
                <a:cubicBezTo>
                  <a:pt x="1780" y="0"/>
                  <a:pt x="1780" y="0"/>
                  <a:pt x="1780" y="0"/>
                </a:cubicBezTo>
                <a:cubicBezTo>
                  <a:pt x="1906" y="70"/>
                  <a:pt x="1906" y="70"/>
                  <a:pt x="1906" y="70"/>
                </a:cubicBezTo>
                <a:cubicBezTo>
                  <a:pt x="1906" y="292"/>
                  <a:pt x="1906" y="292"/>
                  <a:pt x="1906" y="292"/>
                </a:cubicBezTo>
                <a:cubicBezTo>
                  <a:pt x="1906" y="818"/>
                  <a:pt x="1479" y="1245"/>
                  <a:pt x="953" y="1245"/>
                </a:cubicBezTo>
                <a:cubicBezTo>
                  <a:pt x="427" y="1245"/>
                  <a:pt x="0" y="818"/>
                  <a:pt x="0" y="291"/>
                </a:cubicBezTo>
                <a:cubicBezTo>
                  <a:pt x="0" y="289"/>
                  <a:pt x="0" y="289"/>
                  <a:pt x="0" y="289"/>
                </a:cubicBezTo>
                <a:cubicBezTo>
                  <a:pt x="119" y="215"/>
                  <a:pt x="119" y="215"/>
                  <a:pt x="119" y="215"/>
                </a:cubicBezTo>
                <a:lnTo>
                  <a:pt x="253" y="289"/>
                </a:lnTo>
                <a:close/>
              </a:path>
            </a:pathLst>
          </a:custGeom>
          <a:solidFill>
            <a:srgbClr val="605FC0"/>
          </a:solidFill>
          <a:ln>
            <a:noFill/>
          </a:ln>
        </p:spPr>
        <p:txBody>
          <a:bodyPr vert="horz" wrap="square" lIns="91440" tIns="45720" rIns="91440" bIns="45720" numCol="1" anchor="t" anchorCtr="0" compatLnSpc="1">
            <a:prstTxWarp prst="textNoShape">
              <a:avLst/>
            </a:prstTxWarp>
          </a:bodyPr>
          <a:lstStyle/>
          <a:p>
            <a:endParaRPr lang="en-US"/>
          </a:p>
        </p:txBody>
      </p:sp>
      <p:sp>
        <p:nvSpPr>
          <p:cNvPr id="8" name="Freeform 24">
            <a:extLst>
              <a:ext uri="{FF2B5EF4-FFF2-40B4-BE49-F238E27FC236}">
                <a16:creationId xmlns:a16="http://schemas.microsoft.com/office/drawing/2014/main" id="{5EAC9DE7-7638-DD98-758F-92E52B11ABA6}"/>
              </a:ext>
            </a:extLst>
          </p:cNvPr>
          <p:cNvSpPr>
            <a:spLocks/>
          </p:cNvSpPr>
          <p:nvPr/>
        </p:nvSpPr>
        <p:spPr bwMode="auto">
          <a:xfrm>
            <a:off x="4720127" y="3291683"/>
            <a:ext cx="1016949" cy="1759722"/>
          </a:xfrm>
          <a:custGeom>
            <a:avLst/>
            <a:gdLst>
              <a:gd name="T0" fmla="*/ 974 w 974"/>
              <a:gd name="T1" fmla="*/ 1196 h 1683"/>
              <a:gd name="T2" fmla="*/ 487 w 974"/>
              <a:gd name="T3" fmla="*/ 1683 h 1683"/>
              <a:gd name="T4" fmla="*/ 487 w 974"/>
              <a:gd name="T5" fmla="*/ 1683 h 1683"/>
              <a:gd name="T6" fmla="*/ 0 w 974"/>
              <a:gd name="T7" fmla="*/ 1196 h 1683"/>
              <a:gd name="T8" fmla="*/ 0 w 974"/>
              <a:gd name="T9" fmla="*/ 487 h 1683"/>
              <a:gd name="T10" fmla="*/ 487 w 974"/>
              <a:gd name="T11" fmla="*/ 0 h 1683"/>
              <a:gd name="T12" fmla="*/ 487 w 974"/>
              <a:gd name="T13" fmla="*/ 0 h 1683"/>
              <a:gd name="T14" fmla="*/ 974 w 974"/>
              <a:gd name="T15" fmla="*/ 487 h 1683"/>
              <a:gd name="T16" fmla="*/ 974 w 974"/>
              <a:gd name="T17" fmla="*/ 1196 h 16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74" h="1683">
                <a:moveTo>
                  <a:pt x="974" y="1196"/>
                </a:moveTo>
                <a:cubicBezTo>
                  <a:pt x="974" y="1465"/>
                  <a:pt x="756" y="1683"/>
                  <a:pt x="487" y="1683"/>
                </a:cubicBezTo>
                <a:cubicBezTo>
                  <a:pt x="487" y="1683"/>
                  <a:pt x="487" y="1683"/>
                  <a:pt x="487" y="1683"/>
                </a:cubicBezTo>
                <a:cubicBezTo>
                  <a:pt x="218" y="1683"/>
                  <a:pt x="0" y="1465"/>
                  <a:pt x="0" y="1196"/>
                </a:cubicBezTo>
                <a:cubicBezTo>
                  <a:pt x="0" y="487"/>
                  <a:pt x="0" y="487"/>
                  <a:pt x="0" y="487"/>
                </a:cubicBezTo>
                <a:cubicBezTo>
                  <a:pt x="0" y="218"/>
                  <a:pt x="218" y="0"/>
                  <a:pt x="487" y="0"/>
                </a:cubicBezTo>
                <a:cubicBezTo>
                  <a:pt x="487" y="0"/>
                  <a:pt x="487" y="0"/>
                  <a:pt x="487" y="0"/>
                </a:cubicBezTo>
                <a:cubicBezTo>
                  <a:pt x="756" y="0"/>
                  <a:pt x="974" y="218"/>
                  <a:pt x="974" y="487"/>
                </a:cubicBezTo>
                <a:lnTo>
                  <a:pt x="974" y="1196"/>
                </a:lnTo>
                <a:close/>
              </a:path>
            </a:pathLst>
          </a:custGeom>
          <a:solidFill>
            <a:schemeClr val="bg1"/>
          </a:solidFill>
          <a:ln>
            <a:noFill/>
          </a:ln>
          <a:effectLst>
            <a:outerShdw blurRad="63500" dist="38100" dir="5400000" algn="t" rotWithShape="0">
              <a:schemeClr val="tx2">
                <a:alpha val="10000"/>
              </a:schemeClr>
            </a:outerShdw>
          </a:effectLst>
        </p:spPr>
        <p:txBody>
          <a:bodyPr vert="horz" wrap="square" lIns="91440" tIns="45720" rIns="91440" bIns="45720" numCol="1" anchor="t" anchorCtr="0" compatLnSpc="1">
            <a:prstTxWarp prst="textNoShape">
              <a:avLst/>
            </a:prstTxWarp>
          </a:bodyPr>
          <a:lstStyle/>
          <a:p>
            <a:endParaRPr lang="en-US"/>
          </a:p>
        </p:txBody>
      </p:sp>
      <p:sp>
        <p:nvSpPr>
          <p:cNvPr id="9" name="Freeform 25">
            <a:extLst>
              <a:ext uri="{FF2B5EF4-FFF2-40B4-BE49-F238E27FC236}">
                <a16:creationId xmlns:a16="http://schemas.microsoft.com/office/drawing/2014/main" id="{955CFB9F-186A-3272-C9E6-E986FA22C33B}"/>
              </a:ext>
            </a:extLst>
          </p:cNvPr>
          <p:cNvSpPr>
            <a:spLocks/>
          </p:cNvSpPr>
          <p:nvPr/>
        </p:nvSpPr>
        <p:spPr bwMode="auto">
          <a:xfrm>
            <a:off x="4233254" y="2814781"/>
            <a:ext cx="1990695" cy="1301098"/>
          </a:xfrm>
          <a:custGeom>
            <a:avLst/>
            <a:gdLst>
              <a:gd name="T0" fmla="*/ 253 w 1906"/>
              <a:gd name="T1" fmla="*/ 956 h 1245"/>
              <a:gd name="T2" fmla="*/ 953 w 1906"/>
              <a:gd name="T3" fmla="*/ 266 h 1245"/>
              <a:gd name="T4" fmla="*/ 1653 w 1906"/>
              <a:gd name="T5" fmla="*/ 966 h 1245"/>
              <a:gd name="T6" fmla="*/ 1653 w 1906"/>
              <a:gd name="T7" fmla="*/ 1165 h 1245"/>
              <a:gd name="T8" fmla="*/ 1779 w 1906"/>
              <a:gd name="T9" fmla="*/ 1245 h 1245"/>
              <a:gd name="T10" fmla="*/ 1906 w 1906"/>
              <a:gd name="T11" fmla="*/ 1175 h 1245"/>
              <a:gd name="T12" fmla="*/ 1906 w 1906"/>
              <a:gd name="T13" fmla="*/ 953 h 1245"/>
              <a:gd name="T14" fmla="*/ 953 w 1906"/>
              <a:gd name="T15" fmla="*/ 0 h 1245"/>
              <a:gd name="T16" fmla="*/ 0 w 1906"/>
              <a:gd name="T17" fmla="*/ 953 h 1245"/>
              <a:gd name="T18" fmla="*/ 0 w 1906"/>
              <a:gd name="T19" fmla="*/ 955 h 1245"/>
              <a:gd name="T20" fmla="*/ 119 w 1906"/>
              <a:gd name="T21" fmla="*/ 1030 h 1245"/>
              <a:gd name="T22" fmla="*/ 253 w 1906"/>
              <a:gd name="T23" fmla="*/ 956 h 12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906" h="1245">
                <a:moveTo>
                  <a:pt x="253" y="956"/>
                </a:moveTo>
                <a:cubicBezTo>
                  <a:pt x="258" y="574"/>
                  <a:pt x="570" y="266"/>
                  <a:pt x="953" y="266"/>
                </a:cubicBezTo>
                <a:cubicBezTo>
                  <a:pt x="1340" y="266"/>
                  <a:pt x="1653" y="579"/>
                  <a:pt x="1653" y="966"/>
                </a:cubicBezTo>
                <a:cubicBezTo>
                  <a:pt x="1653" y="1165"/>
                  <a:pt x="1653" y="1165"/>
                  <a:pt x="1653" y="1165"/>
                </a:cubicBezTo>
                <a:cubicBezTo>
                  <a:pt x="1779" y="1245"/>
                  <a:pt x="1779" y="1245"/>
                  <a:pt x="1779" y="1245"/>
                </a:cubicBezTo>
                <a:cubicBezTo>
                  <a:pt x="1906" y="1175"/>
                  <a:pt x="1906" y="1175"/>
                  <a:pt x="1906" y="1175"/>
                </a:cubicBezTo>
                <a:cubicBezTo>
                  <a:pt x="1906" y="953"/>
                  <a:pt x="1906" y="953"/>
                  <a:pt x="1906" y="953"/>
                </a:cubicBezTo>
                <a:cubicBezTo>
                  <a:pt x="1906" y="427"/>
                  <a:pt x="1479" y="0"/>
                  <a:pt x="953" y="0"/>
                </a:cubicBezTo>
                <a:cubicBezTo>
                  <a:pt x="426" y="0"/>
                  <a:pt x="0" y="427"/>
                  <a:pt x="0" y="953"/>
                </a:cubicBezTo>
                <a:cubicBezTo>
                  <a:pt x="0" y="955"/>
                  <a:pt x="0" y="955"/>
                  <a:pt x="0" y="955"/>
                </a:cubicBezTo>
                <a:cubicBezTo>
                  <a:pt x="119" y="1030"/>
                  <a:pt x="119" y="1030"/>
                  <a:pt x="119" y="1030"/>
                </a:cubicBezTo>
                <a:lnTo>
                  <a:pt x="253" y="956"/>
                </a:ln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endParaRPr lang="en-US"/>
          </a:p>
        </p:txBody>
      </p:sp>
      <p:sp>
        <p:nvSpPr>
          <p:cNvPr id="10" name="Freeform 26">
            <a:extLst>
              <a:ext uri="{FF2B5EF4-FFF2-40B4-BE49-F238E27FC236}">
                <a16:creationId xmlns:a16="http://schemas.microsoft.com/office/drawing/2014/main" id="{065E3C7A-F318-66E0-F453-7E1CA15B3336}"/>
              </a:ext>
            </a:extLst>
          </p:cNvPr>
          <p:cNvSpPr>
            <a:spLocks/>
          </p:cNvSpPr>
          <p:nvPr/>
        </p:nvSpPr>
        <p:spPr bwMode="auto">
          <a:xfrm>
            <a:off x="6454923" y="3132162"/>
            <a:ext cx="1016949" cy="1758060"/>
          </a:xfrm>
          <a:custGeom>
            <a:avLst/>
            <a:gdLst>
              <a:gd name="T0" fmla="*/ 973 w 973"/>
              <a:gd name="T1" fmla="*/ 486 h 1682"/>
              <a:gd name="T2" fmla="*/ 487 w 973"/>
              <a:gd name="T3" fmla="*/ 0 h 1682"/>
              <a:gd name="T4" fmla="*/ 487 w 973"/>
              <a:gd name="T5" fmla="*/ 0 h 1682"/>
              <a:gd name="T6" fmla="*/ 0 w 973"/>
              <a:gd name="T7" fmla="*/ 486 h 1682"/>
              <a:gd name="T8" fmla="*/ 0 w 973"/>
              <a:gd name="T9" fmla="*/ 1196 h 1682"/>
              <a:gd name="T10" fmla="*/ 487 w 973"/>
              <a:gd name="T11" fmla="*/ 1682 h 1682"/>
              <a:gd name="T12" fmla="*/ 487 w 973"/>
              <a:gd name="T13" fmla="*/ 1682 h 1682"/>
              <a:gd name="T14" fmla="*/ 973 w 973"/>
              <a:gd name="T15" fmla="*/ 1196 h 1682"/>
              <a:gd name="T16" fmla="*/ 973 w 973"/>
              <a:gd name="T17" fmla="*/ 486 h 16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73" h="1682">
                <a:moveTo>
                  <a:pt x="973" y="486"/>
                </a:moveTo>
                <a:cubicBezTo>
                  <a:pt x="973" y="218"/>
                  <a:pt x="756" y="0"/>
                  <a:pt x="487" y="0"/>
                </a:cubicBezTo>
                <a:cubicBezTo>
                  <a:pt x="487" y="0"/>
                  <a:pt x="487" y="0"/>
                  <a:pt x="487" y="0"/>
                </a:cubicBezTo>
                <a:cubicBezTo>
                  <a:pt x="218" y="0"/>
                  <a:pt x="0" y="217"/>
                  <a:pt x="0" y="486"/>
                </a:cubicBezTo>
                <a:cubicBezTo>
                  <a:pt x="0" y="1196"/>
                  <a:pt x="0" y="1196"/>
                  <a:pt x="0" y="1196"/>
                </a:cubicBezTo>
                <a:cubicBezTo>
                  <a:pt x="0" y="1464"/>
                  <a:pt x="218" y="1682"/>
                  <a:pt x="487" y="1682"/>
                </a:cubicBezTo>
                <a:cubicBezTo>
                  <a:pt x="487" y="1682"/>
                  <a:pt x="487" y="1682"/>
                  <a:pt x="487" y="1682"/>
                </a:cubicBezTo>
                <a:cubicBezTo>
                  <a:pt x="755" y="1682"/>
                  <a:pt x="973" y="1465"/>
                  <a:pt x="973" y="1196"/>
                </a:cubicBezTo>
                <a:lnTo>
                  <a:pt x="973" y="486"/>
                </a:lnTo>
                <a:close/>
              </a:path>
            </a:pathLst>
          </a:custGeom>
          <a:solidFill>
            <a:schemeClr val="bg1"/>
          </a:solidFill>
          <a:ln>
            <a:noFill/>
          </a:ln>
          <a:effectLst>
            <a:outerShdw blurRad="63500" dist="38100" dir="5400000" algn="t" rotWithShape="0">
              <a:schemeClr val="tx2">
                <a:alpha val="10000"/>
              </a:schemeClr>
            </a:outerShdw>
          </a:effectLst>
        </p:spPr>
        <p:txBody>
          <a:bodyPr vert="horz" wrap="square" lIns="91440" tIns="45720" rIns="91440" bIns="45720" numCol="1" anchor="t" anchorCtr="0" compatLnSpc="1">
            <a:prstTxWarp prst="textNoShape">
              <a:avLst/>
            </a:prstTxWarp>
          </a:bodyPr>
          <a:lstStyle/>
          <a:p>
            <a:endParaRPr lang="en-US"/>
          </a:p>
        </p:txBody>
      </p:sp>
      <p:sp>
        <p:nvSpPr>
          <p:cNvPr id="11" name="Freeform 27">
            <a:extLst>
              <a:ext uri="{FF2B5EF4-FFF2-40B4-BE49-F238E27FC236}">
                <a16:creationId xmlns:a16="http://schemas.microsoft.com/office/drawing/2014/main" id="{985228F7-1CBB-102F-AA07-C973F1E9621E}"/>
              </a:ext>
            </a:extLst>
          </p:cNvPr>
          <p:cNvSpPr>
            <a:spLocks/>
          </p:cNvSpPr>
          <p:nvPr/>
        </p:nvSpPr>
        <p:spPr bwMode="auto">
          <a:xfrm>
            <a:off x="5966389" y="4067689"/>
            <a:ext cx="1992357" cy="1301098"/>
          </a:xfrm>
          <a:custGeom>
            <a:avLst/>
            <a:gdLst>
              <a:gd name="T0" fmla="*/ 254 w 1907"/>
              <a:gd name="T1" fmla="*/ 289 h 1245"/>
              <a:gd name="T2" fmla="*/ 954 w 1907"/>
              <a:gd name="T3" fmla="*/ 979 h 1245"/>
              <a:gd name="T4" fmla="*/ 1654 w 1907"/>
              <a:gd name="T5" fmla="*/ 279 h 1245"/>
              <a:gd name="T6" fmla="*/ 1654 w 1907"/>
              <a:gd name="T7" fmla="*/ 79 h 1245"/>
              <a:gd name="T8" fmla="*/ 1780 w 1907"/>
              <a:gd name="T9" fmla="*/ 0 h 1245"/>
              <a:gd name="T10" fmla="*/ 1907 w 1907"/>
              <a:gd name="T11" fmla="*/ 70 h 1245"/>
              <a:gd name="T12" fmla="*/ 1907 w 1907"/>
              <a:gd name="T13" fmla="*/ 292 h 1245"/>
              <a:gd name="T14" fmla="*/ 954 w 1907"/>
              <a:gd name="T15" fmla="*/ 1245 h 1245"/>
              <a:gd name="T16" fmla="*/ 0 w 1907"/>
              <a:gd name="T17" fmla="*/ 291 h 1245"/>
              <a:gd name="T18" fmla="*/ 0 w 1907"/>
              <a:gd name="T19" fmla="*/ 289 h 1245"/>
              <a:gd name="T20" fmla="*/ 119 w 1907"/>
              <a:gd name="T21" fmla="*/ 215 h 1245"/>
              <a:gd name="T22" fmla="*/ 254 w 1907"/>
              <a:gd name="T23" fmla="*/ 289 h 12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907" h="1245">
                <a:moveTo>
                  <a:pt x="254" y="289"/>
                </a:moveTo>
                <a:cubicBezTo>
                  <a:pt x="259" y="671"/>
                  <a:pt x="570" y="979"/>
                  <a:pt x="954" y="979"/>
                </a:cubicBezTo>
                <a:cubicBezTo>
                  <a:pt x="1340" y="979"/>
                  <a:pt x="1654" y="666"/>
                  <a:pt x="1654" y="279"/>
                </a:cubicBezTo>
                <a:cubicBezTo>
                  <a:pt x="1654" y="79"/>
                  <a:pt x="1654" y="79"/>
                  <a:pt x="1654" y="79"/>
                </a:cubicBezTo>
                <a:cubicBezTo>
                  <a:pt x="1780" y="0"/>
                  <a:pt x="1780" y="0"/>
                  <a:pt x="1780" y="0"/>
                </a:cubicBezTo>
                <a:cubicBezTo>
                  <a:pt x="1907" y="70"/>
                  <a:pt x="1907" y="70"/>
                  <a:pt x="1907" y="70"/>
                </a:cubicBezTo>
                <a:cubicBezTo>
                  <a:pt x="1907" y="292"/>
                  <a:pt x="1907" y="292"/>
                  <a:pt x="1907" y="292"/>
                </a:cubicBezTo>
                <a:cubicBezTo>
                  <a:pt x="1907" y="818"/>
                  <a:pt x="1480" y="1245"/>
                  <a:pt x="954" y="1245"/>
                </a:cubicBezTo>
                <a:cubicBezTo>
                  <a:pt x="427" y="1245"/>
                  <a:pt x="0" y="818"/>
                  <a:pt x="0" y="291"/>
                </a:cubicBezTo>
                <a:cubicBezTo>
                  <a:pt x="0" y="289"/>
                  <a:pt x="0" y="289"/>
                  <a:pt x="0" y="289"/>
                </a:cubicBezTo>
                <a:cubicBezTo>
                  <a:pt x="119" y="215"/>
                  <a:pt x="119" y="215"/>
                  <a:pt x="119" y="215"/>
                </a:cubicBezTo>
                <a:lnTo>
                  <a:pt x="254" y="289"/>
                </a:lnTo>
                <a:close/>
              </a:path>
            </a:pathLst>
          </a:custGeom>
          <a:solidFill>
            <a:schemeClr val="tx2">
              <a:lumMod val="50000"/>
              <a:lumOff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2" name="Oval 11">
            <a:extLst>
              <a:ext uri="{FF2B5EF4-FFF2-40B4-BE49-F238E27FC236}">
                <a16:creationId xmlns:a16="http://schemas.microsoft.com/office/drawing/2014/main" id="{5DACBD07-0DE7-81EE-7AA6-ED0300423AE1}"/>
              </a:ext>
            </a:extLst>
          </p:cNvPr>
          <p:cNvSpPr/>
          <p:nvPr/>
        </p:nvSpPr>
        <p:spPr>
          <a:xfrm>
            <a:off x="1532133" y="3540426"/>
            <a:ext cx="453752" cy="453752"/>
          </a:xfrm>
          <a:prstGeom prst="ellipse">
            <a:avLst/>
          </a:prstGeom>
          <a:solidFill>
            <a:srgbClr val="6415B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94C193AD-E18C-D271-DEC0-DB23E1F0323F}"/>
              </a:ext>
            </a:extLst>
          </p:cNvPr>
          <p:cNvSpPr/>
          <p:nvPr/>
        </p:nvSpPr>
        <p:spPr>
          <a:xfrm>
            <a:off x="3266929" y="4177435"/>
            <a:ext cx="453752" cy="453752"/>
          </a:xfrm>
          <a:prstGeom prst="ellipse">
            <a:avLst/>
          </a:prstGeom>
          <a:solidFill>
            <a:srgbClr val="605F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EDA807DF-915F-90DD-E13A-466152E4A712}"/>
              </a:ext>
            </a:extLst>
          </p:cNvPr>
          <p:cNvSpPr/>
          <p:nvPr/>
        </p:nvSpPr>
        <p:spPr>
          <a:xfrm>
            <a:off x="5001725" y="3540426"/>
            <a:ext cx="453752" cy="453752"/>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1299190C-068F-E87B-A2A9-8ABFB81E2032}"/>
              </a:ext>
            </a:extLst>
          </p:cNvPr>
          <p:cNvSpPr/>
          <p:nvPr/>
        </p:nvSpPr>
        <p:spPr>
          <a:xfrm>
            <a:off x="6736521" y="4177435"/>
            <a:ext cx="453752" cy="453752"/>
          </a:xfrm>
          <a:prstGeom prst="ellipse">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2D3F525E-A124-FD4D-6524-132EDEC3A264}"/>
              </a:ext>
            </a:extLst>
          </p:cNvPr>
          <p:cNvSpPr txBox="1"/>
          <p:nvPr/>
        </p:nvSpPr>
        <p:spPr>
          <a:xfrm>
            <a:off x="1140060" y="5398173"/>
            <a:ext cx="1236236" cy="276999"/>
          </a:xfrm>
          <a:prstGeom prst="rect">
            <a:avLst/>
          </a:prstGeom>
          <a:noFill/>
        </p:spPr>
        <p:txBody>
          <a:bodyPr wrap="none" rtlCol="0">
            <a:spAutoFit/>
          </a:bodyPr>
          <a:lstStyle/>
          <a:p>
            <a:pPr algn="ctr"/>
            <a:r>
              <a:rPr lang="en-US" sz="1200" b="1">
                <a:latin typeface="Open Sans" panose="020B0606030504020204" pitchFamily="34" charset="0"/>
                <a:ea typeface="Open Sans" panose="020B0606030504020204" pitchFamily="34" charset="0"/>
                <a:cs typeface="Open Sans" panose="020B0606030504020204" pitchFamily="34" charset="0"/>
              </a:rPr>
              <a:t>Subtitle Here</a:t>
            </a:r>
          </a:p>
        </p:txBody>
      </p:sp>
      <p:sp>
        <p:nvSpPr>
          <p:cNvPr id="26" name="TextBox 25">
            <a:extLst>
              <a:ext uri="{FF2B5EF4-FFF2-40B4-BE49-F238E27FC236}">
                <a16:creationId xmlns:a16="http://schemas.microsoft.com/office/drawing/2014/main" id="{A6F3E27C-5A99-4EC1-4D58-51FF4A6D9208}"/>
              </a:ext>
            </a:extLst>
          </p:cNvPr>
          <p:cNvSpPr txBox="1"/>
          <p:nvPr/>
        </p:nvSpPr>
        <p:spPr>
          <a:xfrm>
            <a:off x="632700" y="5633894"/>
            <a:ext cx="2250957" cy="502702"/>
          </a:xfrm>
          <a:prstGeom prst="rect">
            <a:avLst/>
          </a:prstGeom>
          <a:noFill/>
        </p:spPr>
        <p:txBody>
          <a:bodyPr wrap="square">
            <a:spAutoFit/>
          </a:bodyPr>
          <a:lstStyle/>
          <a:p>
            <a:pPr algn="ctr">
              <a:lnSpc>
                <a:spcPts val="1600"/>
              </a:lnSpc>
            </a:pPr>
            <a:r>
              <a:rPr lang="en-US" sz="900" i="0">
                <a:solidFill>
                  <a:schemeClr val="tx1">
                    <a:lumMod val="50000"/>
                    <a:lumOff val="50000"/>
                  </a:schemeClr>
                </a:solidFill>
                <a:effectLst/>
                <a:latin typeface="Open Sans" panose="020B0606030504020204" pitchFamily="34" charset="0"/>
                <a:ea typeface="Open Sans" panose="020B0606030504020204" pitchFamily="34" charset="0"/>
                <a:cs typeface="Open Sans" panose="020B0606030504020204" pitchFamily="34" charset="0"/>
              </a:rPr>
              <a:t>Lorem Ipsum </a:t>
            </a:r>
            <a:r>
              <a:rPr lang="en-US" sz="900" b="0" i="0">
                <a:solidFill>
                  <a:schemeClr val="tx1">
                    <a:lumMod val="50000"/>
                    <a:lumOff val="50000"/>
                  </a:schemeClr>
                </a:solidFill>
                <a:effectLst/>
                <a:latin typeface="Open Sans" panose="020B0606030504020204" pitchFamily="34" charset="0"/>
                <a:ea typeface="Open Sans" panose="020B0606030504020204" pitchFamily="34" charset="0"/>
                <a:cs typeface="Open Sans" panose="020B0606030504020204" pitchFamily="34" charset="0"/>
              </a:rPr>
              <a:t>is simply dummy text of dummy text ever since.</a:t>
            </a:r>
            <a:endParaRPr lang="en-US" sz="9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8" name="TextBox 27">
            <a:extLst>
              <a:ext uri="{FF2B5EF4-FFF2-40B4-BE49-F238E27FC236}">
                <a16:creationId xmlns:a16="http://schemas.microsoft.com/office/drawing/2014/main" id="{B1924EB1-0F00-1E7C-DC3B-D12B9F1EA85B}"/>
              </a:ext>
            </a:extLst>
          </p:cNvPr>
          <p:cNvSpPr txBox="1"/>
          <p:nvPr/>
        </p:nvSpPr>
        <p:spPr>
          <a:xfrm>
            <a:off x="4610482" y="5398173"/>
            <a:ext cx="1236236" cy="276999"/>
          </a:xfrm>
          <a:prstGeom prst="rect">
            <a:avLst/>
          </a:prstGeom>
          <a:noFill/>
        </p:spPr>
        <p:txBody>
          <a:bodyPr wrap="none" rtlCol="0">
            <a:spAutoFit/>
          </a:bodyPr>
          <a:lstStyle/>
          <a:p>
            <a:pPr algn="ctr"/>
            <a:r>
              <a:rPr lang="en-US" sz="1200" b="1">
                <a:latin typeface="Open Sans" panose="020B0606030504020204" pitchFamily="34" charset="0"/>
                <a:ea typeface="Open Sans" panose="020B0606030504020204" pitchFamily="34" charset="0"/>
                <a:cs typeface="Open Sans" panose="020B0606030504020204" pitchFamily="34" charset="0"/>
              </a:rPr>
              <a:t>Subtitle Here</a:t>
            </a:r>
          </a:p>
        </p:txBody>
      </p:sp>
      <p:sp>
        <p:nvSpPr>
          <p:cNvPr id="29" name="TextBox 28">
            <a:extLst>
              <a:ext uri="{FF2B5EF4-FFF2-40B4-BE49-F238E27FC236}">
                <a16:creationId xmlns:a16="http://schemas.microsoft.com/office/drawing/2014/main" id="{61589B46-98B2-D50A-3E9E-4603C630785C}"/>
              </a:ext>
            </a:extLst>
          </p:cNvPr>
          <p:cNvSpPr txBox="1"/>
          <p:nvPr/>
        </p:nvSpPr>
        <p:spPr>
          <a:xfrm>
            <a:off x="4103122" y="5633894"/>
            <a:ext cx="2250957" cy="502702"/>
          </a:xfrm>
          <a:prstGeom prst="rect">
            <a:avLst/>
          </a:prstGeom>
          <a:noFill/>
        </p:spPr>
        <p:txBody>
          <a:bodyPr wrap="square">
            <a:spAutoFit/>
          </a:bodyPr>
          <a:lstStyle/>
          <a:p>
            <a:pPr algn="ctr">
              <a:lnSpc>
                <a:spcPts val="1600"/>
              </a:lnSpc>
            </a:pPr>
            <a:r>
              <a:rPr lang="en-US" sz="900" i="0">
                <a:solidFill>
                  <a:schemeClr val="tx1">
                    <a:lumMod val="50000"/>
                    <a:lumOff val="50000"/>
                  </a:schemeClr>
                </a:solidFill>
                <a:effectLst/>
                <a:latin typeface="Open Sans" panose="020B0606030504020204" pitchFamily="34" charset="0"/>
                <a:ea typeface="Open Sans" panose="020B0606030504020204" pitchFamily="34" charset="0"/>
                <a:cs typeface="Open Sans" panose="020B0606030504020204" pitchFamily="34" charset="0"/>
              </a:rPr>
              <a:t>Lorem Ipsum </a:t>
            </a:r>
            <a:r>
              <a:rPr lang="en-US" sz="900" b="0" i="0">
                <a:solidFill>
                  <a:schemeClr val="tx1">
                    <a:lumMod val="50000"/>
                    <a:lumOff val="50000"/>
                  </a:schemeClr>
                </a:solidFill>
                <a:effectLst/>
                <a:latin typeface="Open Sans" panose="020B0606030504020204" pitchFamily="34" charset="0"/>
                <a:ea typeface="Open Sans" panose="020B0606030504020204" pitchFamily="34" charset="0"/>
                <a:cs typeface="Open Sans" panose="020B0606030504020204" pitchFamily="34" charset="0"/>
              </a:rPr>
              <a:t>is simply dummy text of dummy text ever since.</a:t>
            </a:r>
            <a:endParaRPr lang="en-US" sz="9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31" name="TextBox 30">
            <a:extLst>
              <a:ext uri="{FF2B5EF4-FFF2-40B4-BE49-F238E27FC236}">
                <a16:creationId xmlns:a16="http://schemas.microsoft.com/office/drawing/2014/main" id="{EC7BFB34-2A02-36AE-1BFB-B343168F4614}"/>
              </a:ext>
            </a:extLst>
          </p:cNvPr>
          <p:cNvSpPr txBox="1"/>
          <p:nvPr/>
        </p:nvSpPr>
        <p:spPr>
          <a:xfrm>
            <a:off x="6336477" y="2070427"/>
            <a:ext cx="1236236" cy="276999"/>
          </a:xfrm>
          <a:prstGeom prst="rect">
            <a:avLst/>
          </a:prstGeom>
          <a:noFill/>
        </p:spPr>
        <p:txBody>
          <a:bodyPr wrap="none" rtlCol="0">
            <a:spAutoFit/>
          </a:bodyPr>
          <a:lstStyle/>
          <a:p>
            <a:pPr algn="ctr"/>
            <a:r>
              <a:rPr lang="en-US" sz="1200" b="1">
                <a:latin typeface="Open Sans" panose="020B0606030504020204" pitchFamily="34" charset="0"/>
                <a:ea typeface="Open Sans" panose="020B0606030504020204" pitchFamily="34" charset="0"/>
                <a:cs typeface="Open Sans" panose="020B0606030504020204" pitchFamily="34" charset="0"/>
              </a:rPr>
              <a:t>Subtitle Here</a:t>
            </a:r>
          </a:p>
        </p:txBody>
      </p:sp>
      <p:sp>
        <p:nvSpPr>
          <p:cNvPr id="32" name="TextBox 31">
            <a:extLst>
              <a:ext uri="{FF2B5EF4-FFF2-40B4-BE49-F238E27FC236}">
                <a16:creationId xmlns:a16="http://schemas.microsoft.com/office/drawing/2014/main" id="{4FA755EA-F55A-10BB-5076-BA2FB8E151DA}"/>
              </a:ext>
            </a:extLst>
          </p:cNvPr>
          <p:cNvSpPr txBox="1"/>
          <p:nvPr/>
        </p:nvSpPr>
        <p:spPr>
          <a:xfrm>
            <a:off x="5829117" y="2306148"/>
            <a:ext cx="2250957" cy="502702"/>
          </a:xfrm>
          <a:prstGeom prst="rect">
            <a:avLst/>
          </a:prstGeom>
          <a:noFill/>
        </p:spPr>
        <p:txBody>
          <a:bodyPr wrap="square">
            <a:spAutoFit/>
          </a:bodyPr>
          <a:lstStyle/>
          <a:p>
            <a:pPr algn="ctr">
              <a:lnSpc>
                <a:spcPts val="1600"/>
              </a:lnSpc>
            </a:pPr>
            <a:r>
              <a:rPr lang="en-US" sz="900" i="0">
                <a:solidFill>
                  <a:schemeClr val="tx1">
                    <a:lumMod val="50000"/>
                    <a:lumOff val="50000"/>
                  </a:schemeClr>
                </a:solidFill>
                <a:effectLst/>
                <a:latin typeface="Open Sans" panose="020B0606030504020204" pitchFamily="34" charset="0"/>
                <a:ea typeface="Open Sans" panose="020B0606030504020204" pitchFamily="34" charset="0"/>
                <a:cs typeface="Open Sans" panose="020B0606030504020204" pitchFamily="34" charset="0"/>
              </a:rPr>
              <a:t>Lorem Ipsum </a:t>
            </a:r>
            <a:r>
              <a:rPr lang="en-US" sz="900" b="0" i="0">
                <a:solidFill>
                  <a:schemeClr val="tx1">
                    <a:lumMod val="50000"/>
                    <a:lumOff val="50000"/>
                  </a:schemeClr>
                </a:solidFill>
                <a:effectLst/>
                <a:latin typeface="Open Sans" panose="020B0606030504020204" pitchFamily="34" charset="0"/>
                <a:ea typeface="Open Sans" panose="020B0606030504020204" pitchFamily="34" charset="0"/>
                <a:cs typeface="Open Sans" panose="020B0606030504020204" pitchFamily="34" charset="0"/>
              </a:rPr>
              <a:t>is simply dummy text of dummy text ever since.</a:t>
            </a:r>
            <a:endParaRPr lang="en-US" sz="9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34" name="TextBox 33">
            <a:extLst>
              <a:ext uri="{FF2B5EF4-FFF2-40B4-BE49-F238E27FC236}">
                <a16:creationId xmlns:a16="http://schemas.microsoft.com/office/drawing/2014/main" id="{492A0630-8824-9E6D-81E7-218132B27CF9}"/>
              </a:ext>
            </a:extLst>
          </p:cNvPr>
          <p:cNvSpPr txBox="1"/>
          <p:nvPr/>
        </p:nvSpPr>
        <p:spPr>
          <a:xfrm>
            <a:off x="2875686" y="2070427"/>
            <a:ext cx="1236236" cy="276999"/>
          </a:xfrm>
          <a:prstGeom prst="rect">
            <a:avLst/>
          </a:prstGeom>
          <a:noFill/>
        </p:spPr>
        <p:txBody>
          <a:bodyPr wrap="none" rtlCol="0">
            <a:spAutoFit/>
          </a:bodyPr>
          <a:lstStyle/>
          <a:p>
            <a:pPr algn="ctr"/>
            <a:r>
              <a:rPr lang="en-US" sz="1200" b="1">
                <a:latin typeface="Open Sans" panose="020B0606030504020204" pitchFamily="34" charset="0"/>
                <a:ea typeface="Open Sans" panose="020B0606030504020204" pitchFamily="34" charset="0"/>
                <a:cs typeface="Open Sans" panose="020B0606030504020204" pitchFamily="34" charset="0"/>
              </a:rPr>
              <a:t>Subtitle Here</a:t>
            </a:r>
          </a:p>
        </p:txBody>
      </p:sp>
      <p:sp>
        <p:nvSpPr>
          <p:cNvPr id="35" name="TextBox 34">
            <a:extLst>
              <a:ext uri="{FF2B5EF4-FFF2-40B4-BE49-F238E27FC236}">
                <a16:creationId xmlns:a16="http://schemas.microsoft.com/office/drawing/2014/main" id="{05225D3C-4A02-0EDE-E7A7-8A7C84F4F8CA}"/>
              </a:ext>
            </a:extLst>
          </p:cNvPr>
          <p:cNvSpPr txBox="1"/>
          <p:nvPr/>
        </p:nvSpPr>
        <p:spPr>
          <a:xfrm>
            <a:off x="2368326" y="2306148"/>
            <a:ext cx="2250957" cy="481157"/>
          </a:xfrm>
          <a:prstGeom prst="rect">
            <a:avLst/>
          </a:prstGeom>
          <a:noFill/>
        </p:spPr>
        <p:txBody>
          <a:bodyPr wrap="square">
            <a:spAutoFit/>
          </a:bodyPr>
          <a:lstStyle/>
          <a:p>
            <a:pPr algn="ctr">
              <a:lnSpc>
                <a:spcPts val="1600"/>
              </a:lnSpc>
            </a:pPr>
            <a:r>
              <a:rPr lang="en-US" sz="900" i="0">
                <a:solidFill>
                  <a:schemeClr val="tx1">
                    <a:lumMod val="50000"/>
                    <a:lumOff val="50000"/>
                  </a:schemeClr>
                </a:solidFill>
                <a:effectLst/>
                <a:latin typeface="Open Sans" panose="020B0606030504020204" pitchFamily="34" charset="0"/>
                <a:ea typeface="Open Sans" panose="020B0606030504020204" pitchFamily="34" charset="0"/>
                <a:cs typeface="Open Sans" panose="020B0606030504020204" pitchFamily="34" charset="0"/>
              </a:rPr>
              <a:t>Lorem Ipsum </a:t>
            </a:r>
            <a:r>
              <a:rPr lang="en-US" sz="900" b="0" i="0">
                <a:solidFill>
                  <a:schemeClr val="tx1">
                    <a:lumMod val="50000"/>
                    <a:lumOff val="50000"/>
                  </a:schemeClr>
                </a:solidFill>
                <a:effectLst/>
                <a:latin typeface="Open Sans" panose="020B0606030504020204" pitchFamily="34" charset="0"/>
                <a:ea typeface="Open Sans" panose="020B0606030504020204" pitchFamily="34" charset="0"/>
                <a:cs typeface="Open Sans" panose="020B0606030504020204" pitchFamily="34" charset="0"/>
              </a:rPr>
              <a:t>is simply dummy text of dummy text ever since.</a:t>
            </a:r>
            <a:endParaRPr lang="en-US" sz="9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6" name="TextBox 15">
            <a:extLst>
              <a:ext uri="{FF2B5EF4-FFF2-40B4-BE49-F238E27FC236}">
                <a16:creationId xmlns:a16="http://schemas.microsoft.com/office/drawing/2014/main" id="{31230D08-39B1-39E1-A9A4-957BAF15FF29}"/>
              </a:ext>
            </a:extLst>
          </p:cNvPr>
          <p:cNvSpPr txBox="1"/>
          <p:nvPr/>
        </p:nvSpPr>
        <p:spPr>
          <a:xfrm>
            <a:off x="1575305" y="3628803"/>
            <a:ext cx="367408" cy="276999"/>
          </a:xfrm>
          <a:prstGeom prst="rect">
            <a:avLst/>
          </a:prstGeom>
          <a:noFill/>
        </p:spPr>
        <p:txBody>
          <a:bodyPr wrap="none" rtlCol="0">
            <a:spAutoFit/>
          </a:bodyPr>
          <a:lstStyle/>
          <a:p>
            <a:pPr algn="ctr"/>
            <a:r>
              <a:rPr lang="en-US" sz="1200" b="1">
                <a:solidFill>
                  <a:schemeClr val="bg1"/>
                </a:solidFill>
                <a:latin typeface="Open Sans" panose="020B0606030504020204" pitchFamily="34" charset="0"/>
                <a:ea typeface="Open Sans" panose="020B0606030504020204" pitchFamily="34" charset="0"/>
                <a:cs typeface="Open Sans" panose="020B0606030504020204" pitchFamily="34" charset="0"/>
              </a:rPr>
              <a:t>01</a:t>
            </a:r>
          </a:p>
        </p:txBody>
      </p:sp>
      <p:sp>
        <p:nvSpPr>
          <p:cNvPr id="17" name="TextBox 16">
            <a:extLst>
              <a:ext uri="{FF2B5EF4-FFF2-40B4-BE49-F238E27FC236}">
                <a16:creationId xmlns:a16="http://schemas.microsoft.com/office/drawing/2014/main" id="{D896117C-3D39-BC60-DB12-ECB0B09210C2}"/>
              </a:ext>
            </a:extLst>
          </p:cNvPr>
          <p:cNvSpPr txBox="1"/>
          <p:nvPr/>
        </p:nvSpPr>
        <p:spPr>
          <a:xfrm>
            <a:off x="3313307" y="4265812"/>
            <a:ext cx="360996" cy="276999"/>
          </a:xfrm>
          <a:prstGeom prst="rect">
            <a:avLst/>
          </a:prstGeom>
          <a:noFill/>
        </p:spPr>
        <p:txBody>
          <a:bodyPr wrap="none" rtlCol="0">
            <a:spAutoFit/>
          </a:bodyPr>
          <a:lstStyle/>
          <a:p>
            <a:pPr algn="ctr"/>
            <a:r>
              <a:rPr lang="en-US" sz="1200" b="1">
                <a:solidFill>
                  <a:schemeClr val="bg1"/>
                </a:solidFill>
                <a:latin typeface="Open Sans" panose="020B0606030504020204" pitchFamily="34" charset="0"/>
                <a:ea typeface="Open Sans" panose="020B0606030504020204" pitchFamily="34" charset="0"/>
                <a:cs typeface="Open Sans" panose="020B0606030504020204" pitchFamily="34" charset="0"/>
              </a:rPr>
              <a:t>02</a:t>
            </a:r>
          </a:p>
        </p:txBody>
      </p:sp>
      <p:sp>
        <p:nvSpPr>
          <p:cNvPr id="18" name="TextBox 17">
            <a:extLst>
              <a:ext uri="{FF2B5EF4-FFF2-40B4-BE49-F238E27FC236}">
                <a16:creationId xmlns:a16="http://schemas.microsoft.com/office/drawing/2014/main" id="{0EE221DC-3D4A-DB7C-54A1-13B1CF8668C8}"/>
              </a:ext>
            </a:extLst>
          </p:cNvPr>
          <p:cNvSpPr txBox="1"/>
          <p:nvPr/>
        </p:nvSpPr>
        <p:spPr>
          <a:xfrm>
            <a:off x="5048103" y="3628803"/>
            <a:ext cx="360996" cy="276999"/>
          </a:xfrm>
          <a:prstGeom prst="rect">
            <a:avLst/>
          </a:prstGeom>
          <a:noFill/>
        </p:spPr>
        <p:txBody>
          <a:bodyPr wrap="none" rtlCol="0">
            <a:spAutoFit/>
          </a:bodyPr>
          <a:lstStyle/>
          <a:p>
            <a:pPr algn="ctr"/>
            <a:r>
              <a:rPr lang="en-US" sz="1200" b="1">
                <a:solidFill>
                  <a:schemeClr val="bg1"/>
                </a:solidFill>
                <a:latin typeface="Open Sans" panose="020B0606030504020204" pitchFamily="34" charset="0"/>
                <a:ea typeface="Open Sans" panose="020B0606030504020204" pitchFamily="34" charset="0"/>
                <a:cs typeface="Open Sans" panose="020B0606030504020204" pitchFamily="34" charset="0"/>
              </a:rPr>
              <a:t>03</a:t>
            </a:r>
          </a:p>
        </p:txBody>
      </p:sp>
      <p:sp>
        <p:nvSpPr>
          <p:cNvPr id="19" name="TextBox 18">
            <a:extLst>
              <a:ext uri="{FF2B5EF4-FFF2-40B4-BE49-F238E27FC236}">
                <a16:creationId xmlns:a16="http://schemas.microsoft.com/office/drawing/2014/main" id="{4940A24D-4C14-83F8-6F5C-DC8104694DAF}"/>
              </a:ext>
            </a:extLst>
          </p:cNvPr>
          <p:cNvSpPr txBox="1"/>
          <p:nvPr/>
        </p:nvSpPr>
        <p:spPr>
          <a:xfrm>
            <a:off x="6782899" y="4265812"/>
            <a:ext cx="360996" cy="276999"/>
          </a:xfrm>
          <a:prstGeom prst="rect">
            <a:avLst/>
          </a:prstGeom>
          <a:noFill/>
        </p:spPr>
        <p:txBody>
          <a:bodyPr wrap="none" rtlCol="0">
            <a:spAutoFit/>
          </a:bodyPr>
          <a:lstStyle/>
          <a:p>
            <a:pPr algn="ctr"/>
            <a:r>
              <a:rPr lang="en-US" sz="1200" b="1">
                <a:solidFill>
                  <a:schemeClr val="bg1"/>
                </a:solidFill>
                <a:latin typeface="Open Sans" panose="020B0606030504020204" pitchFamily="34" charset="0"/>
                <a:ea typeface="Open Sans" panose="020B0606030504020204" pitchFamily="34" charset="0"/>
                <a:cs typeface="Open Sans" panose="020B0606030504020204" pitchFamily="34" charset="0"/>
              </a:rPr>
              <a:t>04</a:t>
            </a:r>
          </a:p>
        </p:txBody>
      </p:sp>
      <p:sp>
        <p:nvSpPr>
          <p:cNvPr id="39" name="Freeform 18">
            <a:extLst>
              <a:ext uri="{FF2B5EF4-FFF2-40B4-BE49-F238E27FC236}">
                <a16:creationId xmlns:a16="http://schemas.microsoft.com/office/drawing/2014/main" id="{D7F253F7-E099-413F-AF09-DC8865E5E98F}"/>
              </a:ext>
            </a:extLst>
          </p:cNvPr>
          <p:cNvSpPr>
            <a:spLocks noEditPoints="1"/>
          </p:cNvSpPr>
          <p:nvPr/>
        </p:nvSpPr>
        <p:spPr bwMode="auto">
          <a:xfrm>
            <a:off x="5060621" y="4398713"/>
            <a:ext cx="335961" cy="338074"/>
          </a:xfrm>
          <a:custGeom>
            <a:avLst/>
            <a:gdLst>
              <a:gd name="T0" fmla="*/ 159 w 159"/>
              <a:gd name="T1" fmla="*/ 57 h 160"/>
              <a:gd name="T2" fmla="*/ 155 w 159"/>
              <a:gd name="T3" fmla="*/ 31 h 160"/>
              <a:gd name="T4" fmla="*/ 79 w 159"/>
              <a:gd name="T5" fmla="*/ 0 h 160"/>
              <a:gd name="T6" fmla="*/ 3 w 159"/>
              <a:gd name="T7" fmla="*/ 31 h 160"/>
              <a:gd name="T8" fmla="*/ 0 w 159"/>
              <a:gd name="T9" fmla="*/ 57 h 160"/>
              <a:gd name="T10" fmla="*/ 12 w 159"/>
              <a:gd name="T11" fmla="*/ 62 h 160"/>
              <a:gd name="T12" fmla="*/ 0 w 159"/>
              <a:gd name="T13" fmla="*/ 144 h 160"/>
              <a:gd name="T14" fmla="*/ 5 w 159"/>
              <a:gd name="T15" fmla="*/ 160 h 160"/>
              <a:gd name="T16" fmla="*/ 159 w 159"/>
              <a:gd name="T17" fmla="*/ 154 h 160"/>
              <a:gd name="T18" fmla="*/ 147 w 159"/>
              <a:gd name="T19" fmla="*/ 128 h 160"/>
              <a:gd name="T20" fmla="*/ 154 w 159"/>
              <a:gd name="T21" fmla="*/ 62 h 160"/>
              <a:gd name="T22" fmla="*/ 148 w 159"/>
              <a:gd name="T23" fmla="*/ 149 h 160"/>
              <a:gd name="T24" fmla="*/ 10 w 159"/>
              <a:gd name="T25" fmla="*/ 143 h 160"/>
              <a:gd name="T26" fmla="*/ 143 w 159"/>
              <a:gd name="T27" fmla="*/ 138 h 160"/>
              <a:gd name="T28" fmla="*/ 22 w 159"/>
              <a:gd name="T29" fmla="*/ 128 h 160"/>
              <a:gd name="T30" fmla="*/ 32 w 159"/>
              <a:gd name="T31" fmla="*/ 62 h 160"/>
              <a:gd name="T32" fmla="*/ 22 w 159"/>
              <a:gd name="T33" fmla="*/ 128 h 160"/>
              <a:gd name="T34" fmla="*/ 43 w 159"/>
              <a:gd name="T35" fmla="*/ 62 h 160"/>
              <a:gd name="T36" fmla="*/ 63 w 159"/>
              <a:gd name="T37" fmla="*/ 128 h 160"/>
              <a:gd name="T38" fmla="*/ 74 w 159"/>
              <a:gd name="T39" fmla="*/ 128 h 160"/>
              <a:gd name="T40" fmla="*/ 84 w 159"/>
              <a:gd name="T41" fmla="*/ 62 h 160"/>
              <a:gd name="T42" fmla="*/ 74 w 159"/>
              <a:gd name="T43" fmla="*/ 128 h 160"/>
              <a:gd name="T44" fmla="*/ 95 w 159"/>
              <a:gd name="T45" fmla="*/ 62 h 160"/>
              <a:gd name="T46" fmla="*/ 115 w 159"/>
              <a:gd name="T47" fmla="*/ 128 h 160"/>
              <a:gd name="T48" fmla="*/ 126 w 159"/>
              <a:gd name="T49" fmla="*/ 128 h 160"/>
              <a:gd name="T50" fmla="*/ 136 w 159"/>
              <a:gd name="T51" fmla="*/ 62 h 160"/>
              <a:gd name="T52" fmla="*/ 126 w 159"/>
              <a:gd name="T53" fmla="*/ 128 h 160"/>
              <a:gd name="T54" fmla="*/ 10 w 159"/>
              <a:gd name="T55" fmla="*/ 39 h 160"/>
              <a:gd name="T56" fmla="*/ 148 w 159"/>
              <a:gd name="T57" fmla="*/ 39 h 160"/>
              <a:gd name="T58" fmla="*/ 10 w 159"/>
              <a:gd name="T59" fmla="*/ 52 h 160"/>
              <a:gd name="T60" fmla="*/ 74 w 159"/>
              <a:gd name="T61" fmla="*/ 34 h 160"/>
              <a:gd name="T62" fmla="*/ 84 w 159"/>
              <a:gd name="T63" fmla="*/ 34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59" h="160">
                <a:moveTo>
                  <a:pt x="154" y="62"/>
                </a:moveTo>
                <a:cubicBezTo>
                  <a:pt x="157" y="62"/>
                  <a:pt x="159" y="60"/>
                  <a:pt x="159" y="57"/>
                </a:cubicBezTo>
                <a:cubicBezTo>
                  <a:pt x="159" y="36"/>
                  <a:pt x="159" y="36"/>
                  <a:pt x="159" y="36"/>
                </a:cubicBezTo>
                <a:cubicBezTo>
                  <a:pt x="158" y="34"/>
                  <a:pt x="157" y="32"/>
                  <a:pt x="155" y="31"/>
                </a:cubicBezTo>
                <a:cubicBezTo>
                  <a:pt x="81" y="0"/>
                  <a:pt x="81" y="0"/>
                  <a:pt x="81" y="0"/>
                </a:cubicBezTo>
                <a:cubicBezTo>
                  <a:pt x="80" y="0"/>
                  <a:pt x="80" y="0"/>
                  <a:pt x="79" y="0"/>
                </a:cubicBezTo>
                <a:cubicBezTo>
                  <a:pt x="78" y="0"/>
                  <a:pt x="78" y="0"/>
                  <a:pt x="77" y="0"/>
                </a:cubicBezTo>
                <a:cubicBezTo>
                  <a:pt x="3" y="31"/>
                  <a:pt x="3" y="31"/>
                  <a:pt x="3" y="31"/>
                </a:cubicBezTo>
                <a:cubicBezTo>
                  <a:pt x="1" y="32"/>
                  <a:pt x="0" y="33"/>
                  <a:pt x="0" y="36"/>
                </a:cubicBezTo>
                <a:cubicBezTo>
                  <a:pt x="0" y="57"/>
                  <a:pt x="0" y="57"/>
                  <a:pt x="0" y="57"/>
                </a:cubicBezTo>
                <a:cubicBezTo>
                  <a:pt x="0" y="60"/>
                  <a:pt x="2" y="62"/>
                  <a:pt x="5" y="62"/>
                </a:cubicBezTo>
                <a:cubicBezTo>
                  <a:pt x="12" y="62"/>
                  <a:pt x="12" y="62"/>
                  <a:pt x="12" y="62"/>
                </a:cubicBezTo>
                <a:cubicBezTo>
                  <a:pt x="12" y="128"/>
                  <a:pt x="12" y="128"/>
                  <a:pt x="12" y="128"/>
                </a:cubicBezTo>
                <a:cubicBezTo>
                  <a:pt x="5" y="130"/>
                  <a:pt x="0" y="136"/>
                  <a:pt x="0" y="144"/>
                </a:cubicBezTo>
                <a:cubicBezTo>
                  <a:pt x="0" y="154"/>
                  <a:pt x="0" y="154"/>
                  <a:pt x="0" y="154"/>
                </a:cubicBezTo>
                <a:cubicBezTo>
                  <a:pt x="0" y="157"/>
                  <a:pt x="2" y="160"/>
                  <a:pt x="5" y="160"/>
                </a:cubicBezTo>
                <a:cubicBezTo>
                  <a:pt x="154" y="160"/>
                  <a:pt x="154" y="160"/>
                  <a:pt x="154" y="160"/>
                </a:cubicBezTo>
                <a:cubicBezTo>
                  <a:pt x="157" y="160"/>
                  <a:pt x="159" y="157"/>
                  <a:pt x="159" y="154"/>
                </a:cubicBezTo>
                <a:cubicBezTo>
                  <a:pt x="159" y="144"/>
                  <a:pt x="159" y="144"/>
                  <a:pt x="159" y="144"/>
                </a:cubicBezTo>
                <a:cubicBezTo>
                  <a:pt x="159" y="136"/>
                  <a:pt x="154" y="130"/>
                  <a:pt x="147" y="128"/>
                </a:cubicBezTo>
                <a:cubicBezTo>
                  <a:pt x="147" y="62"/>
                  <a:pt x="147" y="62"/>
                  <a:pt x="147" y="62"/>
                </a:cubicBezTo>
                <a:lnTo>
                  <a:pt x="154" y="62"/>
                </a:lnTo>
                <a:close/>
                <a:moveTo>
                  <a:pt x="148" y="143"/>
                </a:moveTo>
                <a:cubicBezTo>
                  <a:pt x="148" y="149"/>
                  <a:pt x="148" y="149"/>
                  <a:pt x="148" y="149"/>
                </a:cubicBezTo>
                <a:cubicBezTo>
                  <a:pt x="10" y="149"/>
                  <a:pt x="10" y="149"/>
                  <a:pt x="10" y="149"/>
                </a:cubicBezTo>
                <a:cubicBezTo>
                  <a:pt x="10" y="143"/>
                  <a:pt x="10" y="143"/>
                  <a:pt x="10" y="143"/>
                </a:cubicBezTo>
                <a:cubicBezTo>
                  <a:pt x="10" y="140"/>
                  <a:pt x="12" y="138"/>
                  <a:pt x="15" y="138"/>
                </a:cubicBezTo>
                <a:cubicBezTo>
                  <a:pt x="143" y="138"/>
                  <a:pt x="143" y="138"/>
                  <a:pt x="143" y="138"/>
                </a:cubicBezTo>
                <a:cubicBezTo>
                  <a:pt x="146" y="138"/>
                  <a:pt x="148" y="140"/>
                  <a:pt x="148" y="143"/>
                </a:cubicBezTo>
                <a:close/>
                <a:moveTo>
                  <a:pt x="22" y="128"/>
                </a:moveTo>
                <a:cubicBezTo>
                  <a:pt x="22" y="62"/>
                  <a:pt x="22" y="62"/>
                  <a:pt x="22" y="62"/>
                </a:cubicBezTo>
                <a:cubicBezTo>
                  <a:pt x="32" y="62"/>
                  <a:pt x="32" y="62"/>
                  <a:pt x="32" y="62"/>
                </a:cubicBezTo>
                <a:cubicBezTo>
                  <a:pt x="32" y="128"/>
                  <a:pt x="32" y="128"/>
                  <a:pt x="32" y="128"/>
                </a:cubicBezTo>
                <a:lnTo>
                  <a:pt x="22" y="128"/>
                </a:lnTo>
                <a:close/>
                <a:moveTo>
                  <a:pt x="43" y="128"/>
                </a:moveTo>
                <a:cubicBezTo>
                  <a:pt x="43" y="62"/>
                  <a:pt x="43" y="62"/>
                  <a:pt x="43" y="62"/>
                </a:cubicBezTo>
                <a:cubicBezTo>
                  <a:pt x="63" y="62"/>
                  <a:pt x="63" y="62"/>
                  <a:pt x="63" y="62"/>
                </a:cubicBezTo>
                <a:cubicBezTo>
                  <a:pt x="63" y="128"/>
                  <a:pt x="63" y="128"/>
                  <a:pt x="63" y="128"/>
                </a:cubicBezTo>
                <a:lnTo>
                  <a:pt x="43" y="128"/>
                </a:lnTo>
                <a:close/>
                <a:moveTo>
                  <a:pt x="74" y="128"/>
                </a:moveTo>
                <a:cubicBezTo>
                  <a:pt x="74" y="62"/>
                  <a:pt x="74" y="62"/>
                  <a:pt x="74" y="62"/>
                </a:cubicBezTo>
                <a:cubicBezTo>
                  <a:pt x="84" y="62"/>
                  <a:pt x="84" y="62"/>
                  <a:pt x="84" y="62"/>
                </a:cubicBezTo>
                <a:cubicBezTo>
                  <a:pt x="84" y="128"/>
                  <a:pt x="84" y="128"/>
                  <a:pt x="84" y="128"/>
                </a:cubicBezTo>
                <a:lnTo>
                  <a:pt x="74" y="128"/>
                </a:lnTo>
                <a:close/>
                <a:moveTo>
                  <a:pt x="95" y="128"/>
                </a:moveTo>
                <a:cubicBezTo>
                  <a:pt x="95" y="62"/>
                  <a:pt x="95" y="62"/>
                  <a:pt x="95" y="62"/>
                </a:cubicBezTo>
                <a:cubicBezTo>
                  <a:pt x="115" y="62"/>
                  <a:pt x="115" y="62"/>
                  <a:pt x="115" y="62"/>
                </a:cubicBezTo>
                <a:cubicBezTo>
                  <a:pt x="115" y="128"/>
                  <a:pt x="115" y="128"/>
                  <a:pt x="115" y="128"/>
                </a:cubicBezTo>
                <a:lnTo>
                  <a:pt x="95" y="128"/>
                </a:lnTo>
                <a:close/>
                <a:moveTo>
                  <a:pt x="126" y="128"/>
                </a:moveTo>
                <a:cubicBezTo>
                  <a:pt x="126" y="62"/>
                  <a:pt x="126" y="62"/>
                  <a:pt x="126" y="62"/>
                </a:cubicBezTo>
                <a:cubicBezTo>
                  <a:pt x="136" y="62"/>
                  <a:pt x="136" y="62"/>
                  <a:pt x="136" y="62"/>
                </a:cubicBezTo>
                <a:cubicBezTo>
                  <a:pt x="136" y="128"/>
                  <a:pt x="136" y="128"/>
                  <a:pt x="136" y="128"/>
                </a:cubicBezTo>
                <a:lnTo>
                  <a:pt x="126" y="128"/>
                </a:lnTo>
                <a:close/>
                <a:moveTo>
                  <a:pt x="10" y="52"/>
                </a:moveTo>
                <a:cubicBezTo>
                  <a:pt x="10" y="39"/>
                  <a:pt x="10" y="39"/>
                  <a:pt x="10" y="39"/>
                </a:cubicBezTo>
                <a:cubicBezTo>
                  <a:pt x="79" y="10"/>
                  <a:pt x="79" y="10"/>
                  <a:pt x="79" y="10"/>
                </a:cubicBezTo>
                <a:cubicBezTo>
                  <a:pt x="148" y="39"/>
                  <a:pt x="148" y="39"/>
                  <a:pt x="148" y="39"/>
                </a:cubicBezTo>
                <a:cubicBezTo>
                  <a:pt x="148" y="52"/>
                  <a:pt x="148" y="52"/>
                  <a:pt x="148" y="52"/>
                </a:cubicBezTo>
                <a:lnTo>
                  <a:pt x="10" y="52"/>
                </a:lnTo>
                <a:close/>
                <a:moveTo>
                  <a:pt x="79" y="29"/>
                </a:moveTo>
                <a:cubicBezTo>
                  <a:pt x="76" y="29"/>
                  <a:pt x="74" y="32"/>
                  <a:pt x="74" y="34"/>
                </a:cubicBezTo>
                <a:cubicBezTo>
                  <a:pt x="74" y="37"/>
                  <a:pt x="76" y="40"/>
                  <a:pt x="79" y="40"/>
                </a:cubicBezTo>
                <a:cubicBezTo>
                  <a:pt x="81" y="40"/>
                  <a:pt x="84" y="37"/>
                  <a:pt x="84" y="34"/>
                </a:cubicBezTo>
                <a:cubicBezTo>
                  <a:pt x="84" y="32"/>
                  <a:pt x="81" y="29"/>
                  <a:pt x="79" y="29"/>
                </a:cubicBez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endParaRPr lang="en-US"/>
          </a:p>
        </p:txBody>
      </p:sp>
      <p:sp>
        <p:nvSpPr>
          <p:cNvPr id="40" name="Freeform 33">
            <a:extLst>
              <a:ext uri="{FF2B5EF4-FFF2-40B4-BE49-F238E27FC236}">
                <a16:creationId xmlns:a16="http://schemas.microsoft.com/office/drawing/2014/main" id="{EFDCE0B7-4DAD-4310-B95F-D9D2A843D9C4}"/>
              </a:ext>
            </a:extLst>
          </p:cNvPr>
          <p:cNvSpPr>
            <a:spLocks noEditPoints="1"/>
          </p:cNvSpPr>
          <p:nvPr/>
        </p:nvSpPr>
        <p:spPr bwMode="auto">
          <a:xfrm>
            <a:off x="1591254" y="4398713"/>
            <a:ext cx="333849" cy="338074"/>
          </a:xfrm>
          <a:custGeom>
            <a:avLst/>
            <a:gdLst>
              <a:gd name="T0" fmla="*/ 53 w 158"/>
              <a:gd name="T1" fmla="*/ 49 h 160"/>
              <a:gd name="T2" fmla="*/ 45 w 158"/>
              <a:gd name="T3" fmla="*/ 42 h 160"/>
              <a:gd name="T4" fmla="*/ 45 w 158"/>
              <a:gd name="T5" fmla="*/ 52 h 160"/>
              <a:gd name="T6" fmla="*/ 84 w 158"/>
              <a:gd name="T7" fmla="*/ 49 h 160"/>
              <a:gd name="T8" fmla="*/ 76 w 158"/>
              <a:gd name="T9" fmla="*/ 42 h 160"/>
              <a:gd name="T10" fmla="*/ 76 w 158"/>
              <a:gd name="T11" fmla="*/ 52 h 160"/>
              <a:gd name="T12" fmla="*/ 115 w 158"/>
              <a:gd name="T13" fmla="*/ 49 h 160"/>
              <a:gd name="T14" fmla="*/ 107 w 158"/>
              <a:gd name="T15" fmla="*/ 42 h 160"/>
              <a:gd name="T16" fmla="*/ 107 w 158"/>
              <a:gd name="T17" fmla="*/ 52 h 160"/>
              <a:gd name="T18" fmla="*/ 53 w 158"/>
              <a:gd name="T19" fmla="*/ 70 h 160"/>
              <a:gd name="T20" fmla="*/ 45 w 158"/>
              <a:gd name="T21" fmla="*/ 62 h 160"/>
              <a:gd name="T22" fmla="*/ 45 w 158"/>
              <a:gd name="T23" fmla="*/ 72 h 160"/>
              <a:gd name="T24" fmla="*/ 84 w 158"/>
              <a:gd name="T25" fmla="*/ 70 h 160"/>
              <a:gd name="T26" fmla="*/ 76 w 158"/>
              <a:gd name="T27" fmla="*/ 62 h 160"/>
              <a:gd name="T28" fmla="*/ 76 w 158"/>
              <a:gd name="T29" fmla="*/ 72 h 160"/>
              <a:gd name="T30" fmla="*/ 115 w 158"/>
              <a:gd name="T31" fmla="*/ 70 h 160"/>
              <a:gd name="T32" fmla="*/ 107 w 158"/>
              <a:gd name="T33" fmla="*/ 62 h 160"/>
              <a:gd name="T34" fmla="*/ 107 w 158"/>
              <a:gd name="T35" fmla="*/ 72 h 160"/>
              <a:gd name="T36" fmla="*/ 53 w 158"/>
              <a:gd name="T37" fmla="*/ 91 h 160"/>
              <a:gd name="T38" fmla="*/ 45 w 158"/>
              <a:gd name="T39" fmla="*/ 83 h 160"/>
              <a:gd name="T40" fmla="*/ 45 w 158"/>
              <a:gd name="T41" fmla="*/ 93 h 160"/>
              <a:gd name="T42" fmla="*/ 84 w 158"/>
              <a:gd name="T43" fmla="*/ 91 h 160"/>
              <a:gd name="T44" fmla="*/ 76 w 158"/>
              <a:gd name="T45" fmla="*/ 83 h 160"/>
              <a:gd name="T46" fmla="*/ 76 w 158"/>
              <a:gd name="T47" fmla="*/ 93 h 160"/>
              <a:gd name="T48" fmla="*/ 115 w 158"/>
              <a:gd name="T49" fmla="*/ 91 h 160"/>
              <a:gd name="T50" fmla="*/ 107 w 158"/>
              <a:gd name="T51" fmla="*/ 83 h 160"/>
              <a:gd name="T52" fmla="*/ 107 w 158"/>
              <a:gd name="T53" fmla="*/ 93 h 160"/>
              <a:gd name="T54" fmla="*/ 136 w 158"/>
              <a:gd name="T55" fmla="*/ 25 h 160"/>
              <a:gd name="T56" fmla="*/ 125 w 158"/>
              <a:gd name="T57" fmla="*/ 5 h 160"/>
              <a:gd name="T58" fmla="*/ 33 w 158"/>
              <a:gd name="T59" fmla="*/ 5 h 160"/>
              <a:gd name="T60" fmla="*/ 22 w 158"/>
              <a:gd name="T61" fmla="*/ 26 h 160"/>
              <a:gd name="T62" fmla="*/ 0 w 158"/>
              <a:gd name="T63" fmla="*/ 110 h 160"/>
              <a:gd name="T64" fmla="*/ 153 w 158"/>
              <a:gd name="T65" fmla="*/ 160 h 160"/>
              <a:gd name="T66" fmla="*/ 153 w 158"/>
              <a:gd name="T67" fmla="*/ 103 h 160"/>
              <a:gd name="T68" fmla="*/ 10 w 158"/>
              <a:gd name="T69" fmla="*/ 114 h 160"/>
              <a:gd name="T70" fmla="*/ 43 w 158"/>
              <a:gd name="T71" fmla="*/ 10 h 160"/>
              <a:gd name="T72" fmla="*/ 43 w 158"/>
              <a:gd name="T73" fmla="*/ 20 h 160"/>
              <a:gd name="T74" fmla="*/ 53 w 158"/>
              <a:gd name="T75" fmla="*/ 148 h 160"/>
              <a:gd name="T76" fmla="*/ 73 w 158"/>
              <a:gd name="T77" fmla="*/ 148 h 160"/>
              <a:gd name="T78" fmla="*/ 84 w 158"/>
              <a:gd name="T79" fmla="*/ 114 h 160"/>
              <a:gd name="T80" fmla="*/ 126 w 158"/>
              <a:gd name="T81" fmla="*/ 148 h 160"/>
              <a:gd name="T82" fmla="*/ 110 w 158"/>
              <a:gd name="T83" fmla="*/ 103 h 160"/>
              <a:gd name="T84" fmla="*/ 43 w 158"/>
              <a:gd name="T85" fmla="*/ 148 h 160"/>
              <a:gd name="T86" fmla="*/ 126 w 158"/>
              <a:gd name="T87" fmla="*/ 31 h 160"/>
              <a:gd name="T88" fmla="*/ 136 w 158"/>
              <a:gd name="T89" fmla="*/ 148 h 160"/>
              <a:gd name="T90" fmla="*/ 148 w 158"/>
              <a:gd name="T91" fmla="*/ 148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158" h="160">
                <a:moveTo>
                  <a:pt x="45" y="52"/>
                </a:moveTo>
                <a:cubicBezTo>
                  <a:pt x="51" y="52"/>
                  <a:pt x="51" y="52"/>
                  <a:pt x="51" y="52"/>
                </a:cubicBezTo>
                <a:cubicBezTo>
                  <a:pt x="52" y="52"/>
                  <a:pt x="53" y="51"/>
                  <a:pt x="53" y="49"/>
                </a:cubicBezTo>
                <a:cubicBezTo>
                  <a:pt x="53" y="44"/>
                  <a:pt x="53" y="44"/>
                  <a:pt x="53" y="44"/>
                </a:cubicBezTo>
                <a:cubicBezTo>
                  <a:pt x="53" y="42"/>
                  <a:pt x="52" y="42"/>
                  <a:pt x="51" y="42"/>
                </a:cubicBezTo>
                <a:cubicBezTo>
                  <a:pt x="45" y="42"/>
                  <a:pt x="45" y="42"/>
                  <a:pt x="45" y="42"/>
                </a:cubicBezTo>
                <a:cubicBezTo>
                  <a:pt x="43" y="42"/>
                  <a:pt x="42" y="42"/>
                  <a:pt x="42" y="44"/>
                </a:cubicBezTo>
                <a:cubicBezTo>
                  <a:pt x="42" y="49"/>
                  <a:pt x="42" y="49"/>
                  <a:pt x="42" y="49"/>
                </a:cubicBezTo>
                <a:cubicBezTo>
                  <a:pt x="42" y="51"/>
                  <a:pt x="44" y="52"/>
                  <a:pt x="45" y="52"/>
                </a:cubicBezTo>
                <a:close/>
                <a:moveTo>
                  <a:pt x="76" y="52"/>
                </a:moveTo>
                <a:cubicBezTo>
                  <a:pt x="81" y="52"/>
                  <a:pt x="81" y="52"/>
                  <a:pt x="81" y="52"/>
                </a:cubicBezTo>
                <a:cubicBezTo>
                  <a:pt x="83" y="52"/>
                  <a:pt x="84" y="51"/>
                  <a:pt x="84" y="49"/>
                </a:cubicBezTo>
                <a:cubicBezTo>
                  <a:pt x="84" y="44"/>
                  <a:pt x="84" y="44"/>
                  <a:pt x="84" y="44"/>
                </a:cubicBezTo>
                <a:cubicBezTo>
                  <a:pt x="84" y="42"/>
                  <a:pt x="83" y="42"/>
                  <a:pt x="81" y="42"/>
                </a:cubicBezTo>
                <a:cubicBezTo>
                  <a:pt x="76" y="42"/>
                  <a:pt x="76" y="42"/>
                  <a:pt x="76" y="42"/>
                </a:cubicBezTo>
                <a:cubicBezTo>
                  <a:pt x="74" y="42"/>
                  <a:pt x="73" y="42"/>
                  <a:pt x="73" y="44"/>
                </a:cubicBezTo>
                <a:cubicBezTo>
                  <a:pt x="73" y="49"/>
                  <a:pt x="73" y="49"/>
                  <a:pt x="73" y="49"/>
                </a:cubicBezTo>
                <a:cubicBezTo>
                  <a:pt x="73" y="51"/>
                  <a:pt x="75" y="52"/>
                  <a:pt x="76" y="52"/>
                </a:cubicBezTo>
                <a:close/>
                <a:moveTo>
                  <a:pt x="107" y="52"/>
                </a:moveTo>
                <a:cubicBezTo>
                  <a:pt x="112" y="52"/>
                  <a:pt x="112" y="52"/>
                  <a:pt x="112" y="52"/>
                </a:cubicBezTo>
                <a:cubicBezTo>
                  <a:pt x="114" y="52"/>
                  <a:pt x="115" y="51"/>
                  <a:pt x="115" y="49"/>
                </a:cubicBezTo>
                <a:cubicBezTo>
                  <a:pt x="115" y="44"/>
                  <a:pt x="115" y="44"/>
                  <a:pt x="115" y="44"/>
                </a:cubicBezTo>
                <a:cubicBezTo>
                  <a:pt x="115" y="42"/>
                  <a:pt x="114" y="42"/>
                  <a:pt x="112" y="42"/>
                </a:cubicBezTo>
                <a:cubicBezTo>
                  <a:pt x="107" y="42"/>
                  <a:pt x="107" y="42"/>
                  <a:pt x="107" y="42"/>
                </a:cubicBezTo>
                <a:cubicBezTo>
                  <a:pt x="106" y="42"/>
                  <a:pt x="105" y="42"/>
                  <a:pt x="105" y="44"/>
                </a:cubicBezTo>
                <a:cubicBezTo>
                  <a:pt x="105" y="49"/>
                  <a:pt x="105" y="49"/>
                  <a:pt x="105" y="49"/>
                </a:cubicBezTo>
                <a:cubicBezTo>
                  <a:pt x="105" y="51"/>
                  <a:pt x="106" y="52"/>
                  <a:pt x="107" y="52"/>
                </a:cubicBezTo>
                <a:close/>
                <a:moveTo>
                  <a:pt x="45" y="72"/>
                </a:moveTo>
                <a:cubicBezTo>
                  <a:pt x="51" y="72"/>
                  <a:pt x="51" y="72"/>
                  <a:pt x="51" y="72"/>
                </a:cubicBezTo>
                <a:cubicBezTo>
                  <a:pt x="52" y="72"/>
                  <a:pt x="53" y="71"/>
                  <a:pt x="53" y="70"/>
                </a:cubicBezTo>
                <a:cubicBezTo>
                  <a:pt x="53" y="65"/>
                  <a:pt x="53" y="65"/>
                  <a:pt x="53" y="65"/>
                </a:cubicBezTo>
                <a:cubicBezTo>
                  <a:pt x="53" y="63"/>
                  <a:pt x="52" y="62"/>
                  <a:pt x="51" y="62"/>
                </a:cubicBezTo>
                <a:cubicBezTo>
                  <a:pt x="45" y="62"/>
                  <a:pt x="45" y="62"/>
                  <a:pt x="45" y="62"/>
                </a:cubicBezTo>
                <a:cubicBezTo>
                  <a:pt x="43" y="62"/>
                  <a:pt x="42" y="63"/>
                  <a:pt x="42" y="65"/>
                </a:cubicBezTo>
                <a:cubicBezTo>
                  <a:pt x="42" y="70"/>
                  <a:pt x="42" y="70"/>
                  <a:pt x="42" y="70"/>
                </a:cubicBezTo>
                <a:cubicBezTo>
                  <a:pt x="42" y="71"/>
                  <a:pt x="44" y="72"/>
                  <a:pt x="45" y="72"/>
                </a:cubicBezTo>
                <a:close/>
                <a:moveTo>
                  <a:pt x="76" y="72"/>
                </a:moveTo>
                <a:cubicBezTo>
                  <a:pt x="81" y="72"/>
                  <a:pt x="81" y="72"/>
                  <a:pt x="81" y="72"/>
                </a:cubicBezTo>
                <a:cubicBezTo>
                  <a:pt x="83" y="72"/>
                  <a:pt x="84" y="71"/>
                  <a:pt x="84" y="70"/>
                </a:cubicBezTo>
                <a:cubicBezTo>
                  <a:pt x="84" y="65"/>
                  <a:pt x="84" y="65"/>
                  <a:pt x="84" y="65"/>
                </a:cubicBezTo>
                <a:cubicBezTo>
                  <a:pt x="84" y="63"/>
                  <a:pt x="83" y="62"/>
                  <a:pt x="81" y="62"/>
                </a:cubicBezTo>
                <a:cubicBezTo>
                  <a:pt x="76" y="62"/>
                  <a:pt x="76" y="62"/>
                  <a:pt x="76" y="62"/>
                </a:cubicBezTo>
                <a:cubicBezTo>
                  <a:pt x="74" y="62"/>
                  <a:pt x="73" y="63"/>
                  <a:pt x="73" y="65"/>
                </a:cubicBezTo>
                <a:cubicBezTo>
                  <a:pt x="73" y="70"/>
                  <a:pt x="73" y="70"/>
                  <a:pt x="73" y="70"/>
                </a:cubicBezTo>
                <a:cubicBezTo>
                  <a:pt x="73" y="71"/>
                  <a:pt x="75" y="72"/>
                  <a:pt x="76" y="72"/>
                </a:cubicBezTo>
                <a:close/>
                <a:moveTo>
                  <a:pt x="107" y="72"/>
                </a:moveTo>
                <a:cubicBezTo>
                  <a:pt x="112" y="72"/>
                  <a:pt x="112" y="72"/>
                  <a:pt x="112" y="72"/>
                </a:cubicBezTo>
                <a:cubicBezTo>
                  <a:pt x="114" y="72"/>
                  <a:pt x="115" y="71"/>
                  <a:pt x="115" y="70"/>
                </a:cubicBezTo>
                <a:cubicBezTo>
                  <a:pt x="115" y="65"/>
                  <a:pt x="115" y="65"/>
                  <a:pt x="115" y="65"/>
                </a:cubicBezTo>
                <a:cubicBezTo>
                  <a:pt x="115" y="63"/>
                  <a:pt x="114" y="62"/>
                  <a:pt x="112" y="62"/>
                </a:cubicBezTo>
                <a:cubicBezTo>
                  <a:pt x="107" y="62"/>
                  <a:pt x="107" y="62"/>
                  <a:pt x="107" y="62"/>
                </a:cubicBezTo>
                <a:cubicBezTo>
                  <a:pt x="106" y="62"/>
                  <a:pt x="105" y="63"/>
                  <a:pt x="105" y="65"/>
                </a:cubicBezTo>
                <a:cubicBezTo>
                  <a:pt x="105" y="70"/>
                  <a:pt x="105" y="70"/>
                  <a:pt x="105" y="70"/>
                </a:cubicBezTo>
                <a:cubicBezTo>
                  <a:pt x="105" y="71"/>
                  <a:pt x="106" y="72"/>
                  <a:pt x="107" y="72"/>
                </a:cubicBezTo>
                <a:close/>
                <a:moveTo>
                  <a:pt x="45" y="93"/>
                </a:moveTo>
                <a:cubicBezTo>
                  <a:pt x="51" y="93"/>
                  <a:pt x="51" y="93"/>
                  <a:pt x="51" y="93"/>
                </a:cubicBezTo>
                <a:cubicBezTo>
                  <a:pt x="52" y="93"/>
                  <a:pt x="53" y="92"/>
                  <a:pt x="53" y="91"/>
                </a:cubicBezTo>
                <a:cubicBezTo>
                  <a:pt x="53" y="85"/>
                  <a:pt x="53" y="85"/>
                  <a:pt x="53" y="85"/>
                </a:cubicBezTo>
                <a:cubicBezTo>
                  <a:pt x="53" y="84"/>
                  <a:pt x="52" y="83"/>
                  <a:pt x="51" y="83"/>
                </a:cubicBezTo>
                <a:cubicBezTo>
                  <a:pt x="45" y="83"/>
                  <a:pt x="45" y="83"/>
                  <a:pt x="45" y="83"/>
                </a:cubicBezTo>
                <a:cubicBezTo>
                  <a:pt x="43" y="83"/>
                  <a:pt x="42" y="84"/>
                  <a:pt x="42" y="85"/>
                </a:cubicBezTo>
                <a:cubicBezTo>
                  <a:pt x="42" y="91"/>
                  <a:pt x="42" y="91"/>
                  <a:pt x="42" y="91"/>
                </a:cubicBezTo>
                <a:cubicBezTo>
                  <a:pt x="42" y="92"/>
                  <a:pt x="44" y="93"/>
                  <a:pt x="45" y="93"/>
                </a:cubicBezTo>
                <a:close/>
                <a:moveTo>
                  <a:pt x="76" y="93"/>
                </a:moveTo>
                <a:cubicBezTo>
                  <a:pt x="81" y="93"/>
                  <a:pt x="81" y="93"/>
                  <a:pt x="81" y="93"/>
                </a:cubicBezTo>
                <a:cubicBezTo>
                  <a:pt x="83" y="93"/>
                  <a:pt x="84" y="92"/>
                  <a:pt x="84" y="91"/>
                </a:cubicBezTo>
                <a:cubicBezTo>
                  <a:pt x="84" y="85"/>
                  <a:pt x="84" y="85"/>
                  <a:pt x="84" y="85"/>
                </a:cubicBezTo>
                <a:cubicBezTo>
                  <a:pt x="84" y="84"/>
                  <a:pt x="83" y="83"/>
                  <a:pt x="81" y="83"/>
                </a:cubicBezTo>
                <a:cubicBezTo>
                  <a:pt x="76" y="83"/>
                  <a:pt x="76" y="83"/>
                  <a:pt x="76" y="83"/>
                </a:cubicBezTo>
                <a:cubicBezTo>
                  <a:pt x="74" y="83"/>
                  <a:pt x="73" y="84"/>
                  <a:pt x="73" y="85"/>
                </a:cubicBezTo>
                <a:cubicBezTo>
                  <a:pt x="73" y="91"/>
                  <a:pt x="73" y="91"/>
                  <a:pt x="73" y="91"/>
                </a:cubicBezTo>
                <a:cubicBezTo>
                  <a:pt x="73" y="92"/>
                  <a:pt x="75" y="93"/>
                  <a:pt x="76" y="93"/>
                </a:cubicBezTo>
                <a:close/>
                <a:moveTo>
                  <a:pt x="107" y="93"/>
                </a:moveTo>
                <a:cubicBezTo>
                  <a:pt x="112" y="93"/>
                  <a:pt x="112" y="93"/>
                  <a:pt x="112" y="93"/>
                </a:cubicBezTo>
                <a:cubicBezTo>
                  <a:pt x="114" y="93"/>
                  <a:pt x="115" y="92"/>
                  <a:pt x="115" y="91"/>
                </a:cubicBezTo>
                <a:cubicBezTo>
                  <a:pt x="115" y="85"/>
                  <a:pt x="115" y="85"/>
                  <a:pt x="115" y="85"/>
                </a:cubicBezTo>
                <a:cubicBezTo>
                  <a:pt x="115" y="84"/>
                  <a:pt x="114" y="83"/>
                  <a:pt x="112" y="83"/>
                </a:cubicBezTo>
                <a:cubicBezTo>
                  <a:pt x="107" y="83"/>
                  <a:pt x="107" y="83"/>
                  <a:pt x="107" y="83"/>
                </a:cubicBezTo>
                <a:cubicBezTo>
                  <a:pt x="106" y="83"/>
                  <a:pt x="105" y="84"/>
                  <a:pt x="105" y="85"/>
                </a:cubicBezTo>
                <a:cubicBezTo>
                  <a:pt x="105" y="91"/>
                  <a:pt x="105" y="91"/>
                  <a:pt x="105" y="91"/>
                </a:cubicBezTo>
                <a:cubicBezTo>
                  <a:pt x="105" y="92"/>
                  <a:pt x="106" y="93"/>
                  <a:pt x="107" y="93"/>
                </a:cubicBezTo>
                <a:close/>
                <a:moveTo>
                  <a:pt x="153" y="103"/>
                </a:moveTo>
                <a:cubicBezTo>
                  <a:pt x="136" y="103"/>
                  <a:pt x="136" y="103"/>
                  <a:pt x="136" y="103"/>
                </a:cubicBezTo>
                <a:cubicBezTo>
                  <a:pt x="136" y="25"/>
                  <a:pt x="136" y="25"/>
                  <a:pt x="136" y="25"/>
                </a:cubicBezTo>
                <a:cubicBezTo>
                  <a:pt x="136" y="22"/>
                  <a:pt x="133" y="20"/>
                  <a:pt x="130" y="20"/>
                </a:cubicBezTo>
                <a:cubicBezTo>
                  <a:pt x="125" y="20"/>
                  <a:pt x="125" y="20"/>
                  <a:pt x="125" y="20"/>
                </a:cubicBezTo>
                <a:cubicBezTo>
                  <a:pt x="125" y="5"/>
                  <a:pt x="125" y="5"/>
                  <a:pt x="125" y="5"/>
                </a:cubicBezTo>
                <a:cubicBezTo>
                  <a:pt x="125" y="2"/>
                  <a:pt x="123" y="0"/>
                  <a:pt x="120" y="0"/>
                </a:cubicBezTo>
                <a:cubicBezTo>
                  <a:pt x="37" y="0"/>
                  <a:pt x="37" y="0"/>
                  <a:pt x="37" y="0"/>
                </a:cubicBezTo>
                <a:cubicBezTo>
                  <a:pt x="35" y="0"/>
                  <a:pt x="33" y="3"/>
                  <a:pt x="33" y="5"/>
                </a:cubicBezTo>
                <a:cubicBezTo>
                  <a:pt x="33" y="21"/>
                  <a:pt x="33" y="21"/>
                  <a:pt x="33" y="21"/>
                </a:cubicBezTo>
                <a:cubicBezTo>
                  <a:pt x="28" y="21"/>
                  <a:pt x="28" y="21"/>
                  <a:pt x="28" y="21"/>
                </a:cubicBezTo>
                <a:cubicBezTo>
                  <a:pt x="25" y="21"/>
                  <a:pt x="22" y="24"/>
                  <a:pt x="22" y="26"/>
                </a:cubicBezTo>
                <a:cubicBezTo>
                  <a:pt x="22" y="104"/>
                  <a:pt x="22" y="104"/>
                  <a:pt x="22" y="104"/>
                </a:cubicBezTo>
                <a:cubicBezTo>
                  <a:pt x="5" y="104"/>
                  <a:pt x="5" y="104"/>
                  <a:pt x="5" y="104"/>
                </a:cubicBezTo>
                <a:cubicBezTo>
                  <a:pt x="2" y="104"/>
                  <a:pt x="0" y="107"/>
                  <a:pt x="0" y="110"/>
                </a:cubicBezTo>
                <a:cubicBezTo>
                  <a:pt x="0" y="155"/>
                  <a:pt x="0" y="155"/>
                  <a:pt x="0" y="155"/>
                </a:cubicBezTo>
                <a:cubicBezTo>
                  <a:pt x="0" y="158"/>
                  <a:pt x="2" y="160"/>
                  <a:pt x="5" y="160"/>
                </a:cubicBezTo>
                <a:cubicBezTo>
                  <a:pt x="153" y="160"/>
                  <a:pt x="153" y="160"/>
                  <a:pt x="153" y="160"/>
                </a:cubicBezTo>
                <a:cubicBezTo>
                  <a:pt x="156" y="160"/>
                  <a:pt x="158" y="158"/>
                  <a:pt x="158" y="155"/>
                </a:cubicBezTo>
                <a:cubicBezTo>
                  <a:pt x="158" y="109"/>
                  <a:pt x="158" y="109"/>
                  <a:pt x="158" y="109"/>
                </a:cubicBezTo>
                <a:cubicBezTo>
                  <a:pt x="158" y="106"/>
                  <a:pt x="156" y="103"/>
                  <a:pt x="153" y="103"/>
                </a:cubicBezTo>
                <a:close/>
                <a:moveTo>
                  <a:pt x="22" y="148"/>
                </a:moveTo>
                <a:cubicBezTo>
                  <a:pt x="10" y="148"/>
                  <a:pt x="10" y="148"/>
                  <a:pt x="10" y="148"/>
                </a:cubicBezTo>
                <a:cubicBezTo>
                  <a:pt x="10" y="114"/>
                  <a:pt x="10" y="114"/>
                  <a:pt x="10" y="114"/>
                </a:cubicBezTo>
                <a:cubicBezTo>
                  <a:pt x="22" y="114"/>
                  <a:pt x="22" y="114"/>
                  <a:pt x="22" y="114"/>
                </a:cubicBezTo>
                <a:lnTo>
                  <a:pt x="22" y="148"/>
                </a:lnTo>
                <a:close/>
                <a:moveTo>
                  <a:pt x="43" y="10"/>
                </a:moveTo>
                <a:cubicBezTo>
                  <a:pt x="115" y="10"/>
                  <a:pt x="115" y="10"/>
                  <a:pt x="115" y="10"/>
                </a:cubicBezTo>
                <a:cubicBezTo>
                  <a:pt x="115" y="20"/>
                  <a:pt x="115" y="20"/>
                  <a:pt x="115" y="20"/>
                </a:cubicBezTo>
                <a:cubicBezTo>
                  <a:pt x="43" y="20"/>
                  <a:pt x="43" y="20"/>
                  <a:pt x="43" y="20"/>
                </a:cubicBezTo>
                <a:lnTo>
                  <a:pt x="43" y="10"/>
                </a:lnTo>
                <a:close/>
                <a:moveTo>
                  <a:pt x="73" y="148"/>
                </a:moveTo>
                <a:cubicBezTo>
                  <a:pt x="53" y="148"/>
                  <a:pt x="53" y="148"/>
                  <a:pt x="53" y="148"/>
                </a:cubicBezTo>
                <a:cubicBezTo>
                  <a:pt x="53" y="114"/>
                  <a:pt x="53" y="114"/>
                  <a:pt x="53" y="114"/>
                </a:cubicBezTo>
                <a:cubicBezTo>
                  <a:pt x="73" y="114"/>
                  <a:pt x="73" y="114"/>
                  <a:pt x="73" y="114"/>
                </a:cubicBezTo>
                <a:lnTo>
                  <a:pt x="73" y="148"/>
                </a:lnTo>
                <a:close/>
                <a:moveTo>
                  <a:pt x="104" y="148"/>
                </a:moveTo>
                <a:cubicBezTo>
                  <a:pt x="84" y="148"/>
                  <a:pt x="84" y="148"/>
                  <a:pt x="84" y="148"/>
                </a:cubicBezTo>
                <a:cubicBezTo>
                  <a:pt x="84" y="114"/>
                  <a:pt x="84" y="114"/>
                  <a:pt x="84" y="114"/>
                </a:cubicBezTo>
                <a:cubicBezTo>
                  <a:pt x="104" y="114"/>
                  <a:pt x="104" y="114"/>
                  <a:pt x="104" y="114"/>
                </a:cubicBezTo>
                <a:lnTo>
                  <a:pt x="104" y="148"/>
                </a:lnTo>
                <a:close/>
                <a:moveTo>
                  <a:pt x="126" y="148"/>
                </a:moveTo>
                <a:cubicBezTo>
                  <a:pt x="115" y="148"/>
                  <a:pt x="115" y="148"/>
                  <a:pt x="115" y="148"/>
                </a:cubicBezTo>
                <a:cubicBezTo>
                  <a:pt x="115" y="109"/>
                  <a:pt x="115" y="109"/>
                  <a:pt x="115" y="109"/>
                </a:cubicBezTo>
                <a:cubicBezTo>
                  <a:pt x="115" y="106"/>
                  <a:pt x="112" y="103"/>
                  <a:pt x="110" y="103"/>
                </a:cubicBezTo>
                <a:cubicBezTo>
                  <a:pt x="48" y="103"/>
                  <a:pt x="48" y="103"/>
                  <a:pt x="48" y="103"/>
                </a:cubicBezTo>
                <a:cubicBezTo>
                  <a:pt x="45" y="103"/>
                  <a:pt x="43" y="106"/>
                  <a:pt x="43" y="109"/>
                </a:cubicBezTo>
                <a:cubicBezTo>
                  <a:pt x="43" y="148"/>
                  <a:pt x="43" y="148"/>
                  <a:pt x="43" y="148"/>
                </a:cubicBezTo>
                <a:cubicBezTo>
                  <a:pt x="33" y="148"/>
                  <a:pt x="33" y="148"/>
                  <a:pt x="33" y="148"/>
                </a:cubicBezTo>
                <a:cubicBezTo>
                  <a:pt x="33" y="31"/>
                  <a:pt x="33" y="31"/>
                  <a:pt x="33" y="31"/>
                </a:cubicBezTo>
                <a:cubicBezTo>
                  <a:pt x="126" y="31"/>
                  <a:pt x="126" y="31"/>
                  <a:pt x="126" y="31"/>
                </a:cubicBezTo>
                <a:lnTo>
                  <a:pt x="126" y="148"/>
                </a:lnTo>
                <a:close/>
                <a:moveTo>
                  <a:pt x="148" y="148"/>
                </a:moveTo>
                <a:cubicBezTo>
                  <a:pt x="136" y="148"/>
                  <a:pt x="136" y="148"/>
                  <a:pt x="136" y="148"/>
                </a:cubicBezTo>
                <a:cubicBezTo>
                  <a:pt x="136" y="114"/>
                  <a:pt x="136" y="114"/>
                  <a:pt x="136" y="114"/>
                </a:cubicBezTo>
                <a:cubicBezTo>
                  <a:pt x="148" y="114"/>
                  <a:pt x="148" y="114"/>
                  <a:pt x="148" y="114"/>
                </a:cubicBezTo>
                <a:lnTo>
                  <a:pt x="148" y="148"/>
                </a:lnTo>
                <a:close/>
              </a:path>
            </a:pathLst>
          </a:custGeom>
          <a:solidFill>
            <a:schemeClr val="accent3"/>
          </a:solidFill>
          <a:ln>
            <a:noFill/>
          </a:ln>
        </p:spPr>
        <p:txBody>
          <a:bodyPr vert="horz" wrap="square" lIns="91440" tIns="45720" rIns="91440" bIns="45720" numCol="1" anchor="t" anchorCtr="0" compatLnSpc="1">
            <a:prstTxWarp prst="textNoShape">
              <a:avLst/>
            </a:prstTxWarp>
          </a:bodyPr>
          <a:lstStyle/>
          <a:p>
            <a:endParaRPr lang="en-US"/>
          </a:p>
        </p:txBody>
      </p:sp>
      <p:sp>
        <p:nvSpPr>
          <p:cNvPr id="41" name="Freeform 35">
            <a:extLst>
              <a:ext uri="{FF2B5EF4-FFF2-40B4-BE49-F238E27FC236}">
                <a16:creationId xmlns:a16="http://schemas.microsoft.com/office/drawing/2014/main" id="{72449C79-7B33-47B9-BC1E-9ACE46EDAB0F}"/>
              </a:ext>
            </a:extLst>
          </p:cNvPr>
          <p:cNvSpPr>
            <a:spLocks noEditPoints="1"/>
          </p:cNvSpPr>
          <p:nvPr/>
        </p:nvSpPr>
        <p:spPr bwMode="auto">
          <a:xfrm>
            <a:off x="3322655" y="3400716"/>
            <a:ext cx="342300" cy="335961"/>
          </a:xfrm>
          <a:custGeom>
            <a:avLst/>
            <a:gdLst>
              <a:gd name="T0" fmla="*/ 99 w 163"/>
              <a:gd name="T1" fmla="*/ 85 h 159"/>
              <a:gd name="T2" fmla="*/ 109 w 163"/>
              <a:gd name="T3" fmla="*/ 111 h 159"/>
              <a:gd name="T4" fmla="*/ 131 w 163"/>
              <a:gd name="T5" fmla="*/ 111 h 159"/>
              <a:gd name="T6" fmla="*/ 157 w 163"/>
              <a:gd name="T7" fmla="*/ 63 h 159"/>
              <a:gd name="T8" fmla="*/ 139 w 163"/>
              <a:gd name="T9" fmla="*/ 60 h 159"/>
              <a:gd name="T10" fmla="*/ 99 w 163"/>
              <a:gd name="T11" fmla="*/ 4 h 159"/>
              <a:gd name="T12" fmla="*/ 76 w 163"/>
              <a:gd name="T13" fmla="*/ 4 h 159"/>
              <a:gd name="T14" fmla="*/ 50 w 163"/>
              <a:gd name="T15" fmla="*/ 52 h 159"/>
              <a:gd name="T16" fmla="*/ 68 w 163"/>
              <a:gd name="T17" fmla="*/ 55 h 159"/>
              <a:gd name="T18" fmla="*/ 54 w 163"/>
              <a:gd name="T19" fmla="*/ 85 h 159"/>
              <a:gd name="T20" fmla="*/ 47 w 163"/>
              <a:gd name="T21" fmla="*/ 85 h 159"/>
              <a:gd name="T22" fmla="*/ 8 w 163"/>
              <a:gd name="T23" fmla="*/ 153 h 159"/>
              <a:gd name="T24" fmla="*/ 38 w 163"/>
              <a:gd name="T25" fmla="*/ 153 h 159"/>
              <a:gd name="T26" fmla="*/ 76 w 163"/>
              <a:gd name="T27" fmla="*/ 108 h 159"/>
              <a:gd name="T28" fmla="*/ 146 w 163"/>
              <a:gd name="T29" fmla="*/ 70 h 159"/>
              <a:gd name="T30" fmla="*/ 150 w 163"/>
              <a:gd name="T31" fmla="*/ 78 h 159"/>
              <a:gd name="T32" fmla="*/ 120 w 163"/>
              <a:gd name="T33" fmla="*/ 105 h 159"/>
              <a:gd name="T34" fmla="*/ 117 w 163"/>
              <a:gd name="T35" fmla="*/ 97 h 159"/>
              <a:gd name="T36" fmla="*/ 65 w 163"/>
              <a:gd name="T37" fmla="*/ 45 h 159"/>
              <a:gd name="T38" fmla="*/ 58 w 163"/>
              <a:gd name="T39" fmla="*/ 45 h 159"/>
              <a:gd name="T40" fmla="*/ 83 w 163"/>
              <a:gd name="T41" fmla="*/ 12 h 159"/>
              <a:gd name="T42" fmla="*/ 91 w 163"/>
              <a:gd name="T43" fmla="*/ 12 h 159"/>
              <a:gd name="T44" fmla="*/ 65 w 163"/>
              <a:gd name="T45" fmla="*/ 45 h 159"/>
              <a:gd name="T46" fmla="*/ 95 w 163"/>
              <a:gd name="T47" fmla="*/ 30 h 159"/>
              <a:gd name="T48" fmla="*/ 113 w 163"/>
              <a:gd name="T49" fmla="*/ 85 h 159"/>
              <a:gd name="T50" fmla="*/ 30 w 163"/>
              <a:gd name="T51" fmla="*/ 146 h 159"/>
              <a:gd name="T52" fmla="*/ 16 w 163"/>
              <a:gd name="T53" fmla="*/ 146 h 159"/>
              <a:gd name="T54" fmla="*/ 51 w 163"/>
              <a:gd name="T55" fmla="*/ 96 h 159"/>
              <a:gd name="T56" fmla="*/ 30 w 163"/>
              <a:gd name="T57" fmla="*/ 146 h 159"/>
              <a:gd name="T58" fmla="*/ 83 w 163"/>
              <a:gd name="T59" fmla="*/ 71 h 159"/>
              <a:gd name="T60" fmla="*/ 69 w 163"/>
              <a:gd name="T61" fmla="*/ 101 h 159"/>
              <a:gd name="T62" fmla="*/ 156 w 163"/>
              <a:gd name="T63" fmla="*/ 149 h 159"/>
              <a:gd name="T64" fmla="*/ 151 w 163"/>
              <a:gd name="T65" fmla="*/ 143 h 159"/>
              <a:gd name="T66" fmla="*/ 95 w 163"/>
              <a:gd name="T67" fmla="*/ 127 h 159"/>
              <a:gd name="T68" fmla="*/ 79 w 163"/>
              <a:gd name="T69" fmla="*/ 149 h 159"/>
              <a:gd name="T70" fmla="*/ 69 w 163"/>
              <a:gd name="T71" fmla="*/ 154 h 159"/>
              <a:gd name="T72" fmla="*/ 156 w 163"/>
              <a:gd name="T73" fmla="*/ 159 h 159"/>
              <a:gd name="T74" fmla="*/ 156 w 163"/>
              <a:gd name="T75" fmla="*/ 149 h 159"/>
              <a:gd name="T76" fmla="*/ 89 w 163"/>
              <a:gd name="T77" fmla="*/ 149 h 159"/>
              <a:gd name="T78" fmla="*/ 95 w 163"/>
              <a:gd name="T79" fmla="*/ 138 h 159"/>
              <a:gd name="T80" fmla="*/ 141 w 163"/>
              <a:gd name="T81" fmla="*/ 143 h 1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63" h="159">
                <a:moveTo>
                  <a:pt x="76" y="108"/>
                </a:moveTo>
                <a:cubicBezTo>
                  <a:pt x="99" y="85"/>
                  <a:pt x="99" y="85"/>
                  <a:pt x="99" y="85"/>
                </a:cubicBezTo>
                <a:cubicBezTo>
                  <a:pt x="106" y="93"/>
                  <a:pt x="106" y="93"/>
                  <a:pt x="106" y="93"/>
                </a:cubicBezTo>
                <a:cubicBezTo>
                  <a:pt x="104" y="98"/>
                  <a:pt x="104" y="106"/>
                  <a:pt x="109" y="111"/>
                </a:cubicBezTo>
                <a:cubicBezTo>
                  <a:pt x="112" y="114"/>
                  <a:pt x="116" y="116"/>
                  <a:pt x="120" y="116"/>
                </a:cubicBezTo>
                <a:cubicBezTo>
                  <a:pt x="124" y="116"/>
                  <a:pt x="128" y="114"/>
                  <a:pt x="131" y="111"/>
                </a:cubicBezTo>
                <a:cubicBezTo>
                  <a:pt x="157" y="85"/>
                  <a:pt x="157" y="85"/>
                  <a:pt x="157" y="85"/>
                </a:cubicBezTo>
                <a:cubicBezTo>
                  <a:pt x="163" y="79"/>
                  <a:pt x="163" y="70"/>
                  <a:pt x="157" y="63"/>
                </a:cubicBezTo>
                <a:cubicBezTo>
                  <a:pt x="154" y="60"/>
                  <a:pt x="150" y="58"/>
                  <a:pt x="147" y="58"/>
                </a:cubicBezTo>
                <a:cubicBezTo>
                  <a:pt x="144" y="58"/>
                  <a:pt x="142" y="59"/>
                  <a:pt x="139" y="60"/>
                </a:cubicBezTo>
                <a:cubicBezTo>
                  <a:pt x="101" y="22"/>
                  <a:pt x="101" y="22"/>
                  <a:pt x="101" y="22"/>
                </a:cubicBezTo>
                <a:cubicBezTo>
                  <a:pt x="104" y="17"/>
                  <a:pt x="103" y="9"/>
                  <a:pt x="99" y="4"/>
                </a:cubicBezTo>
                <a:cubicBezTo>
                  <a:pt x="96" y="1"/>
                  <a:pt x="92" y="0"/>
                  <a:pt x="88" y="0"/>
                </a:cubicBezTo>
                <a:cubicBezTo>
                  <a:pt x="83" y="0"/>
                  <a:pt x="79" y="1"/>
                  <a:pt x="76" y="4"/>
                </a:cubicBezTo>
                <a:cubicBezTo>
                  <a:pt x="50" y="30"/>
                  <a:pt x="50" y="30"/>
                  <a:pt x="50" y="30"/>
                </a:cubicBezTo>
                <a:cubicBezTo>
                  <a:pt x="44" y="36"/>
                  <a:pt x="44" y="46"/>
                  <a:pt x="50" y="52"/>
                </a:cubicBezTo>
                <a:cubicBezTo>
                  <a:pt x="53" y="55"/>
                  <a:pt x="57" y="57"/>
                  <a:pt x="61" y="57"/>
                </a:cubicBezTo>
                <a:cubicBezTo>
                  <a:pt x="64" y="57"/>
                  <a:pt x="66" y="56"/>
                  <a:pt x="68" y="55"/>
                </a:cubicBezTo>
                <a:cubicBezTo>
                  <a:pt x="76" y="63"/>
                  <a:pt x="76" y="63"/>
                  <a:pt x="76" y="63"/>
                </a:cubicBezTo>
                <a:cubicBezTo>
                  <a:pt x="54" y="85"/>
                  <a:pt x="54" y="85"/>
                  <a:pt x="54" y="85"/>
                </a:cubicBezTo>
                <a:cubicBezTo>
                  <a:pt x="53" y="84"/>
                  <a:pt x="51" y="84"/>
                  <a:pt x="50" y="84"/>
                </a:cubicBezTo>
                <a:cubicBezTo>
                  <a:pt x="49" y="84"/>
                  <a:pt x="47" y="84"/>
                  <a:pt x="47" y="85"/>
                </a:cubicBezTo>
                <a:cubicBezTo>
                  <a:pt x="8" y="124"/>
                  <a:pt x="8" y="124"/>
                  <a:pt x="8" y="124"/>
                </a:cubicBezTo>
                <a:cubicBezTo>
                  <a:pt x="0" y="132"/>
                  <a:pt x="0" y="145"/>
                  <a:pt x="8" y="153"/>
                </a:cubicBezTo>
                <a:cubicBezTo>
                  <a:pt x="12" y="157"/>
                  <a:pt x="18" y="159"/>
                  <a:pt x="23" y="159"/>
                </a:cubicBezTo>
                <a:cubicBezTo>
                  <a:pt x="28" y="159"/>
                  <a:pt x="34" y="157"/>
                  <a:pt x="38" y="153"/>
                </a:cubicBezTo>
                <a:cubicBezTo>
                  <a:pt x="76" y="115"/>
                  <a:pt x="76" y="115"/>
                  <a:pt x="76" y="115"/>
                </a:cubicBezTo>
                <a:cubicBezTo>
                  <a:pt x="78" y="113"/>
                  <a:pt x="78" y="110"/>
                  <a:pt x="76" y="108"/>
                </a:cubicBezTo>
                <a:close/>
                <a:moveTo>
                  <a:pt x="142" y="71"/>
                </a:moveTo>
                <a:cubicBezTo>
                  <a:pt x="143" y="70"/>
                  <a:pt x="145" y="70"/>
                  <a:pt x="146" y="70"/>
                </a:cubicBezTo>
                <a:cubicBezTo>
                  <a:pt x="148" y="70"/>
                  <a:pt x="149" y="70"/>
                  <a:pt x="150" y="71"/>
                </a:cubicBezTo>
                <a:cubicBezTo>
                  <a:pt x="152" y="73"/>
                  <a:pt x="152" y="76"/>
                  <a:pt x="150" y="78"/>
                </a:cubicBezTo>
                <a:cubicBezTo>
                  <a:pt x="124" y="104"/>
                  <a:pt x="124" y="104"/>
                  <a:pt x="124" y="104"/>
                </a:cubicBezTo>
                <a:cubicBezTo>
                  <a:pt x="123" y="105"/>
                  <a:pt x="122" y="105"/>
                  <a:pt x="120" y="105"/>
                </a:cubicBezTo>
                <a:cubicBezTo>
                  <a:pt x="119" y="105"/>
                  <a:pt x="118" y="105"/>
                  <a:pt x="117" y="104"/>
                </a:cubicBezTo>
                <a:cubicBezTo>
                  <a:pt x="115" y="102"/>
                  <a:pt x="115" y="99"/>
                  <a:pt x="117" y="97"/>
                </a:cubicBezTo>
                <a:lnTo>
                  <a:pt x="142" y="71"/>
                </a:lnTo>
                <a:close/>
                <a:moveTo>
                  <a:pt x="65" y="45"/>
                </a:moveTo>
                <a:cubicBezTo>
                  <a:pt x="64" y="46"/>
                  <a:pt x="63" y="47"/>
                  <a:pt x="62" y="47"/>
                </a:cubicBezTo>
                <a:cubicBezTo>
                  <a:pt x="60" y="47"/>
                  <a:pt x="59" y="46"/>
                  <a:pt x="58" y="45"/>
                </a:cubicBezTo>
                <a:cubicBezTo>
                  <a:pt x="56" y="43"/>
                  <a:pt x="56" y="40"/>
                  <a:pt x="58" y="38"/>
                </a:cubicBezTo>
                <a:cubicBezTo>
                  <a:pt x="83" y="12"/>
                  <a:pt x="83" y="12"/>
                  <a:pt x="83" y="12"/>
                </a:cubicBezTo>
                <a:cubicBezTo>
                  <a:pt x="84" y="11"/>
                  <a:pt x="86" y="11"/>
                  <a:pt x="87" y="11"/>
                </a:cubicBezTo>
                <a:cubicBezTo>
                  <a:pt x="89" y="11"/>
                  <a:pt x="90" y="11"/>
                  <a:pt x="91" y="12"/>
                </a:cubicBezTo>
                <a:cubicBezTo>
                  <a:pt x="93" y="14"/>
                  <a:pt x="93" y="18"/>
                  <a:pt x="91" y="20"/>
                </a:cubicBezTo>
                <a:lnTo>
                  <a:pt x="65" y="45"/>
                </a:lnTo>
                <a:close/>
                <a:moveTo>
                  <a:pt x="76" y="49"/>
                </a:moveTo>
                <a:cubicBezTo>
                  <a:pt x="95" y="30"/>
                  <a:pt x="95" y="30"/>
                  <a:pt x="95" y="30"/>
                </a:cubicBezTo>
                <a:cubicBezTo>
                  <a:pt x="131" y="67"/>
                  <a:pt x="131" y="67"/>
                  <a:pt x="131" y="67"/>
                </a:cubicBezTo>
                <a:cubicBezTo>
                  <a:pt x="113" y="85"/>
                  <a:pt x="113" y="85"/>
                  <a:pt x="113" y="85"/>
                </a:cubicBezTo>
                <a:lnTo>
                  <a:pt x="76" y="49"/>
                </a:lnTo>
                <a:close/>
                <a:moveTo>
                  <a:pt x="30" y="146"/>
                </a:moveTo>
                <a:cubicBezTo>
                  <a:pt x="29" y="148"/>
                  <a:pt x="26" y="149"/>
                  <a:pt x="23" y="149"/>
                </a:cubicBezTo>
                <a:cubicBezTo>
                  <a:pt x="21" y="149"/>
                  <a:pt x="18" y="148"/>
                  <a:pt x="16" y="146"/>
                </a:cubicBezTo>
                <a:cubicBezTo>
                  <a:pt x="11" y="142"/>
                  <a:pt x="11" y="135"/>
                  <a:pt x="16" y="131"/>
                </a:cubicBezTo>
                <a:cubicBezTo>
                  <a:pt x="51" y="96"/>
                  <a:pt x="51" y="96"/>
                  <a:pt x="51" y="96"/>
                </a:cubicBezTo>
                <a:cubicBezTo>
                  <a:pt x="66" y="111"/>
                  <a:pt x="66" y="111"/>
                  <a:pt x="66" y="111"/>
                </a:cubicBezTo>
                <a:lnTo>
                  <a:pt x="30" y="146"/>
                </a:lnTo>
                <a:close/>
                <a:moveTo>
                  <a:pt x="61" y="93"/>
                </a:moveTo>
                <a:cubicBezTo>
                  <a:pt x="83" y="71"/>
                  <a:pt x="83" y="71"/>
                  <a:pt x="83" y="71"/>
                </a:cubicBezTo>
                <a:cubicBezTo>
                  <a:pt x="91" y="78"/>
                  <a:pt x="91" y="78"/>
                  <a:pt x="91" y="78"/>
                </a:cubicBezTo>
                <a:cubicBezTo>
                  <a:pt x="69" y="101"/>
                  <a:pt x="69" y="101"/>
                  <a:pt x="69" y="101"/>
                </a:cubicBezTo>
                <a:lnTo>
                  <a:pt x="61" y="93"/>
                </a:lnTo>
                <a:close/>
                <a:moveTo>
                  <a:pt x="156" y="149"/>
                </a:moveTo>
                <a:cubicBezTo>
                  <a:pt x="151" y="149"/>
                  <a:pt x="151" y="149"/>
                  <a:pt x="151" y="149"/>
                </a:cubicBezTo>
                <a:cubicBezTo>
                  <a:pt x="151" y="143"/>
                  <a:pt x="151" y="143"/>
                  <a:pt x="151" y="143"/>
                </a:cubicBezTo>
                <a:cubicBezTo>
                  <a:pt x="151" y="135"/>
                  <a:pt x="144" y="127"/>
                  <a:pt x="136" y="127"/>
                </a:cubicBezTo>
                <a:cubicBezTo>
                  <a:pt x="95" y="127"/>
                  <a:pt x="95" y="127"/>
                  <a:pt x="95" y="127"/>
                </a:cubicBezTo>
                <a:cubicBezTo>
                  <a:pt x="86" y="127"/>
                  <a:pt x="79" y="135"/>
                  <a:pt x="79" y="143"/>
                </a:cubicBezTo>
                <a:cubicBezTo>
                  <a:pt x="79" y="149"/>
                  <a:pt x="79" y="149"/>
                  <a:pt x="79" y="149"/>
                </a:cubicBezTo>
                <a:cubicBezTo>
                  <a:pt x="74" y="149"/>
                  <a:pt x="74" y="149"/>
                  <a:pt x="74" y="149"/>
                </a:cubicBezTo>
                <a:cubicBezTo>
                  <a:pt x="71" y="149"/>
                  <a:pt x="69" y="151"/>
                  <a:pt x="69" y="154"/>
                </a:cubicBezTo>
                <a:cubicBezTo>
                  <a:pt x="69" y="157"/>
                  <a:pt x="71" y="159"/>
                  <a:pt x="74" y="159"/>
                </a:cubicBezTo>
                <a:cubicBezTo>
                  <a:pt x="156" y="159"/>
                  <a:pt x="156" y="159"/>
                  <a:pt x="156" y="159"/>
                </a:cubicBezTo>
                <a:cubicBezTo>
                  <a:pt x="160" y="159"/>
                  <a:pt x="162" y="157"/>
                  <a:pt x="162" y="154"/>
                </a:cubicBezTo>
                <a:cubicBezTo>
                  <a:pt x="162" y="151"/>
                  <a:pt x="159" y="149"/>
                  <a:pt x="156" y="149"/>
                </a:cubicBezTo>
                <a:close/>
                <a:moveTo>
                  <a:pt x="141" y="149"/>
                </a:moveTo>
                <a:cubicBezTo>
                  <a:pt x="89" y="149"/>
                  <a:pt x="89" y="149"/>
                  <a:pt x="89" y="149"/>
                </a:cubicBezTo>
                <a:cubicBezTo>
                  <a:pt x="89" y="143"/>
                  <a:pt x="89" y="143"/>
                  <a:pt x="89" y="143"/>
                </a:cubicBezTo>
                <a:cubicBezTo>
                  <a:pt x="89" y="141"/>
                  <a:pt x="91" y="138"/>
                  <a:pt x="95" y="138"/>
                </a:cubicBezTo>
                <a:cubicBezTo>
                  <a:pt x="136" y="138"/>
                  <a:pt x="136" y="138"/>
                  <a:pt x="136" y="138"/>
                </a:cubicBezTo>
                <a:cubicBezTo>
                  <a:pt x="139" y="138"/>
                  <a:pt x="141" y="141"/>
                  <a:pt x="141" y="143"/>
                </a:cubicBezTo>
                <a:lnTo>
                  <a:pt x="141" y="149"/>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42" name="Freeform 40">
            <a:extLst>
              <a:ext uri="{FF2B5EF4-FFF2-40B4-BE49-F238E27FC236}">
                <a16:creationId xmlns:a16="http://schemas.microsoft.com/office/drawing/2014/main" id="{AD0FA395-B325-4548-98BB-4047F565FED9}"/>
              </a:ext>
            </a:extLst>
          </p:cNvPr>
          <p:cNvSpPr>
            <a:spLocks noEditPoints="1"/>
          </p:cNvSpPr>
          <p:nvPr/>
        </p:nvSpPr>
        <p:spPr bwMode="auto">
          <a:xfrm>
            <a:off x="6777457" y="3383918"/>
            <a:ext cx="371881" cy="369557"/>
          </a:xfrm>
          <a:custGeom>
            <a:avLst/>
            <a:gdLst>
              <a:gd name="T0" fmla="*/ 42 w 160"/>
              <a:gd name="T1" fmla="*/ 79 h 159"/>
              <a:gd name="T2" fmla="*/ 75 w 160"/>
              <a:gd name="T3" fmla="*/ 37 h 159"/>
              <a:gd name="T4" fmla="*/ 69 w 160"/>
              <a:gd name="T5" fmla="*/ 0 h 159"/>
              <a:gd name="T6" fmla="*/ 16 w 160"/>
              <a:gd name="T7" fmla="*/ 127 h 159"/>
              <a:gd name="T8" fmla="*/ 24 w 160"/>
              <a:gd name="T9" fmla="*/ 127 h 159"/>
              <a:gd name="T10" fmla="*/ 47 w 160"/>
              <a:gd name="T11" fmla="*/ 99 h 159"/>
              <a:gd name="T12" fmla="*/ 10 w 160"/>
              <a:gd name="T13" fmla="*/ 80 h 159"/>
              <a:gd name="T14" fmla="*/ 64 w 160"/>
              <a:gd name="T15" fmla="*/ 34 h 159"/>
              <a:gd name="T16" fmla="*/ 31 w 160"/>
              <a:gd name="T17" fmla="*/ 80 h 159"/>
              <a:gd name="T18" fmla="*/ 21 w 160"/>
              <a:gd name="T19" fmla="*/ 117 h 159"/>
              <a:gd name="T20" fmla="*/ 101 w 160"/>
              <a:gd name="T21" fmla="*/ 111 h 159"/>
              <a:gd name="T22" fmla="*/ 79 w 160"/>
              <a:gd name="T23" fmla="*/ 117 h 159"/>
              <a:gd name="T24" fmla="*/ 60 w 160"/>
              <a:gd name="T25" fmla="*/ 112 h 159"/>
              <a:gd name="T26" fmla="*/ 54 w 160"/>
              <a:gd name="T27" fmla="*/ 113 h 159"/>
              <a:gd name="T28" fmla="*/ 32 w 160"/>
              <a:gd name="T29" fmla="*/ 143 h 159"/>
              <a:gd name="T30" fmla="*/ 127 w 160"/>
              <a:gd name="T31" fmla="*/ 143 h 159"/>
              <a:gd name="T32" fmla="*/ 106 w 160"/>
              <a:gd name="T33" fmla="*/ 112 h 159"/>
              <a:gd name="T34" fmla="*/ 43 w 160"/>
              <a:gd name="T35" fmla="*/ 138 h 159"/>
              <a:gd name="T36" fmla="*/ 80 w 160"/>
              <a:gd name="T37" fmla="*/ 128 h 159"/>
              <a:gd name="T38" fmla="*/ 116 w 160"/>
              <a:gd name="T39" fmla="*/ 138 h 159"/>
              <a:gd name="T40" fmla="*/ 91 w 160"/>
              <a:gd name="T41" fmla="*/ 0 h 159"/>
              <a:gd name="T42" fmla="*/ 85 w 160"/>
              <a:gd name="T43" fmla="*/ 6 h 159"/>
              <a:gd name="T44" fmla="*/ 89 w 160"/>
              <a:gd name="T45" fmla="*/ 42 h 159"/>
              <a:gd name="T46" fmla="*/ 112 w 160"/>
              <a:gd name="T47" fmla="*/ 99 h 159"/>
              <a:gd name="T48" fmla="*/ 136 w 160"/>
              <a:gd name="T49" fmla="*/ 127 h 159"/>
              <a:gd name="T50" fmla="*/ 144 w 160"/>
              <a:gd name="T51" fmla="*/ 127 h 159"/>
              <a:gd name="T52" fmla="*/ 91 w 160"/>
              <a:gd name="T53" fmla="*/ 0 h 159"/>
              <a:gd name="T54" fmla="*/ 123 w 160"/>
              <a:gd name="T55" fmla="*/ 101 h 159"/>
              <a:gd name="T56" fmla="*/ 95 w 160"/>
              <a:gd name="T57" fmla="*/ 34 h 159"/>
              <a:gd name="T58" fmla="*/ 149 w 160"/>
              <a:gd name="T59" fmla="*/ 79 h 159"/>
              <a:gd name="T60" fmla="*/ 74 w 160"/>
              <a:gd name="T61" fmla="*/ 52 h 159"/>
              <a:gd name="T62" fmla="*/ 76 w 160"/>
              <a:gd name="T63" fmla="*/ 84 h 159"/>
              <a:gd name="T64" fmla="*/ 79 w 160"/>
              <a:gd name="T65" fmla="*/ 98 h 159"/>
              <a:gd name="T66" fmla="*/ 69 w 160"/>
              <a:gd name="T67" fmla="*/ 87 h 159"/>
              <a:gd name="T68" fmla="*/ 75 w 160"/>
              <a:gd name="T69" fmla="*/ 107 h 159"/>
              <a:gd name="T70" fmla="*/ 80 w 160"/>
              <a:gd name="T71" fmla="*/ 116 h 159"/>
              <a:gd name="T72" fmla="*/ 85 w 160"/>
              <a:gd name="T73" fmla="*/ 107 h 159"/>
              <a:gd name="T74" fmla="*/ 83 w 160"/>
              <a:gd name="T75" fmla="*/ 75 h 159"/>
              <a:gd name="T76" fmla="*/ 80 w 160"/>
              <a:gd name="T77" fmla="*/ 61 h 159"/>
              <a:gd name="T78" fmla="*/ 91 w 160"/>
              <a:gd name="T79" fmla="*/ 72 h 159"/>
              <a:gd name="T80" fmla="*/ 85 w 160"/>
              <a:gd name="T81" fmla="*/ 52 h 159"/>
              <a:gd name="T82" fmla="*/ 79 w 160"/>
              <a:gd name="T83" fmla="*/ 43 h 159"/>
              <a:gd name="T84" fmla="*/ 74 w 160"/>
              <a:gd name="T85" fmla="*/ 52 h 1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60" h="159">
                <a:moveTo>
                  <a:pt x="47" y="99"/>
                </a:moveTo>
                <a:cubicBezTo>
                  <a:pt x="44" y="93"/>
                  <a:pt x="42" y="86"/>
                  <a:pt x="42" y="79"/>
                </a:cubicBezTo>
                <a:cubicBezTo>
                  <a:pt x="42" y="62"/>
                  <a:pt x="54" y="46"/>
                  <a:pt x="71" y="42"/>
                </a:cubicBezTo>
                <a:cubicBezTo>
                  <a:pt x="74" y="42"/>
                  <a:pt x="75" y="40"/>
                  <a:pt x="75" y="37"/>
                </a:cubicBezTo>
                <a:cubicBezTo>
                  <a:pt x="75" y="5"/>
                  <a:pt x="75" y="5"/>
                  <a:pt x="75" y="5"/>
                </a:cubicBezTo>
                <a:cubicBezTo>
                  <a:pt x="75" y="3"/>
                  <a:pt x="72" y="0"/>
                  <a:pt x="69" y="0"/>
                </a:cubicBezTo>
                <a:cubicBezTo>
                  <a:pt x="30" y="6"/>
                  <a:pt x="0" y="39"/>
                  <a:pt x="0" y="79"/>
                </a:cubicBezTo>
                <a:cubicBezTo>
                  <a:pt x="0" y="97"/>
                  <a:pt x="5" y="113"/>
                  <a:pt x="16" y="127"/>
                </a:cubicBezTo>
                <a:cubicBezTo>
                  <a:pt x="17" y="128"/>
                  <a:pt x="19" y="129"/>
                  <a:pt x="20" y="129"/>
                </a:cubicBezTo>
                <a:cubicBezTo>
                  <a:pt x="22" y="129"/>
                  <a:pt x="23" y="129"/>
                  <a:pt x="24" y="127"/>
                </a:cubicBezTo>
                <a:cubicBezTo>
                  <a:pt x="47" y="105"/>
                  <a:pt x="47" y="105"/>
                  <a:pt x="47" y="105"/>
                </a:cubicBezTo>
                <a:cubicBezTo>
                  <a:pt x="48" y="104"/>
                  <a:pt x="48" y="101"/>
                  <a:pt x="47" y="99"/>
                </a:cubicBezTo>
                <a:close/>
                <a:moveTo>
                  <a:pt x="21" y="117"/>
                </a:moveTo>
                <a:cubicBezTo>
                  <a:pt x="14" y="106"/>
                  <a:pt x="10" y="93"/>
                  <a:pt x="10" y="80"/>
                </a:cubicBezTo>
                <a:cubicBezTo>
                  <a:pt x="10" y="47"/>
                  <a:pt x="32" y="19"/>
                  <a:pt x="64" y="12"/>
                </a:cubicBezTo>
                <a:cubicBezTo>
                  <a:pt x="64" y="34"/>
                  <a:pt x="64" y="34"/>
                  <a:pt x="64" y="34"/>
                </a:cubicBezTo>
                <a:cubicBezTo>
                  <a:pt x="64" y="34"/>
                  <a:pt x="64" y="34"/>
                  <a:pt x="64" y="34"/>
                </a:cubicBezTo>
                <a:cubicBezTo>
                  <a:pt x="45" y="40"/>
                  <a:pt x="31" y="58"/>
                  <a:pt x="31" y="80"/>
                </a:cubicBezTo>
                <a:cubicBezTo>
                  <a:pt x="31" y="87"/>
                  <a:pt x="33" y="95"/>
                  <a:pt x="36" y="101"/>
                </a:cubicBezTo>
                <a:lnTo>
                  <a:pt x="21" y="117"/>
                </a:lnTo>
                <a:close/>
                <a:moveTo>
                  <a:pt x="106" y="112"/>
                </a:moveTo>
                <a:cubicBezTo>
                  <a:pt x="105" y="111"/>
                  <a:pt x="103" y="111"/>
                  <a:pt x="101" y="111"/>
                </a:cubicBezTo>
                <a:cubicBezTo>
                  <a:pt x="100" y="111"/>
                  <a:pt x="100" y="111"/>
                  <a:pt x="99" y="111"/>
                </a:cubicBezTo>
                <a:cubicBezTo>
                  <a:pt x="93" y="115"/>
                  <a:pt x="86" y="117"/>
                  <a:pt x="79" y="117"/>
                </a:cubicBezTo>
                <a:cubicBezTo>
                  <a:pt x="79" y="117"/>
                  <a:pt x="78" y="117"/>
                  <a:pt x="78" y="117"/>
                </a:cubicBezTo>
                <a:cubicBezTo>
                  <a:pt x="71" y="117"/>
                  <a:pt x="65" y="115"/>
                  <a:pt x="60" y="112"/>
                </a:cubicBezTo>
                <a:cubicBezTo>
                  <a:pt x="59" y="112"/>
                  <a:pt x="58" y="111"/>
                  <a:pt x="57" y="111"/>
                </a:cubicBezTo>
                <a:cubicBezTo>
                  <a:pt x="56" y="111"/>
                  <a:pt x="55" y="112"/>
                  <a:pt x="54" y="113"/>
                </a:cubicBezTo>
                <a:cubicBezTo>
                  <a:pt x="32" y="135"/>
                  <a:pt x="32" y="135"/>
                  <a:pt x="32" y="135"/>
                </a:cubicBezTo>
                <a:cubicBezTo>
                  <a:pt x="29" y="138"/>
                  <a:pt x="30" y="141"/>
                  <a:pt x="32" y="143"/>
                </a:cubicBezTo>
                <a:cubicBezTo>
                  <a:pt x="46" y="154"/>
                  <a:pt x="62" y="159"/>
                  <a:pt x="79" y="159"/>
                </a:cubicBezTo>
                <a:cubicBezTo>
                  <a:pt x="97" y="159"/>
                  <a:pt x="113" y="154"/>
                  <a:pt x="127" y="143"/>
                </a:cubicBezTo>
                <a:cubicBezTo>
                  <a:pt x="130" y="141"/>
                  <a:pt x="130" y="137"/>
                  <a:pt x="128" y="135"/>
                </a:cubicBezTo>
                <a:lnTo>
                  <a:pt x="106" y="112"/>
                </a:lnTo>
                <a:close/>
                <a:moveTo>
                  <a:pt x="80" y="149"/>
                </a:moveTo>
                <a:cubicBezTo>
                  <a:pt x="67" y="149"/>
                  <a:pt x="54" y="145"/>
                  <a:pt x="43" y="138"/>
                </a:cubicBezTo>
                <a:cubicBezTo>
                  <a:pt x="59" y="123"/>
                  <a:pt x="59" y="123"/>
                  <a:pt x="59" y="123"/>
                </a:cubicBezTo>
                <a:cubicBezTo>
                  <a:pt x="65" y="126"/>
                  <a:pt x="73" y="128"/>
                  <a:pt x="80" y="128"/>
                </a:cubicBezTo>
                <a:cubicBezTo>
                  <a:pt x="87" y="128"/>
                  <a:pt x="94" y="126"/>
                  <a:pt x="101" y="123"/>
                </a:cubicBezTo>
                <a:cubicBezTo>
                  <a:pt x="116" y="138"/>
                  <a:pt x="116" y="138"/>
                  <a:pt x="116" y="138"/>
                </a:cubicBezTo>
                <a:cubicBezTo>
                  <a:pt x="106" y="145"/>
                  <a:pt x="93" y="149"/>
                  <a:pt x="80" y="149"/>
                </a:cubicBezTo>
                <a:close/>
                <a:moveTo>
                  <a:pt x="91" y="0"/>
                </a:moveTo>
                <a:cubicBezTo>
                  <a:pt x="90" y="0"/>
                  <a:pt x="90" y="0"/>
                  <a:pt x="90" y="0"/>
                </a:cubicBezTo>
                <a:cubicBezTo>
                  <a:pt x="87" y="0"/>
                  <a:pt x="85" y="3"/>
                  <a:pt x="85" y="6"/>
                </a:cubicBezTo>
                <a:cubicBezTo>
                  <a:pt x="85" y="37"/>
                  <a:pt x="85" y="37"/>
                  <a:pt x="85" y="37"/>
                </a:cubicBezTo>
                <a:cubicBezTo>
                  <a:pt x="85" y="40"/>
                  <a:pt x="86" y="42"/>
                  <a:pt x="89" y="42"/>
                </a:cubicBezTo>
                <a:cubicBezTo>
                  <a:pt x="105" y="46"/>
                  <a:pt x="118" y="61"/>
                  <a:pt x="118" y="79"/>
                </a:cubicBezTo>
                <a:cubicBezTo>
                  <a:pt x="118" y="86"/>
                  <a:pt x="116" y="93"/>
                  <a:pt x="112" y="99"/>
                </a:cubicBezTo>
                <a:cubicBezTo>
                  <a:pt x="111" y="101"/>
                  <a:pt x="111" y="103"/>
                  <a:pt x="113" y="105"/>
                </a:cubicBezTo>
                <a:cubicBezTo>
                  <a:pt x="136" y="127"/>
                  <a:pt x="136" y="127"/>
                  <a:pt x="136" y="127"/>
                </a:cubicBezTo>
                <a:cubicBezTo>
                  <a:pt x="137" y="129"/>
                  <a:pt x="138" y="129"/>
                  <a:pt x="139" y="129"/>
                </a:cubicBezTo>
                <a:cubicBezTo>
                  <a:pt x="141" y="129"/>
                  <a:pt x="143" y="128"/>
                  <a:pt x="144" y="127"/>
                </a:cubicBezTo>
                <a:cubicBezTo>
                  <a:pt x="154" y="113"/>
                  <a:pt x="160" y="96"/>
                  <a:pt x="160" y="79"/>
                </a:cubicBezTo>
                <a:cubicBezTo>
                  <a:pt x="159" y="40"/>
                  <a:pt x="129" y="6"/>
                  <a:pt x="91" y="0"/>
                </a:cubicBezTo>
                <a:close/>
                <a:moveTo>
                  <a:pt x="138" y="116"/>
                </a:moveTo>
                <a:cubicBezTo>
                  <a:pt x="123" y="101"/>
                  <a:pt x="123" y="101"/>
                  <a:pt x="123" y="101"/>
                </a:cubicBezTo>
                <a:cubicBezTo>
                  <a:pt x="126" y="94"/>
                  <a:pt x="128" y="87"/>
                  <a:pt x="128" y="79"/>
                </a:cubicBezTo>
                <a:cubicBezTo>
                  <a:pt x="128" y="58"/>
                  <a:pt x="114" y="40"/>
                  <a:pt x="95" y="34"/>
                </a:cubicBezTo>
                <a:cubicBezTo>
                  <a:pt x="95" y="12"/>
                  <a:pt x="95" y="12"/>
                  <a:pt x="95" y="12"/>
                </a:cubicBezTo>
                <a:cubicBezTo>
                  <a:pt x="126" y="19"/>
                  <a:pt x="149" y="47"/>
                  <a:pt x="149" y="79"/>
                </a:cubicBezTo>
                <a:cubicBezTo>
                  <a:pt x="148" y="93"/>
                  <a:pt x="145" y="105"/>
                  <a:pt x="138" y="116"/>
                </a:cubicBezTo>
                <a:close/>
                <a:moveTo>
                  <a:pt x="74" y="52"/>
                </a:moveTo>
                <a:cubicBezTo>
                  <a:pt x="68" y="54"/>
                  <a:pt x="64" y="59"/>
                  <a:pt x="64" y="66"/>
                </a:cubicBezTo>
                <a:cubicBezTo>
                  <a:pt x="64" y="75"/>
                  <a:pt x="71" y="80"/>
                  <a:pt x="76" y="84"/>
                </a:cubicBezTo>
                <a:cubicBezTo>
                  <a:pt x="80" y="87"/>
                  <a:pt x="85" y="90"/>
                  <a:pt x="85" y="93"/>
                </a:cubicBezTo>
                <a:cubicBezTo>
                  <a:pt x="85" y="95"/>
                  <a:pt x="82" y="98"/>
                  <a:pt x="79" y="98"/>
                </a:cubicBezTo>
                <a:cubicBezTo>
                  <a:pt x="77" y="98"/>
                  <a:pt x="74" y="95"/>
                  <a:pt x="74" y="93"/>
                </a:cubicBezTo>
                <a:cubicBezTo>
                  <a:pt x="74" y="90"/>
                  <a:pt x="71" y="87"/>
                  <a:pt x="69" y="87"/>
                </a:cubicBezTo>
                <a:cubicBezTo>
                  <a:pt x="67" y="87"/>
                  <a:pt x="64" y="90"/>
                  <a:pt x="64" y="93"/>
                </a:cubicBezTo>
                <a:cubicBezTo>
                  <a:pt x="64" y="99"/>
                  <a:pt x="69" y="105"/>
                  <a:pt x="75" y="107"/>
                </a:cubicBezTo>
                <a:cubicBezTo>
                  <a:pt x="75" y="111"/>
                  <a:pt x="75" y="111"/>
                  <a:pt x="75" y="111"/>
                </a:cubicBezTo>
                <a:cubicBezTo>
                  <a:pt x="75" y="114"/>
                  <a:pt x="77" y="116"/>
                  <a:pt x="80" y="116"/>
                </a:cubicBezTo>
                <a:cubicBezTo>
                  <a:pt x="83" y="116"/>
                  <a:pt x="85" y="114"/>
                  <a:pt x="85" y="111"/>
                </a:cubicBezTo>
                <a:cubicBezTo>
                  <a:pt x="85" y="107"/>
                  <a:pt x="85" y="107"/>
                  <a:pt x="85" y="107"/>
                </a:cubicBezTo>
                <a:cubicBezTo>
                  <a:pt x="91" y="105"/>
                  <a:pt x="95" y="99"/>
                  <a:pt x="95" y="93"/>
                </a:cubicBezTo>
                <a:cubicBezTo>
                  <a:pt x="95" y="84"/>
                  <a:pt x="89" y="79"/>
                  <a:pt x="83" y="75"/>
                </a:cubicBezTo>
                <a:cubicBezTo>
                  <a:pt x="79" y="72"/>
                  <a:pt x="75" y="69"/>
                  <a:pt x="75" y="66"/>
                </a:cubicBezTo>
                <a:cubicBezTo>
                  <a:pt x="75" y="63"/>
                  <a:pt x="77" y="61"/>
                  <a:pt x="80" y="61"/>
                </a:cubicBezTo>
                <a:cubicBezTo>
                  <a:pt x="83" y="61"/>
                  <a:pt x="85" y="63"/>
                  <a:pt x="85" y="66"/>
                </a:cubicBezTo>
                <a:cubicBezTo>
                  <a:pt x="85" y="69"/>
                  <a:pt x="87" y="72"/>
                  <a:pt x="91" y="72"/>
                </a:cubicBezTo>
                <a:cubicBezTo>
                  <a:pt x="93" y="72"/>
                  <a:pt x="95" y="69"/>
                  <a:pt x="95" y="66"/>
                </a:cubicBezTo>
                <a:cubicBezTo>
                  <a:pt x="95" y="59"/>
                  <a:pt x="91" y="54"/>
                  <a:pt x="85" y="52"/>
                </a:cubicBezTo>
                <a:cubicBezTo>
                  <a:pt x="85" y="48"/>
                  <a:pt x="85" y="48"/>
                  <a:pt x="85" y="48"/>
                </a:cubicBezTo>
                <a:cubicBezTo>
                  <a:pt x="85" y="46"/>
                  <a:pt x="83" y="43"/>
                  <a:pt x="79" y="43"/>
                </a:cubicBezTo>
                <a:cubicBezTo>
                  <a:pt x="77" y="43"/>
                  <a:pt x="74" y="46"/>
                  <a:pt x="74" y="48"/>
                </a:cubicBezTo>
                <a:lnTo>
                  <a:pt x="74" y="52"/>
                </a:lnTo>
                <a:close/>
              </a:path>
            </a:pathLst>
          </a:custGeom>
          <a:solidFill>
            <a:schemeClr val="tx2">
              <a:lumMod val="75000"/>
              <a:lumOff val="2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3" name="Picture Placeholder 2"/>
          <p:cNvSpPr>
            <a:spLocks noGrp="1"/>
          </p:cNvSpPr>
          <p:nvPr>
            <p:ph type="pic" sz="quarter" idx="11"/>
          </p:nvPr>
        </p:nvSpPr>
        <p:spPr/>
        <p:txBody>
          <a:bodyPr/>
          <a:lstStyle/>
          <a:p>
            <a:endParaRPr lang="es-CO"/>
          </a:p>
        </p:txBody>
      </p:sp>
      <p:pic>
        <p:nvPicPr>
          <p:cNvPr id="20" name="Imagen 19">
            <a:extLst>
              <a:ext uri="{FF2B5EF4-FFF2-40B4-BE49-F238E27FC236}">
                <a16:creationId xmlns:a16="http://schemas.microsoft.com/office/drawing/2014/main" id="{92E175AB-4022-86E3-CB65-BB07B38D7B1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9795" y="6368290"/>
            <a:ext cx="1498186" cy="239305"/>
          </a:xfrm>
          <a:prstGeom prst="rect">
            <a:avLst/>
          </a:prstGeom>
        </p:spPr>
      </p:pic>
      <p:pic>
        <p:nvPicPr>
          <p:cNvPr id="21" name="Imagen 20">
            <a:extLst>
              <a:ext uri="{FF2B5EF4-FFF2-40B4-BE49-F238E27FC236}">
                <a16:creationId xmlns:a16="http://schemas.microsoft.com/office/drawing/2014/main" id="{3DB15DF4-BF23-011E-973B-22F0576AB417}"/>
              </a:ext>
            </a:extLst>
          </p:cNvPr>
          <p:cNvPicPr>
            <a:picLocks noChangeAspect="1"/>
          </p:cNvPicPr>
          <p:nvPr/>
        </p:nvPicPr>
        <p:blipFill>
          <a:blip r:embed="rId3"/>
          <a:stretch>
            <a:fillRect/>
          </a:stretch>
        </p:blipFill>
        <p:spPr>
          <a:xfrm>
            <a:off x="10547350" y="6165838"/>
            <a:ext cx="1360142" cy="644208"/>
          </a:xfrm>
          <a:prstGeom prst="rect">
            <a:avLst/>
          </a:prstGeom>
        </p:spPr>
      </p:pic>
    </p:spTree>
    <p:extLst>
      <p:ext uri="{BB962C8B-B14F-4D97-AF65-F5344CB8AC3E}">
        <p14:creationId xmlns:p14="http://schemas.microsoft.com/office/powerpoint/2010/main" val="206668544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Rectangle 65"/>
          <p:cNvSpPr/>
          <p:nvPr/>
        </p:nvSpPr>
        <p:spPr>
          <a:xfrm>
            <a:off x="125835" y="0"/>
            <a:ext cx="7023100" cy="6858000"/>
          </a:xfrm>
          <a:prstGeom prst="rect">
            <a:avLst/>
          </a:prstGeom>
          <a:solidFill>
            <a:srgbClr val="605F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p:cNvSpPr txBox="1"/>
          <p:nvPr/>
        </p:nvSpPr>
        <p:spPr>
          <a:xfrm>
            <a:off x="592931" y="578929"/>
            <a:ext cx="4022255" cy="630942"/>
          </a:xfrm>
          <a:prstGeom prst="rect">
            <a:avLst/>
          </a:prstGeom>
          <a:noFill/>
        </p:spPr>
        <p:txBody>
          <a:bodyPr wrap="none" rtlCol="0">
            <a:spAutoFit/>
          </a:bodyPr>
          <a:lstStyle/>
          <a:p>
            <a:r>
              <a:rPr lang="en-US" sz="3500" b="1">
                <a:solidFill>
                  <a:schemeClr val="bg1"/>
                </a:solidFill>
                <a:latin typeface="Open Sans" panose="020B0606030504020204" pitchFamily="34" charset="0"/>
                <a:ea typeface="Open Sans" panose="020B0606030504020204" pitchFamily="34" charset="0"/>
                <a:cs typeface="Open Sans" panose="020B0606030504020204" pitchFamily="34" charset="0"/>
              </a:rPr>
              <a:t>Product Benefits</a:t>
            </a:r>
          </a:p>
        </p:txBody>
      </p:sp>
      <p:sp>
        <p:nvSpPr>
          <p:cNvPr id="4" name="Oval 3">
            <a:extLst>
              <a:ext uri="{FF2B5EF4-FFF2-40B4-BE49-F238E27FC236}">
                <a16:creationId xmlns:a16="http://schemas.microsoft.com/office/drawing/2014/main" id="{3F3C1062-54F3-1743-B676-8B8D2C115738}"/>
              </a:ext>
            </a:extLst>
          </p:cNvPr>
          <p:cNvSpPr/>
          <p:nvPr/>
        </p:nvSpPr>
        <p:spPr>
          <a:xfrm>
            <a:off x="7780610" y="2474601"/>
            <a:ext cx="236571" cy="236571"/>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3F5C92A3-5EC7-DAA1-83FB-205FB05712B3}"/>
              </a:ext>
            </a:extLst>
          </p:cNvPr>
          <p:cNvSpPr txBox="1"/>
          <p:nvPr/>
        </p:nvSpPr>
        <p:spPr>
          <a:xfrm>
            <a:off x="8269149" y="2438998"/>
            <a:ext cx="1750800" cy="292388"/>
          </a:xfrm>
          <a:prstGeom prst="rect">
            <a:avLst/>
          </a:prstGeom>
          <a:noFill/>
        </p:spPr>
        <p:txBody>
          <a:bodyPr wrap="none" rtlCol="0">
            <a:spAutoFit/>
          </a:bodyPr>
          <a:lstStyle/>
          <a:p>
            <a:r>
              <a:rPr lang="en-US" sz="1300" b="1">
                <a:latin typeface="Open Sans" panose="020B0606030504020204" pitchFamily="34" charset="0"/>
                <a:ea typeface="Open Sans" panose="020B0606030504020204" pitchFamily="34" charset="0"/>
                <a:cs typeface="Open Sans" panose="020B0606030504020204" pitchFamily="34" charset="0"/>
              </a:rPr>
              <a:t>Product Benefits  2</a:t>
            </a:r>
          </a:p>
        </p:txBody>
      </p:sp>
      <p:sp>
        <p:nvSpPr>
          <p:cNvPr id="6" name="TextBox 5">
            <a:extLst>
              <a:ext uri="{FF2B5EF4-FFF2-40B4-BE49-F238E27FC236}">
                <a16:creationId xmlns:a16="http://schemas.microsoft.com/office/drawing/2014/main" id="{4E2FE380-4487-6B09-6CA4-0DA2042E925A}"/>
              </a:ext>
            </a:extLst>
          </p:cNvPr>
          <p:cNvSpPr txBox="1"/>
          <p:nvPr/>
        </p:nvSpPr>
        <p:spPr>
          <a:xfrm>
            <a:off x="8269149" y="2727294"/>
            <a:ext cx="3205853" cy="481157"/>
          </a:xfrm>
          <a:prstGeom prst="rect">
            <a:avLst/>
          </a:prstGeom>
          <a:noFill/>
        </p:spPr>
        <p:txBody>
          <a:bodyPr wrap="square">
            <a:spAutoFit/>
          </a:bodyPr>
          <a:lstStyle/>
          <a:p>
            <a:pPr>
              <a:lnSpc>
                <a:spcPts val="1600"/>
              </a:lnSpc>
            </a:pPr>
            <a:r>
              <a:rPr lang="en-US" sz="900" i="0">
                <a:solidFill>
                  <a:schemeClr val="tx1">
                    <a:lumMod val="50000"/>
                    <a:lumOff val="50000"/>
                  </a:schemeClr>
                </a:solidFill>
                <a:effectLst/>
                <a:latin typeface="Open Sans" panose="020B0606030504020204" pitchFamily="34" charset="0"/>
                <a:ea typeface="Open Sans" panose="020B0606030504020204" pitchFamily="34" charset="0"/>
                <a:cs typeface="Open Sans" panose="020B0606030504020204" pitchFamily="34" charset="0"/>
              </a:rPr>
              <a:t>Lorem Ipsum </a:t>
            </a:r>
            <a:r>
              <a:rPr lang="en-US" sz="900" b="0" i="0">
                <a:solidFill>
                  <a:schemeClr val="tx1">
                    <a:lumMod val="50000"/>
                    <a:lumOff val="50000"/>
                  </a:schemeClr>
                </a:solidFill>
                <a:effectLst/>
                <a:latin typeface="Open Sans" panose="020B0606030504020204" pitchFamily="34" charset="0"/>
                <a:ea typeface="Open Sans" panose="020B0606030504020204" pitchFamily="34" charset="0"/>
                <a:cs typeface="Open Sans" panose="020B0606030504020204" pitchFamily="34" charset="0"/>
              </a:rPr>
              <a:t>is simply dummy text of printing</a:t>
            </a:r>
            <a:r>
              <a:rPr lang="en-US" sz="9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 </a:t>
            </a:r>
            <a:r>
              <a:rPr lang="en-US" sz="900" b="0" i="0">
                <a:solidFill>
                  <a:schemeClr val="tx1">
                    <a:lumMod val="50000"/>
                    <a:lumOff val="50000"/>
                  </a:schemeClr>
                </a:solidFill>
                <a:effectLst/>
                <a:latin typeface="Open Sans" panose="020B0606030504020204" pitchFamily="34" charset="0"/>
                <a:ea typeface="Open Sans" panose="020B0606030504020204" pitchFamily="34" charset="0"/>
                <a:cs typeface="Open Sans" panose="020B0606030504020204" pitchFamily="34" charset="0"/>
              </a:rPr>
              <a:t>standard dummy text ever since.</a:t>
            </a:r>
            <a:endParaRPr lang="en-US" sz="9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7" name="Oval 6">
            <a:extLst>
              <a:ext uri="{FF2B5EF4-FFF2-40B4-BE49-F238E27FC236}">
                <a16:creationId xmlns:a16="http://schemas.microsoft.com/office/drawing/2014/main" id="{2B60C3E8-45D3-7381-8917-60CEFC0191CE}"/>
              </a:ext>
            </a:extLst>
          </p:cNvPr>
          <p:cNvSpPr/>
          <p:nvPr/>
        </p:nvSpPr>
        <p:spPr>
          <a:xfrm>
            <a:off x="7780610" y="3937426"/>
            <a:ext cx="236571" cy="236571"/>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05937B00-F8CC-B660-6822-09AF6094F111}"/>
              </a:ext>
            </a:extLst>
          </p:cNvPr>
          <p:cNvSpPr txBox="1"/>
          <p:nvPr/>
        </p:nvSpPr>
        <p:spPr>
          <a:xfrm>
            <a:off x="8269149" y="3901823"/>
            <a:ext cx="1750800" cy="292388"/>
          </a:xfrm>
          <a:prstGeom prst="rect">
            <a:avLst/>
          </a:prstGeom>
          <a:noFill/>
        </p:spPr>
        <p:txBody>
          <a:bodyPr wrap="none" rtlCol="0">
            <a:spAutoFit/>
          </a:bodyPr>
          <a:lstStyle/>
          <a:p>
            <a:r>
              <a:rPr lang="en-US" sz="1300" b="1">
                <a:latin typeface="Open Sans" panose="020B0606030504020204" pitchFamily="34" charset="0"/>
                <a:ea typeface="Open Sans" panose="020B0606030504020204" pitchFamily="34" charset="0"/>
                <a:cs typeface="Open Sans" panose="020B0606030504020204" pitchFamily="34" charset="0"/>
              </a:rPr>
              <a:t>Product Benefits  3</a:t>
            </a:r>
          </a:p>
        </p:txBody>
      </p:sp>
      <p:sp>
        <p:nvSpPr>
          <p:cNvPr id="9" name="TextBox 8">
            <a:extLst>
              <a:ext uri="{FF2B5EF4-FFF2-40B4-BE49-F238E27FC236}">
                <a16:creationId xmlns:a16="http://schemas.microsoft.com/office/drawing/2014/main" id="{5585A535-D443-8B68-3072-AAF745C0BE4A}"/>
              </a:ext>
            </a:extLst>
          </p:cNvPr>
          <p:cNvSpPr txBox="1"/>
          <p:nvPr/>
        </p:nvSpPr>
        <p:spPr>
          <a:xfrm>
            <a:off x="8269149" y="4190119"/>
            <a:ext cx="3205853" cy="481157"/>
          </a:xfrm>
          <a:prstGeom prst="rect">
            <a:avLst/>
          </a:prstGeom>
          <a:noFill/>
        </p:spPr>
        <p:txBody>
          <a:bodyPr wrap="square">
            <a:spAutoFit/>
          </a:bodyPr>
          <a:lstStyle/>
          <a:p>
            <a:pPr>
              <a:lnSpc>
                <a:spcPts val="1600"/>
              </a:lnSpc>
            </a:pPr>
            <a:r>
              <a:rPr lang="en-US" sz="900" i="0">
                <a:solidFill>
                  <a:schemeClr val="tx1">
                    <a:lumMod val="50000"/>
                    <a:lumOff val="50000"/>
                  </a:schemeClr>
                </a:solidFill>
                <a:effectLst/>
                <a:latin typeface="Open Sans" panose="020B0606030504020204" pitchFamily="34" charset="0"/>
                <a:ea typeface="Open Sans" panose="020B0606030504020204" pitchFamily="34" charset="0"/>
                <a:cs typeface="Open Sans" panose="020B0606030504020204" pitchFamily="34" charset="0"/>
              </a:rPr>
              <a:t>Lorem Ipsum </a:t>
            </a:r>
            <a:r>
              <a:rPr lang="en-US" sz="900" b="0" i="0">
                <a:solidFill>
                  <a:schemeClr val="tx1">
                    <a:lumMod val="50000"/>
                    <a:lumOff val="50000"/>
                  </a:schemeClr>
                </a:solidFill>
                <a:effectLst/>
                <a:latin typeface="Open Sans" panose="020B0606030504020204" pitchFamily="34" charset="0"/>
                <a:ea typeface="Open Sans" panose="020B0606030504020204" pitchFamily="34" charset="0"/>
                <a:cs typeface="Open Sans" panose="020B0606030504020204" pitchFamily="34" charset="0"/>
              </a:rPr>
              <a:t>is simply dummy text of printing</a:t>
            </a:r>
            <a:r>
              <a:rPr lang="en-US" sz="9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 </a:t>
            </a:r>
            <a:r>
              <a:rPr lang="en-US" sz="900" b="0" i="0">
                <a:solidFill>
                  <a:schemeClr val="tx1">
                    <a:lumMod val="50000"/>
                    <a:lumOff val="50000"/>
                  </a:schemeClr>
                </a:solidFill>
                <a:effectLst/>
                <a:latin typeface="Open Sans" panose="020B0606030504020204" pitchFamily="34" charset="0"/>
                <a:ea typeface="Open Sans" panose="020B0606030504020204" pitchFamily="34" charset="0"/>
                <a:cs typeface="Open Sans" panose="020B0606030504020204" pitchFamily="34" charset="0"/>
              </a:rPr>
              <a:t>standard dummy text ever since.</a:t>
            </a:r>
            <a:endParaRPr lang="en-US" sz="9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0" name="Oval 9">
            <a:extLst>
              <a:ext uri="{FF2B5EF4-FFF2-40B4-BE49-F238E27FC236}">
                <a16:creationId xmlns:a16="http://schemas.microsoft.com/office/drawing/2014/main" id="{7B1F744C-DA67-9019-E69D-1DA7C55B6335}"/>
              </a:ext>
            </a:extLst>
          </p:cNvPr>
          <p:cNvSpPr/>
          <p:nvPr/>
        </p:nvSpPr>
        <p:spPr>
          <a:xfrm>
            <a:off x="7780610" y="5400250"/>
            <a:ext cx="236571" cy="236571"/>
          </a:xfrm>
          <a:prstGeom prst="ellipse">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23970552-66FF-DC2E-E537-4691209A2555}"/>
              </a:ext>
            </a:extLst>
          </p:cNvPr>
          <p:cNvSpPr txBox="1"/>
          <p:nvPr/>
        </p:nvSpPr>
        <p:spPr>
          <a:xfrm>
            <a:off x="8269149" y="5364647"/>
            <a:ext cx="1750800" cy="292388"/>
          </a:xfrm>
          <a:prstGeom prst="rect">
            <a:avLst/>
          </a:prstGeom>
          <a:noFill/>
        </p:spPr>
        <p:txBody>
          <a:bodyPr wrap="none" rtlCol="0">
            <a:spAutoFit/>
          </a:bodyPr>
          <a:lstStyle/>
          <a:p>
            <a:r>
              <a:rPr lang="en-US" sz="1300" b="1">
                <a:latin typeface="Open Sans" panose="020B0606030504020204" pitchFamily="34" charset="0"/>
                <a:ea typeface="Open Sans" panose="020B0606030504020204" pitchFamily="34" charset="0"/>
                <a:cs typeface="Open Sans" panose="020B0606030504020204" pitchFamily="34" charset="0"/>
              </a:rPr>
              <a:t>Product Benefits  4</a:t>
            </a:r>
          </a:p>
        </p:txBody>
      </p:sp>
      <p:sp>
        <p:nvSpPr>
          <p:cNvPr id="12" name="TextBox 11">
            <a:extLst>
              <a:ext uri="{FF2B5EF4-FFF2-40B4-BE49-F238E27FC236}">
                <a16:creationId xmlns:a16="http://schemas.microsoft.com/office/drawing/2014/main" id="{71D20C6B-4299-DAA4-FF50-2638AB4B34D6}"/>
              </a:ext>
            </a:extLst>
          </p:cNvPr>
          <p:cNvSpPr txBox="1"/>
          <p:nvPr/>
        </p:nvSpPr>
        <p:spPr>
          <a:xfrm>
            <a:off x="8269149" y="5652943"/>
            <a:ext cx="3205853" cy="481157"/>
          </a:xfrm>
          <a:prstGeom prst="rect">
            <a:avLst/>
          </a:prstGeom>
          <a:noFill/>
        </p:spPr>
        <p:txBody>
          <a:bodyPr wrap="square">
            <a:spAutoFit/>
          </a:bodyPr>
          <a:lstStyle/>
          <a:p>
            <a:pPr>
              <a:lnSpc>
                <a:spcPts val="1600"/>
              </a:lnSpc>
            </a:pPr>
            <a:r>
              <a:rPr lang="en-US" sz="900" i="0">
                <a:solidFill>
                  <a:schemeClr val="tx1">
                    <a:lumMod val="50000"/>
                    <a:lumOff val="50000"/>
                  </a:schemeClr>
                </a:solidFill>
                <a:effectLst/>
                <a:latin typeface="Open Sans" panose="020B0606030504020204" pitchFamily="34" charset="0"/>
                <a:ea typeface="Open Sans" panose="020B0606030504020204" pitchFamily="34" charset="0"/>
                <a:cs typeface="Open Sans" panose="020B0606030504020204" pitchFamily="34" charset="0"/>
              </a:rPr>
              <a:t>Lorem Ipsum </a:t>
            </a:r>
            <a:r>
              <a:rPr lang="en-US" sz="900" b="0" i="0">
                <a:solidFill>
                  <a:schemeClr val="tx1">
                    <a:lumMod val="50000"/>
                    <a:lumOff val="50000"/>
                  </a:schemeClr>
                </a:solidFill>
                <a:effectLst/>
                <a:latin typeface="Open Sans" panose="020B0606030504020204" pitchFamily="34" charset="0"/>
                <a:ea typeface="Open Sans" panose="020B0606030504020204" pitchFamily="34" charset="0"/>
                <a:cs typeface="Open Sans" panose="020B0606030504020204" pitchFamily="34" charset="0"/>
              </a:rPr>
              <a:t>is simply dummy text of printing</a:t>
            </a:r>
            <a:r>
              <a:rPr lang="en-US" sz="9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 </a:t>
            </a:r>
            <a:r>
              <a:rPr lang="en-US" sz="900" b="0" i="0">
                <a:solidFill>
                  <a:schemeClr val="tx1">
                    <a:lumMod val="50000"/>
                    <a:lumOff val="50000"/>
                  </a:schemeClr>
                </a:solidFill>
                <a:effectLst/>
                <a:latin typeface="Open Sans" panose="020B0606030504020204" pitchFamily="34" charset="0"/>
                <a:ea typeface="Open Sans" panose="020B0606030504020204" pitchFamily="34" charset="0"/>
                <a:cs typeface="Open Sans" panose="020B0606030504020204" pitchFamily="34" charset="0"/>
              </a:rPr>
              <a:t>standard dummy text ever since.</a:t>
            </a:r>
            <a:endParaRPr lang="en-US" sz="9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7" name="Oval 16">
            <a:extLst>
              <a:ext uri="{FF2B5EF4-FFF2-40B4-BE49-F238E27FC236}">
                <a16:creationId xmlns:a16="http://schemas.microsoft.com/office/drawing/2014/main" id="{3F3C1062-54F3-1743-B676-8B8D2C115738}"/>
              </a:ext>
            </a:extLst>
          </p:cNvPr>
          <p:cNvSpPr/>
          <p:nvPr/>
        </p:nvSpPr>
        <p:spPr>
          <a:xfrm>
            <a:off x="7780610" y="1011776"/>
            <a:ext cx="236571" cy="236571"/>
          </a:xfrm>
          <a:prstGeom prst="ellipse">
            <a:avLst/>
          </a:prstGeom>
          <a:solidFill>
            <a:srgbClr val="6415B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3F5C92A3-5EC7-DAA1-83FB-205FB05712B3}"/>
              </a:ext>
            </a:extLst>
          </p:cNvPr>
          <p:cNvSpPr txBox="1"/>
          <p:nvPr/>
        </p:nvSpPr>
        <p:spPr>
          <a:xfrm>
            <a:off x="8269149" y="976173"/>
            <a:ext cx="1750800" cy="292388"/>
          </a:xfrm>
          <a:prstGeom prst="rect">
            <a:avLst/>
          </a:prstGeom>
          <a:noFill/>
        </p:spPr>
        <p:txBody>
          <a:bodyPr wrap="none" rtlCol="0">
            <a:spAutoFit/>
          </a:bodyPr>
          <a:lstStyle/>
          <a:p>
            <a:r>
              <a:rPr lang="en-US" sz="1300" b="1">
                <a:latin typeface="Open Sans" panose="020B0606030504020204" pitchFamily="34" charset="0"/>
                <a:ea typeface="Open Sans" panose="020B0606030504020204" pitchFamily="34" charset="0"/>
                <a:cs typeface="Open Sans" panose="020B0606030504020204" pitchFamily="34" charset="0"/>
              </a:rPr>
              <a:t>Product Benefits  1</a:t>
            </a:r>
          </a:p>
        </p:txBody>
      </p:sp>
      <p:sp>
        <p:nvSpPr>
          <p:cNvPr id="19" name="TextBox 18">
            <a:extLst>
              <a:ext uri="{FF2B5EF4-FFF2-40B4-BE49-F238E27FC236}">
                <a16:creationId xmlns:a16="http://schemas.microsoft.com/office/drawing/2014/main" id="{4E2FE380-4487-6B09-6CA4-0DA2042E925A}"/>
              </a:ext>
            </a:extLst>
          </p:cNvPr>
          <p:cNvSpPr txBox="1"/>
          <p:nvPr/>
        </p:nvSpPr>
        <p:spPr>
          <a:xfrm>
            <a:off x="8269149" y="1264469"/>
            <a:ext cx="3205853" cy="481157"/>
          </a:xfrm>
          <a:prstGeom prst="rect">
            <a:avLst/>
          </a:prstGeom>
          <a:noFill/>
        </p:spPr>
        <p:txBody>
          <a:bodyPr wrap="square">
            <a:spAutoFit/>
          </a:bodyPr>
          <a:lstStyle/>
          <a:p>
            <a:pPr>
              <a:lnSpc>
                <a:spcPts val="1600"/>
              </a:lnSpc>
            </a:pPr>
            <a:r>
              <a:rPr lang="en-US" sz="900" i="0">
                <a:solidFill>
                  <a:schemeClr val="tx1">
                    <a:lumMod val="50000"/>
                    <a:lumOff val="50000"/>
                  </a:schemeClr>
                </a:solidFill>
                <a:effectLst/>
                <a:latin typeface="Open Sans" panose="020B0606030504020204" pitchFamily="34" charset="0"/>
                <a:ea typeface="Open Sans" panose="020B0606030504020204" pitchFamily="34" charset="0"/>
                <a:cs typeface="Open Sans" panose="020B0606030504020204" pitchFamily="34" charset="0"/>
              </a:rPr>
              <a:t>Lorem Ipsum </a:t>
            </a:r>
            <a:r>
              <a:rPr lang="en-US" sz="900" b="0" i="0">
                <a:solidFill>
                  <a:schemeClr val="tx1">
                    <a:lumMod val="50000"/>
                    <a:lumOff val="50000"/>
                  </a:schemeClr>
                </a:solidFill>
                <a:effectLst/>
                <a:latin typeface="Open Sans" panose="020B0606030504020204" pitchFamily="34" charset="0"/>
                <a:ea typeface="Open Sans" panose="020B0606030504020204" pitchFamily="34" charset="0"/>
                <a:cs typeface="Open Sans" panose="020B0606030504020204" pitchFamily="34" charset="0"/>
              </a:rPr>
              <a:t>is simply dummy text of printing</a:t>
            </a:r>
            <a:r>
              <a:rPr lang="en-US" sz="9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 </a:t>
            </a:r>
            <a:r>
              <a:rPr lang="en-US" sz="900" b="0" i="0">
                <a:solidFill>
                  <a:schemeClr val="tx1">
                    <a:lumMod val="50000"/>
                    <a:lumOff val="50000"/>
                  </a:schemeClr>
                </a:solidFill>
                <a:effectLst/>
                <a:latin typeface="Open Sans" panose="020B0606030504020204" pitchFamily="34" charset="0"/>
                <a:ea typeface="Open Sans" panose="020B0606030504020204" pitchFamily="34" charset="0"/>
                <a:cs typeface="Open Sans" panose="020B0606030504020204" pitchFamily="34" charset="0"/>
              </a:rPr>
              <a:t>standard dummy text ever since.</a:t>
            </a:r>
            <a:endParaRPr lang="en-US" sz="9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endParaRPr>
          </a:p>
        </p:txBody>
      </p:sp>
      <p:cxnSp>
        <p:nvCxnSpPr>
          <p:cNvPr id="43" name="Straight Connector 42">
            <a:extLst>
              <a:ext uri="{FF2B5EF4-FFF2-40B4-BE49-F238E27FC236}">
                <a16:creationId xmlns:a16="http://schemas.microsoft.com/office/drawing/2014/main" id="{259E4519-6564-9CAF-EFD8-7E6580B5EAA0}"/>
              </a:ext>
            </a:extLst>
          </p:cNvPr>
          <p:cNvCxnSpPr>
            <a:cxnSpLocks/>
          </p:cNvCxnSpPr>
          <p:nvPr/>
        </p:nvCxnSpPr>
        <p:spPr>
          <a:xfrm>
            <a:off x="2998553" y="3517507"/>
            <a:ext cx="638832" cy="0"/>
          </a:xfrm>
          <a:prstGeom prst="line">
            <a:avLst/>
          </a:prstGeom>
          <a:ln w="38100">
            <a:solidFill>
              <a:schemeClr val="bg1"/>
            </a:solidFill>
            <a:headEnd type="oval"/>
            <a:tailEnd type="oval"/>
          </a:ln>
          <a:effectLst>
            <a:outerShdw blurRad="63500" dist="38100" dir="5400000" algn="t" rotWithShape="0">
              <a:schemeClr val="tx2">
                <a:alpha val="10000"/>
              </a:schemeClr>
            </a:outerShdw>
          </a:effectLst>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259E4519-6564-9CAF-EFD8-7E6580B5EAA0}"/>
              </a:ext>
            </a:extLst>
          </p:cNvPr>
          <p:cNvCxnSpPr>
            <a:cxnSpLocks/>
          </p:cNvCxnSpPr>
          <p:nvPr/>
        </p:nvCxnSpPr>
        <p:spPr>
          <a:xfrm>
            <a:off x="2998553" y="5546447"/>
            <a:ext cx="638832" cy="0"/>
          </a:xfrm>
          <a:prstGeom prst="line">
            <a:avLst/>
          </a:prstGeom>
          <a:ln w="38100">
            <a:solidFill>
              <a:schemeClr val="bg1"/>
            </a:solidFill>
            <a:headEnd type="oval"/>
            <a:tailEnd type="oval"/>
          </a:ln>
          <a:effectLst>
            <a:outerShdw blurRad="63500" dist="38100" dir="5400000" algn="t" rotWithShape="0">
              <a:schemeClr val="tx2">
                <a:alpha val="10000"/>
              </a:schemeClr>
            </a:outerShdw>
          </a:effectLst>
        </p:spPr>
        <p:style>
          <a:lnRef idx="1">
            <a:schemeClr val="accent1"/>
          </a:lnRef>
          <a:fillRef idx="0">
            <a:schemeClr val="accent1"/>
          </a:fillRef>
          <a:effectRef idx="0">
            <a:schemeClr val="accent1"/>
          </a:effectRef>
          <a:fontRef idx="minor">
            <a:schemeClr val="tx1"/>
          </a:fontRef>
        </p:style>
      </p:cxnSp>
      <p:sp>
        <p:nvSpPr>
          <p:cNvPr id="69" name="TextBox 68">
            <a:extLst>
              <a:ext uri="{FF2B5EF4-FFF2-40B4-BE49-F238E27FC236}">
                <a16:creationId xmlns:a16="http://schemas.microsoft.com/office/drawing/2014/main" id="{457A21F0-A8BD-5AB4-B07D-6F9C7919960C}"/>
              </a:ext>
            </a:extLst>
          </p:cNvPr>
          <p:cNvSpPr txBox="1"/>
          <p:nvPr/>
        </p:nvSpPr>
        <p:spPr>
          <a:xfrm>
            <a:off x="646110" y="1622092"/>
            <a:ext cx="4665539" cy="707886"/>
          </a:xfrm>
          <a:prstGeom prst="rect">
            <a:avLst/>
          </a:prstGeom>
          <a:noFill/>
        </p:spPr>
        <p:txBody>
          <a:bodyPr wrap="square">
            <a:spAutoFit/>
          </a:bodyPr>
          <a:lstStyle/>
          <a:p>
            <a:pPr>
              <a:lnSpc>
                <a:spcPts val="1600"/>
              </a:lnSpc>
            </a:pPr>
            <a:r>
              <a:rPr lang="en-US" sz="900" i="0">
                <a:solidFill>
                  <a:schemeClr val="bg1"/>
                </a:solidFill>
                <a:effectLst/>
                <a:latin typeface="Open Sans" panose="020B0606030504020204" pitchFamily="34" charset="0"/>
                <a:ea typeface="Open Sans" panose="020B0606030504020204" pitchFamily="34" charset="0"/>
                <a:cs typeface="Open Sans" panose="020B0606030504020204" pitchFamily="34" charset="0"/>
              </a:rPr>
              <a:t>Lorem Ipsum </a:t>
            </a:r>
            <a:r>
              <a:rPr lang="en-US" sz="900" b="0" i="0">
                <a:solidFill>
                  <a:schemeClr val="bg1"/>
                </a:solidFill>
                <a:effectLst/>
                <a:latin typeface="Open Sans" panose="020B0606030504020204" pitchFamily="34" charset="0"/>
                <a:ea typeface="Open Sans" panose="020B0606030504020204" pitchFamily="34" charset="0"/>
                <a:cs typeface="Open Sans" panose="020B0606030504020204" pitchFamily="34" charset="0"/>
              </a:rPr>
              <a:t>is simply dummy text of the printing and typesetting industry. </a:t>
            </a:r>
          </a:p>
          <a:p>
            <a:pPr>
              <a:lnSpc>
                <a:spcPts val="1600"/>
              </a:lnSpc>
            </a:pPr>
            <a:r>
              <a:rPr lang="en-US" sz="900" b="0" i="0">
                <a:solidFill>
                  <a:schemeClr val="bg1"/>
                </a:solidFill>
                <a:effectLst/>
                <a:latin typeface="Open Sans" panose="020B0606030504020204" pitchFamily="34" charset="0"/>
                <a:ea typeface="Open Sans" panose="020B0606030504020204" pitchFamily="34" charset="0"/>
                <a:cs typeface="Open Sans" panose="020B0606030504020204" pitchFamily="34" charset="0"/>
              </a:rPr>
              <a:t>industry's standard dummy text ever since the 1500s, when an unknown printer of scrambled it to make a type specimen book. </a:t>
            </a:r>
            <a:endParaRPr lang="en-US" sz="90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3" name="Picture Placeholder 2"/>
          <p:cNvSpPr>
            <a:spLocks noGrp="1"/>
          </p:cNvSpPr>
          <p:nvPr>
            <p:ph type="pic" sz="quarter" idx="12"/>
          </p:nvPr>
        </p:nvSpPr>
        <p:spPr/>
        <p:txBody>
          <a:bodyPr/>
          <a:lstStyle/>
          <a:p>
            <a:endParaRPr lang="es-CO"/>
          </a:p>
        </p:txBody>
      </p:sp>
      <p:sp>
        <p:nvSpPr>
          <p:cNvPr id="13" name="Picture Placeholder 12"/>
          <p:cNvSpPr>
            <a:spLocks noGrp="1"/>
          </p:cNvSpPr>
          <p:nvPr>
            <p:ph type="pic" sz="quarter" idx="13"/>
          </p:nvPr>
        </p:nvSpPr>
        <p:spPr/>
        <p:txBody>
          <a:bodyPr/>
          <a:lstStyle/>
          <a:p>
            <a:endParaRPr lang="es-CO"/>
          </a:p>
        </p:txBody>
      </p:sp>
      <p:sp>
        <p:nvSpPr>
          <p:cNvPr id="14" name="Picture Placeholder 13"/>
          <p:cNvSpPr>
            <a:spLocks noGrp="1"/>
          </p:cNvSpPr>
          <p:nvPr>
            <p:ph type="pic" sz="quarter" idx="14"/>
          </p:nvPr>
        </p:nvSpPr>
        <p:spPr/>
        <p:txBody>
          <a:bodyPr/>
          <a:lstStyle/>
          <a:p>
            <a:endParaRPr lang="es-CO"/>
          </a:p>
        </p:txBody>
      </p:sp>
      <p:sp>
        <p:nvSpPr>
          <p:cNvPr id="15" name="Picture Placeholder 14"/>
          <p:cNvSpPr>
            <a:spLocks noGrp="1"/>
          </p:cNvSpPr>
          <p:nvPr>
            <p:ph type="pic" sz="quarter" idx="11"/>
          </p:nvPr>
        </p:nvSpPr>
        <p:spPr/>
        <p:txBody>
          <a:bodyPr/>
          <a:lstStyle/>
          <a:p>
            <a:endParaRPr lang="es-CO"/>
          </a:p>
        </p:txBody>
      </p:sp>
      <p:sp>
        <p:nvSpPr>
          <p:cNvPr id="41" name="Oval 40">
            <a:extLst>
              <a:ext uri="{FF2B5EF4-FFF2-40B4-BE49-F238E27FC236}">
                <a16:creationId xmlns:a16="http://schemas.microsoft.com/office/drawing/2014/main" id="{F929F4EC-210F-04D9-2C58-5130184E9967}"/>
              </a:ext>
            </a:extLst>
          </p:cNvPr>
          <p:cNvSpPr/>
          <p:nvPr/>
        </p:nvSpPr>
        <p:spPr>
          <a:xfrm>
            <a:off x="987797" y="3051191"/>
            <a:ext cx="932631" cy="932632"/>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Oval 52">
            <a:extLst>
              <a:ext uri="{FF2B5EF4-FFF2-40B4-BE49-F238E27FC236}">
                <a16:creationId xmlns:a16="http://schemas.microsoft.com/office/drawing/2014/main" id="{F929F4EC-210F-04D9-2C58-5130184E9967}"/>
              </a:ext>
            </a:extLst>
          </p:cNvPr>
          <p:cNvSpPr/>
          <p:nvPr/>
        </p:nvSpPr>
        <p:spPr>
          <a:xfrm>
            <a:off x="987797" y="5080131"/>
            <a:ext cx="932631" cy="932632"/>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Oval 41">
            <a:extLst>
              <a:ext uri="{FF2B5EF4-FFF2-40B4-BE49-F238E27FC236}">
                <a16:creationId xmlns:a16="http://schemas.microsoft.com/office/drawing/2014/main" id="{FC874A85-D04B-FA45-8712-82D16E04FF3B}"/>
              </a:ext>
            </a:extLst>
          </p:cNvPr>
          <p:cNvSpPr/>
          <p:nvPr/>
        </p:nvSpPr>
        <p:spPr>
          <a:xfrm>
            <a:off x="4715510" y="3051191"/>
            <a:ext cx="932631" cy="932632"/>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57" name="Oval 56">
            <a:extLst>
              <a:ext uri="{FF2B5EF4-FFF2-40B4-BE49-F238E27FC236}">
                <a16:creationId xmlns:a16="http://schemas.microsoft.com/office/drawing/2014/main" id="{FC874A85-D04B-FA45-8712-82D16E04FF3B}"/>
              </a:ext>
            </a:extLst>
          </p:cNvPr>
          <p:cNvSpPr/>
          <p:nvPr/>
        </p:nvSpPr>
        <p:spPr>
          <a:xfrm>
            <a:off x="4715510" y="5080131"/>
            <a:ext cx="932631" cy="932632"/>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TextBox 74"/>
          <p:cNvSpPr txBox="1"/>
          <p:nvPr/>
        </p:nvSpPr>
        <p:spPr>
          <a:xfrm>
            <a:off x="1159000" y="3332841"/>
            <a:ext cx="590225" cy="369332"/>
          </a:xfrm>
          <a:prstGeom prst="rect">
            <a:avLst/>
          </a:prstGeom>
          <a:noFill/>
        </p:spPr>
        <p:txBody>
          <a:bodyPr wrap="none" rtlCol="0">
            <a:spAutoFit/>
          </a:bodyPr>
          <a:lstStyle/>
          <a:p>
            <a:pPr algn="ctr"/>
            <a:r>
              <a:rPr lang="en-US" b="1">
                <a:latin typeface="Open Sans" panose="020B0606030504020204" pitchFamily="34" charset="0"/>
                <a:ea typeface="Open Sans" panose="020B0606030504020204" pitchFamily="34" charset="0"/>
                <a:cs typeface="Open Sans" panose="020B0606030504020204" pitchFamily="34" charset="0"/>
              </a:rPr>
              <a:t>32k</a:t>
            </a:r>
          </a:p>
        </p:txBody>
      </p:sp>
      <p:sp>
        <p:nvSpPr>
          <p:cNvPr id="76" name="TextBox 75"/>
          <p:cNvSpPr txBox="1"/>
          <p:nvPr/>
        </p:nvSpPr>
        <p:spPr>
          <a:xfrm>
            <a:off x="4886712" y="3332841"/>
            <a:ext cx="590226" cy="369332"/>
          </a:xfrm>
          <a:prstGeom prst="rect">
            <a:avLst/>
          </a:prstGeom>
          <a:noFill/>
        </p:spPr>
        <p:txBody>
          <a:bodyPr wrap="square" rtlCol="0">
            <a:spAutoFit/>
          </a:bodyPr>
          <a:lstStyle/>
          <a:p>
            <a:pPr algn="ctr"/>
            <a:r>
              <a:rPr lang="en-US" b="1">
                <a:latin typeface="Open Sans" panose="020B0606030504020204" pitchFamily="34" charset="0"/>
                <a:ea typeface="Open Sans" panose="020B0606030504020204" pitchFamily="34" charset="0"/>
                <a:cs typeface="Open Sans" panose="020B0606030504020204" pitchFamily="34" charset="0"/>
              </a:rPr>
              <a:t>25k</a:t>
            </a:r>
          </a:p>
        </p:txBody>
      </p:sp>
      <p:sp>
        <p:nvSpPr>
          <p:cNvPr id="77" name="TextBox 76"/>
          <p:cNvSpPr txBox="1"/>
          <p:nvPr/>
        </p:nvSpPr>
        <p:spPr>
          <a:xfrm>
            <a:off x="4886712" y="5361781"/>
            <a:ext cx="590226" cy="369332"/>
          </a:xfrm>
          <a:prstGeom prst="rect">
            <a:avLst/>
          </a:prstGeom>
          <a:noFill/>
        </p:spPr>
        <p:txBody>
          <a:bodyPr wrap="square" rtlCol="0">
            <a:spAutoFit/>
          </a:bodyPr>
          <a:lstStyle/>
          <a:p>
            <a:pPr algn="ctr"/>
            <a:r>
              <a:rPr lang="en-US" b="1">
                <a:latin typeface="Open Sans" panose="020B0606030504020204" pitchFamily="34" charset="0"/>
                <a:ea typeface="Open Sans" panose="020B0606030504020204" pitchFamily="34" charset="0"/>
                <a:cs typeface="Open Sans" panose="020B0606030504020204" pitchFamily="34" charset="0"/>
              </a:rPr>
              <a:t>16k</a:t>
            </a:r>
          </a:p>
        </p:txBody>
      </p:sp>
      <p:sp>
        <p:nvSpPr>
          <p:cNvPr id="78" name="TextBox 77"/>
          <p:cNvSpPr txBox="1"/>
          <p:nvPr/>
        </p:nvSpPr>
        <p:spPr>
          <a:xfrm>
            <a:off x="1158999" y="5361781"/>
            <a:ext cx="590226" cy="369332"/>
          </a:xfrm>
          <a:prstGeom prst="rect">
            <a:avLst/>
          </a:prstGeom>
          <a:noFill/>
        </p:spPr>
        <p:txBody>
          <a:bodyPr wrap="none" rtlCol="0">
            <a:spAutoFit/>
          </a:bodyPr>
          <a:lstStyle/>
          <a:p>
            <a:pPr algn="ctr"/>
            <a:r>
              <a:rPr lang="en-US" b="1">
                <a:latin typeface="Open Sans" panose="020B0606030504020204" pitchFamily="34" charset="0"/>
                <a:ea typeface="Open Sans" panose="020B0606030504020204" pitchFamily="34" charset="0"/>
                <a:cs typeface="Open Sans" panose="020B0606030504020204" pitchFamily="34" charset="0"/>
              </a:rPr>
              <a:t>43k</a:t>
            </a:r>
          </a:p>
        </p:txBody>
      </p:sp>
      <p:pic>
        <p:nvPicPr>
          <p:cNvPr id="20" name="Imagen 19">
            <a:extLst>
              <a:ext uri="{FF2B5EF4-FFF2-40B4-BE49-F238E27FC236}">
                <a16:creationId xmlns:a16="http://schemas.microsoft.com/office/drawing/2014/main" id="{A774B80F-C5A0-98B5-9400-D1A09D5C833C}"/>
              </a:ext>
            </a:extLst>
          </p:cNvPr>
          <p:cNvPicPr>
            <a:picLocks noChangeAspect="1"/>
          </p:cNvPicPr>
          <p:nvPr/>
        </p:nvPicPr>
        <p:blipFill>
          <a:blip r:embed="rId2"/>
          <a:stretch>
            <a:fillRect/>
          </a:stretch>
        </p:blipFill>
        <p:spPr>
          <a:xfrm>
            <a:off x="10547350" y="6165838"/>
            <a:ext cx="1360142" cy="644208"/>
          </a:xfrm>
          <a:prstGeom prst="rect">
            <a:avLst/>
          </a:prstGeom>
        </p:spPr>
      </p:pic>
    </p:spTree>
    <p:extLst>
      <p:ext uri="{BB962C8B-B14F-4D97-AF65-F5344CB8AC3E}">
        <p14:creationId xmlns:p14="http://schemas.microsoft.com/office/powerpoint/2010/main" val="252185145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p:cNvSpPr>
            <a:spLocks noGrp="1"/>
          </p:cNvSpPr>
          <p:nvPr>
            <p:ph type="pic" sz="quarter" idx="15"/>
          </p:nvPr>
        </p:nvSpPr>
        <p:spPr/>
        <p:txBody>
          <a:bodyPr/>
          <a:lstStyle/>
          <a:p>
            <a:endParaRPr lang="es-CO"/>
          </a:p>
        </p:txBody>
      </p:sp>
      <p:sp>
        <p:nvSpPr>
          <p:cNvPr id="9" name="Rectangle: Rounded Corners 5">
            <a:extLst>
              <a:ext uri="{FF2B5EF4-FFF2-40B4-BE49-F238E27FC236}">
                <a16:creationId xmlns:a16="http://schemas.microsoft.com/office/drawing/2014/main" id="{AD7F7FC9-7253-6690-355E-C7B8E957660B}"/>
              </a:ext>
            </a:extLst>
          </p:cNvPr>
          <p:cNvSpPr/>
          <p:nvPr/>
        </p:nvSpPr>
        <p:spPr>
          <a:xfrm>
            <a:off x="8527869" y="3472102"/>
            <a:ext cx="2727648" cy="2528649"/>
          </a:xfrm>
          <a:prstGeom prst="roundRect">
            <a:avLst>
              <a:gd name="adj" fmla="val 3980"/>
            </a:avLst>
          </a:prstGeom>
          <a:solidFill>
            <a:schemeClr val="tx2">
              <a:alpha val="5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621505" y="582614"/>
            <a:ext cx="3776996" cy="630942"/>
          </a:xfrm>
          <a:prstGeom prst="rect">
            <a:avLst/>
          </a:prstGeom>
          <a:noFill/>
        </p:spPr>
        <p:txBody>
          <a:bodyPr wrap="none" rtlCol="0">
            <a:spAutoFit/>
          </a:bodyPr>
          <a:lstStyle/>
          <a:p>
            <a:r>
              <a:rPr lang="en-US" sz="3500" b="1">
                <a:latin typeface="Open Sans" panose="020B0606030504020204" pitchFamily="34" charset="0"/>
                <a:ea typeface="Open Sans" panose="020B0606030504020204" pitchFamily="34" charset="0"/>
                <a:cs typeface="Open Sans" panose="020B0606030504020204" pitchFamily="34" charset="0"/>
              </a:rPr>
              <a:t>Business Model</a:t>
            </a:r>
          </a:p>
        </p:txBody>
      </p:sp>
      <p:sp>
        <p:nvSpPr>
          <p:cNvPr id="5" name="Rectangle: Rounded Corners 2">
            <a:extLst>
              <a:ext uri="{FF2B5EF4-FFF2-40B4-BE49-F238E27FC236}">
                <a16:creationId xmlns:a16="http://schemas.microsoft.com/office/drawing/2014/main" id="{E9FE70E3-9CDC-9699-DCB9-C87F972ADBD0}"/>
              </a:ext>
            </a:extLst>
          </p:cNvPr>
          <p:cNvSpPr/>
          <p:nvPr/>
        </p:nvSpPr>
        <p:spPr>
          <a:xfrm>
            <a:off x="5683009" y="839665"/>
            <a:ext cx="2727648" cy="2528649"/>
          </a:xfrm>
          <a:prstGeom prst="roundRect">
            <a:avLst>
              <a:gd name="adj" fmla="val 3980"/>
            </a:avLst>
          </a:prstGeom>
          <a:solidFill>
            <a:schemeClr val="bg1">
              <a:alpha val="6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Rounded Corners 3">
            <a:extLst>
              <a:ext uri="{FF2B5EF4-FFF2-40B4-BE49-F238E27FC236}">
                <a16:creationId xmlns:a16="http://schemas.microsoft.com/office/drawing/2014/main" id="{860E4CCA-DD31-E7B7-A925-427EE051E243}"/>
              </a:ext>
            </a:extLst>
          </p:cNvPr>
          <p:cNvSpPr/>
          <p:nvPr/>
        </p:nvSpPr>
        <p:spPr>
          <a:xfrm>
            <a:off x="8527869" y="839665"/>
            <a:ext cx="2727648" cy="2528649"/>
          </a:xfrm>
          <a:prstGeom prst="roundRect">
            <a:avLst>
              <a:gd name="adj" fmla="val 3980"/>
            </a:avLst>
          </a:prstGeom>
          <a:solidFill>
            <a:schemeClr val="bg1">
              <a:alpha val="6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Rounded Corners 4">
            <a:extLst>
              <a:ext uri="{FF2B5EF4-FFF2-40B4-BE49-F238E27FC236}">
                <a16:creationId xmlns:a16="http://schemas.microsoft.com/office/drawing/2014/main" id="{11C107D7-E9A6-D815-9700-5E13D55C8D91}"/>
              </a:ext>
            </a:extLst>
          </p:cNvPr>
          <p:cNvSpPr/>
          <p:nvPr/>
        </p:nvSpPr>
        <p:spPr>
          <a:xfrm>
            <a:off x="5683009" y="3472102"/>
            <a:ext cx="2727648" cy="2528649"/>
          </a:xfrm>
          <a:prstGeom prst="roundRect">
            <a:avLst>
              <a:gd name="adj" fmla="val 3980"/>
            </a:avLst>
          </a:prstGeom>
          <a:solidFill>
            <a:schemeClr val="bg1">
              <a:alpha val="6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6A64C0A3-CF50-B38D-09BA-F2CF7CC40531}"/>
              </a:ext>
            </a:extLst>
          </p:cNvPr>
          <p:cNvSpPr txBox="1"/>
          <p:nvPr/>
        </p:nvSpPr>
        <p:spPr>
          <a:xfrm>
            <a:off x="614089" y="2557908"/>
            <a:ext cx="3864275" cy="1317027"/>
          </a:xfrm>
          <a:prstGeom prst="rect">
            <a:avLst/>
          </a:prstGeom>
          <a:noFill/>
        </p:spPr>
        <p:txBody>
          <a:bodyPr wrap="square" rtlCol="0">
            <a:spAutoFit/>
          </a:bodyPr>
          <a:lstStyle/>
          <a:p>
            <a:pPr>
              <a:lnSpc>
                <a:spcPts val="3200"/>
              </a:lnSpc>
            </a:pPr>
            <a:r>
              <a:rPr lang="en-US" sz="2500">
                <a:latin typeface="Open Sans" panose="020B0606030504020204" pitchFamily="34" charset="0"/>
                <a:ea typeface="Open Sans" panose="020B0606030504020204" pitchFamily="34" charset="0"/>
                <a:cs typeface="Open Sans" panose="020B0606030504020204" pitchFamily="34" charset="0"/>
              </a:rPr>
              <a:t>We Are here </a:t>
            </a:r>
            <a:r>
              <a:rPr lang="en-US" sz="2500" b="1">
                <a:solidFill>
                  <a:srgbClr val="FF9300"/>
                </a:solidFill>
                <a:latin typeface="Open Sans" panose="020B0606030504020204" pitchFamily="34" charset="0"/>
                <a:ea typeface="Open Sans" panose="020B0606030504020204" pitchFamily="34" charset="0"/>
                <a:cs typeface="Open Sans" panose="020B0606030504020204" pitchFamily="34" charset="0"/>
              </a:rPr>
              <a:t>your </a:t>
            </a:r>
          </a:p>
          <a:p>
            <a:pPr>
              <a:lnSpc>
                <a:spcPts val="3200"/>
              </a:lnSpc>
            </a:pPr>
            <a:r>
              <a:rPr lang="en-US" sz="2500" b="1">
                <a:solidFill>
                  <a:srgbClr val="FF9300"/>
                </a:solidFill>
                <a:latin typeface="Open Sans" panose="020B0606030504020204" pitchFamily="34" charset="0"/>
                <a:ea typeface="Open Sans" panose="020B0606030504020204" pitchFamily="34" charset="0"/>
                <a:cs typeface="Open Sans" panose="020B0606030504020204" pitchFamily="34" charset="0"/>
              </a:rPr>
              <a:t>Make Slide Look more elegant</a:t>
            </a:r>
            <a:r>
              <a:rPr lang="en-US" sz="2500">
                <a:solidFill>
                  <a:schemeClr val="accent3"/>
                </a:solidFill>
                <a:latin typeface="Open Sans" panose="020B0606030504020204" pitchFamily="34" charset="0"/>
                <a:ea typeface="Open Sans" panose="020B0606030504020204" pitchFamily="34" charset="0"/>
                <a:cs typeface="Open Sans" panose="020B0606030504020204" pitchFamily="34" charset="0"/>
              </a:rPr>
              <a:t> </a:t>
            </a:r>
            <a:r>
              <a:rPr lang="en-US" sz="2500">
                <a:latin typeface="Open Sans" panose="020B0606030504020204" pitchFamily="34" charset="0"/>
                <a:ea typeface="Open Sans" panose="020B0606030504020204" pitchFamily="34" charset="0"/>
                <a:cs typeface="Open Sans" panose="020B0606030504020204" pitchFamily="34" charset="0"/>
              </a:rPr>
              <a:t>stylish</a:t>
            </a:r>
          </a:p>
        </p:txBody>
      </p:sp>
      <p:sp>
        <p:nvSpPr>
          <p:cNvPr id="12" name="Subtitle 2">
            <a:extLst>
              <a:ext uri="{FF2B5EF4-FFF2-40B4-BE49-F238E27FC236}">
                <a16:creationId xmlns:a16="http://schemas.microsoft.com/office/drawing/2014/main" id="{8DF8C732-64EA-B51B-C942-9A7A5C0C4843}"/>
              </a:ext>
            </a:extLst>
          </p:cNvPr>
          <p:cNvSpPr txBox="1">
            <a:spLocks/>
          </p:cNvSpPr>
          <p:nvPr/>
        </p:nvSpPr>
        <p:spPr>
          <a:xfrm>
            <a:off x="621505" y="1670879"/>
            <a:ext cx="4550808" cy="80095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ts val="1700"/>
              </a:lnSpc>
              <a:spcBef>
                <a:spcPts val="0"/>
              </a:spcBef>
              <a:buNone/>
            </a:pPr>
            <a:r>
              <a:rPr lang="en-US" sz="95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Totem rem aperiam, eaque ipsa quae ab inventor ipsamvolu</a:t>
            </a:r>
          </a:p>
          <a:p>
            <a:pPr marL="0" indent="0">
              <a:lnSpc>
                <a:spcPts val="1700"/>
              </a:lnSpc>
              <a:spcBef>
                <a:spcPts val="0"/>
              </a:spcBef>
              <a:buNone/>
            </a:pPr>
            <a:r>
              <a:rPr lang="en-US" sz="95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patted quiz ipsum quiz dolor sit amity, consectetur, adipescent valet, </a:t>
            </a:r>
          </a:p>
          <a:p>
            <a:pPr marL="0" indent="0">
              <a:lnSpc>
                <a:spcPts val="1700"/>
              </a:lnSpc>
              <a:spcBef>
                <a:spcPts val="0"/>
              </a:spcBef>
              <a:buNone/>
            </a:pPr>
            <a:r>
              <a:rPr lang="en-US" sz="95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non   kumquat eels mod tempera incident</a:t>
            </a:r>
          </a:p>
        </p:txBody>
      </p:sp>
      <p:grpSp>
        <p:nvGrpSpPr>
          <p:cNvPr id="13" name="Group 12">
            <a:extLst>
              <a:ext uri="{FF2B5EF4-FFF2-40B4-BE49-F238E27FC236}">
                <a16:creationId xmlns:a16="http://schemas.microsoft.com/office/drawing/2014/main" id="{2EFEB335-0C2C-76AE-3D9E-5F54F35AD940}"/>
              </a:ext>
            </a:extLst>
          </p:cNvPr>
          <p:cNvGrpSpPr/>
          <p:nvPr/>
        </p:nvGrpSpPr>
        <p:grpSpPr>
          <a:xfrm>
            <a:off x="1527154" y="4530001"/>
            <a:ext cx="3301425" cy="1062769"/>
            <a:chOff x="1738594" y="4229477"/>
            <a:chExt cx="3301425" cy="1062769"/>
          </a:xfrm>
        </p:grpSpPr>
        <p:sp>
          <p:nvSpPr>
            <p:cNvPr id="14" name="TextBox 13">
              <a:extLst>
                <a:ext uri="{FF2B5EF4-FFF2-40B4-BE49-F238E27FC236}">
                  <a16:creationId xmlns:a16="http://schemas.microsoft.com/office/drawing/2014/main" id="{B1A4095F-FDDE-4004-A40A-31A2DF704E74}"/>
                </a:ext>
              </a:extLst>
            </p:cNvPr>
            <p:cNvSpPr txBox="1"/>
            <p:nvPr/>
          </p:nvSpPr>
          <p:spPr>
            <a:xfrm>
              <a:off x="1743357" y="4229477"/>
              <a:ext cx="1877437" cy="369332"/>
            </a:xfrm>
            <a:prstGeom prst="rect">
              <a:avLst/>
            </a:prstGeom>
            <a:noFill/>
          </p:spPr>
          <p:txBody>
            <a:bodyPr wrap="none" rtlCol="0">
              <a:spAutoFit/>
            </a:bodyPr>
            <a:lstStyle/>
            <a:p>
              <a:r>
                <a:rPr lang="en-US">
                  <a:latin typeface="Open Sans" panose="020B0606030504020204" pitchFamily="34" charset="0"/>
                  <a:ea typeface="Open Sans" panose="020B0606030504020204" pitchFamily="34" charset="0"/>
                  <a:cs typeface="Open Sans" panose="020B0606030504020204" pitchFamily="34" charset="0"/>
                </a:rPr>
                <a:t>Write Title Here</a:t>
              </a:r>
            </a:p>
          </p:txBody>
        </p:sp>
        <p:sp>
          <p:nvSpPr>
            <p:cNvPr id="15" name="TextBox 14">
              <a:extLst>
                <a:ext uri="{FF2B5EF4-FFF2-40B4-BE49-F238E27FC236}">
                  <a16:creationId xmlns:a16="http://schemas.microsoft.com/office/drawing/2014/main" id="{E3625B05-8A58-23CD-4D6A-87626E36EC97}"/>
                </a:ext>
              </a:extLst>
            </p:cNvPr>
            <p:cNvSpPr txBox="1"/>
            <p:nvPr/>
          </p:nvSpPr>
          <p:spPr>
            <a:xfrm>
              <a:off x="1738594" y="4545888"/>
              <a:ext cx="3301425" cy="746358"/>
            </a:xfrm>
            <a:prstGeom prst="rect">
              <a:avLst/>
            </a:prstGeom>
            <a:noFill/>
          </p:spPr>
          <p:txBody>
            <a:bodyPr wrap="square" rtlCol="0">
              <a:spAutoFit/>
            </a:bodyPr>
            <a:lstStyle/>
            <a:p>
              <a:pPr>
                <a:lnSpc>
                  <a:spcPts val="1700"/>
                </a:lnSpc>
              </a:pPr>
              <a:r>
                <a:rPr lang="en-US" sz="1000" b="0" i="0">
                  <a:solidFill>
                    <a:schemeClr val="tx1">
                      <a:lumMod val="50000"/>
                      <a:lumOff val="50000"/>
                    </a:schemeClr>
                  </a:solidFill>
                  <a:effectLst/>
                  <a:latin typeface="Open Sans" panose="020B0606030504020204" pitchFamily="34" charset="0"/>
                  <a:ea typeface="Open Sans" panose="020B0606030504020204" pitchFamily="34" charset="0"/>
                  <a:cs typeface="Open Sans" panose="020B0606030504020204" pitchFamily="34" charset="0"/>
                </a:rPr>
                <a:t>Lorem ipsum dolor sit amet, adipiscing elit,</a:t>
              </a:r>
              <a:endParaRPr lang="en-US" sz="10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endParaRPr>
            </a:p>
            <a:p>
              <a:pPr>
                <a:lnSpc>
                  <a:spcPts val="1700"/>
                </a:lnSpc>
              </a:pPr>
              <a:r>
                <a:rPr lang="en-US" sz="1000" b="0" i="0">
                  <a:solidFill>
                    <a:schemeClr val="tx1">
                      <a:lumMod val="50000"/>
                      <a:lumOff val="50000"/>
                    </a:schemeClr>
                  </a:solidFill>
                  <a:effectLst/>
                  <a:latin typeface="Open Sans" panose="020B0606030504020204" pitchFamily="34" charset="0"/>
                  <a:ea typeface="Open Sans" panose="020B0606030504020204" pitchFamily="34" charset="0"/>
                  <a:cs typeface="Open Sans" panose="020B0606030504020204" pitchFamily="34" charset="0"/>
                </a:rPr>
                <a:t>Do</a:t>
              </a:r>
              <a:r>
                <a:rPr lang="en-US" sz="10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 </a:t>
              </a:r>
              <a:r>
                <a:rPr lang="en-US" sz="1000" b="0" i="0">
                  <a:solidFill>
                    <a:schemeClr val="tx1">
                      <a:lumMod val="50000"/>
                      <a:lumOff val="50000"/>
                    </a:schemeClr>
                  </a:solidFill>
                  <a:effectLst/>
                  <a:latin typeface="Open Sans" panose="020B0606030504020204" pitchFamily="34" charset="0"/>
                  <a:ea typeface="Open Sans" panose="020B0606030504020204" pitchFamily="34" charset="0"/>
                  <a:cs typeface="Open Sans" panose="020B0606030504020204" pitchFamily="34" charset="0"/>
                </a:rPr>
                <a:t>eiusmod tempor incididunt ut labore et dolore</a:t>
              </a:r>
            </a:p>
            <a:p>
              <a:pPr>
                <a:lnSpc>
                  <a:spcPts val="1700"/>
                </a:lnSpc>
              </a:pPr>
              <a:r>
                <a:rPr lang="en-US" sz="1000" b="0" i="0">
                  <a:solidFill>
                    <a:schemeClr val="tx1">
                      <a:lumMod val="50000"/>
                      <a:lumOff val="50000"/>
                    </a:schemeClr>
                  </a:solidFill>
                  <a:effectLst/>
                  <a:latin typeface="Open Sans" panose="020B0606030504020204" pitchFamily="34" charset="0"/>
                  <a:ea typeface="Open Sans" panose="020B0606030504020204" pitchFamily="34" charset="0"/>
                  <a:cs typeface="Open Sans" panose="020B0606030504020204" pitchFamily="34" charset="0"/>
                </a:rPr>
                <a:t>magna aliqua. Ut enim</a:t>
              </a:r>
              <a:endParaRPr lang="en-US" sz="10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endParaRPr>
            </a:p>
          </p:txBody>
        </p:sp>
      </p:grpSp>
      <p:grpSp>
        <p:nvGrpSpPr>
          <p:cNvPr id="16" name="Group 15">
            <a:extLst>
              <a:ext uri="{FF2B5EF4-FFF2-40B4-BE49-F238E27FC236}">
                <a16:creationId xmlns:a16="http://schemas.microsoft.com/office/drawing/2014/main" id="{94F6E98D-D52E-F8F9-58ED-25E5EEA0B0F9}"/>
              </a:ext>
            </a:extLst>
          </p:cNvPr>
          <p:cNvGrpSpPr/>
          <p:nvPr/>
        </p:nvGrpSpPr>
        <p:grpSpPr>
          <a:xfrm>
            <a:off x="723543" y="4530001"/>
            <a:ext cx="518637" cy="518637"/>
            <a:chOff x="934983" y="4301054"/>
            <a:chExt cx="518637" cy="518637"/>
          </a:xfrm>
        </p:grpSpPr>
        <p:sp>
          <p:nvSpPr>
            <p:cNvPr id="17" name="Oval 16">
              <a:extLst>
                <a:ext uri="{FF2B5EF4-FFF2-40B4-BE49-F238E27FC236}">
                  <a16:creationId xmlns:a16="http://schemas.microsoft.com/office/drawing/2014/main" id="{39D61BFF-CF3A-912B-4999-BD1C85002F29}"/>
                </a:ext>
              </a:extLst>
            </p:cNvPr>
            <p:cNvSpPr/>
            <p:nvPr/>
          </p:nvSpPr>
          <p:spPr>
            <a:xfrm>
              <a:off x="934983" y="4301054"/>
              <a:ext cx="518637" cy="518637"/>
            </a:xfrm>
            <a:prstGeom prst="ellipse">
              <a:avLst/>
            </a:prstGeom>
            <a:noFill/>
            <a:ln>
              <a:solidFill>
                <a:schemeClr val="tx2">
                  <a:lumMod val="25000"/>
                  <a:lumOff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8" name="Straight Connector 17">
              <a:extLst>
                <a:ext uri="{FF2B5EF4-FFF2-40B4-BE49-F238E27FC236}">
                  <a16:creationId xmlns:a16="http://schemas.microsoft.com/office/drawing/2014/main" id="{DD1DE402-ED95-0577-E08F-9E9D648628DB}"/>
                </a:ext>
              </a:extLst>
            </p:cNvPr>
            <p:cNvCxnSpPr>
              <a:cxnSpLocks/>
            </p:cNvCxnSpPr>
            <p:nvPr/>
          </p:nvCxnSpPr>
          <p:spPr>
            <a:xfrm>
              <a:off x="1063051" y="4560372"/>
              <a:ext cx="262501" cy="0"/>
            </a:xfrm>
            <a:prstGeom prst="line">
              <a:avLst/>
            </a:prstGeom>
            <a:ln w="12700" cap="rnd">
              <a:solidFill>
                <a:schemeClr val="tx2"/>
              </a:solidFill>
              <a:round/>
              <a:headEnd type="none"/>
              <a:tailEnd type="arrow"/>
            </a:ln>
          </p:spPr>
          <p:style>
            <a:lnRef idx="1">
              <a:schemeClr val="accent1"/>
            </a:lnRef>
            <a:fillRef idx="0">
              <a:schemeClr val="accent1"/>
            </a:fillRef>
            <a:effectRef idx="0">
              <a:schemeClr val="accent1"/>
            </a:effectRef>
            <a:fontRef idx="minor">
              <a:schemeClr val="tx1"/>
            </a:fontRef>
          </p:style>
        </p:cxnSp>
      </p:grpSp>
      <p:sp>
        <p:nvSpPr>
          <p:cNvPr id="19" name="TextBox 18">
            <a:extLst>
              <a:ext uri="{FF2B5EF4-FFF2-40B4-BE49-F238E27FC236}">
                <a16:creationId xmlns:a16="http://schemas.microsoft.com/office/drawing/2014/main" id="{C9BEF609-0322-FE23-C244-F71105FE6451}"/>
              </a:ext>
            </a:extLst>
          </p:cNvPr>
          <p:cNvSpPr txBox="1"/>
          <p:nvPr/>
        </p:nvSpPr>
        <p:spPr>
          <a:xfrm>
            <a:off x="5961724" y="1670879"/>
            <a:ext cx="2002471" cy="323165"/>
          </a:xfrm>
          <a:prstGeom prst="rect">
            <a:avLst/>
          </a:prstGeom>
          <a:noFill/>
        </p:spPr>
        <p:txBody>
          <a:bodyPr wrap="none" rtlCol="0">
            <a:spAutoFit/>
          </a:bodyPr>
          <a:lstStyle/>
          <a:p>
            <a:r>
              <a:rPr lang="en-US" sz="1500">
                <a:latin typeface="Open Sans" panose="020B0606030504020204" pitchFamily="34" charset="0"/>
                <a:ea typeface="Open Sans" panose="020B0606030504020204" pitchFamily="34" charset="0"/>
                <a:cs typeface="Open Sans" panose="020B0606030504020204" pitchFamily="34" charset="0"/>
              </a:rPr>
              <a:t>Accuracy &amp; Radiality</a:t>
            </a:r>
            <a:endParaRPr lang="en-GB" sz="1500">
              <a:latin typeface="Open Sans" panose="020B0606030504020204" pitchFamily="34" charset="0"/>
              <a:ea typeface="Open Sans" panose="020B0606030504020204" pitchFamily="34" charset="0"/>
              <a:cs typeface="Open Sans" panose="020B0606030504020204" pitchFamily="34" charset="0"/>
            </a:endParaRPr>
          </a:p>
        </p:txBody>
      </p:sp>
      <p:sp>
        <p:nvSpPr>
          <p:cNvPr id="20" name="Subtitle 2">
            <a:extLst>
              <a:ext uri="{FF2B5EF4-FFF2-40B4-BE49-F238E27FC236}">
                <a16:creationId xmlns:a16="http://schemas.microsoft.com/office/drawing/2014/main" id="{7B04E2EC-B9F4-76E8-4087-98760525B0BB}"/>
              </a:ext>
            </a:extLst>
          </p:cNvPr>
          <p:cNvSpPr txBox="1">
            <a:spLocks/>
          </p:cNvSpPr>
          <p:nvPr/>
        </p:nvSpPr>
        <p:spPr>
          <a:xfrm>
            <a:off x="5961722" y="1942858"/>
            <a:ext cx="2170223" cy="78346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ts val="1600"/>
              </a:lnSpc>
              <a:spcBef>
                <a:spcPts val="0"/>
              </a:spcBef>
              <a:buNone/>
            </a:pPr>
            <a:r>
              <a:rPr lang="en-GB" sz="9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Lorem ipsum dolor amet, consect etuer adipiscing elite dram, sed dram nonarmy nab euismod</a:t>
            </a:r>
            <a:endParaRPr lang="en-US" sz="9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2" name="Rectangle 21">
            <a:extLst>
              <a:ext uri="{FF2B5EF4-FFF2-40B4-BE49-F238E27FC236}">
                <a16:creationId xmlns:a16="http://schemas.microsoft.com/office/drawing/2014/main" id="{170D77B4-4C56-6348-7DDC-98258A0CEACA}"/>
              </a:ext>
            </a:extLst>
          </p:cNvPr>
          <p:cNvSpPr/>
          <p:nvPr/>
        </p:nvSpPr>
        <p:spPr>
          <a:xfrm>
            <a:off x="6060291" y="2828811"/>
            <a:ext cx="387350" cy="338553"/>
          </a:xfrm>
          <a:prstGeom prst="rect">
            <a:avLst/>
          </a:prstGeom>
          <a:solidFill>
            <a:schemeClr val="tx2">
              <a:lumMod val="10000"/>
              <a:lumOff val="90000"/>
            </a:schemeClr>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a:p>
        </p:txBody>
      </p:sp>
      <p:sp>
        <p:nvSpPr>
          <p:cNvPr id="23" name="Freeform 24">
            <a:extLst>
              <a:ext uri="{FF2B5EF4-FFF2-40B4-BE49-F238E27FC236}">
                <a16:creationId xmlns:a16="http://schemas.microsoft.com/office/drawing/2014/main" id="{5F7CF090-968E-972F-3013-21C21D58BFC4}"/>
              </a:ext>
            </a:extLst>
          </p:cNvPr>
          <p:cNvSpPr>
            <a:spLocks noChangeArrowheads="1"/>
          </p:cNvSpPr>
          <p:nvPr/>
        </p:nvSpPr>
        <p:spPr bwMode="auto">
          <a:xfrm>
            <a:off x="6217887" y="2938917"/>
            <a:ext cx="72159" cy="118341"/>
          </a:xfrm>
          <a:custGeom>
            <a:avLst/>
            <a:gdLst>
              <a:gd name="T0" fmla="*/ 23946 w 179"/>
              <a:gd name="T1" fmla="*/ 3985 h 294"/>
              <a:gd name="T2" fmla="*/ 23946 w 179"/>
              <a:gd name="T3" fmla="*/ 3985 h 294"/>
              <a:gd name="T4" fmla="*/ 74941 w 179"/>
              <a:gd name="T5" fmla="*/ 55347 h 294"/>
              <a:gd name="T6" fmla="*/ 78932 w 179"/>
              <a:gd name="T7" fmla="*/ 62874 h 294"/>
              <a:gd name="T8" fmla="*/ 74941 w 179"/>
              <a:gd name="T9" fmla="*/ 74828 h 294"/>
              <a:gd name="T10" fmla="*/ 23946 w 179"/>
              <a:gd name="T11" fmla="*/ 125747 h 294"/>
              <a:gd name="T12" fmla="*/ 3991 w 179"/>
              <a:gd name="T13" fmla="*/ 125747 h 294"/>
              <a:gd name="T14" fmla="*/ 3991 w 179"/>
              <a:gd name="T15" fmla="*/ 106265 h 294"/>
              <a:gd name="T16" fmla="*/ 47448 w 179"/>
              <a:gd name="T17" fmla="*/ 62874 h 294"/>
              <a:gd name="T18" fmla="*/ 3991 w 179"/>
              <a:gd name="T19" fmla="*/ 19482 h 294"/>
              <a:gd name="T20" fmla="*/ 3991 w 179"/>
              <a:gd name="T21" fmla="*/ 3985 h 294"/>
              <a:gd name="T22" fmla="*/ 23946 w 179"/>
              <a:gd name="T23" fmla="*/ 3985 h 29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79" h="294">
                <a:moveTo>
                  <a:pt x="54" y="9"/>
                </a:moveTo>
                <a:lnTo>
                  <a:pt x="54" y="9"/>
                </a:lnTo>
                <a:cubicBezTo>
                  <a:pt x="62" y="18"/>
                  <a:pt x="169" y="125"/>
                  <a:pt x="169" y="125"/>
                </a:cubicBezTo>
                <a:cubicBezTo>
                  <a:pt x="169" y="134"/>
                  <a:pt x="178" y="142"/>
                  <a:pt x="178" y="142"/>
                </a:cubicBezTo>
                <a:cubicBezTo>
                  <a:pt x="178" y="151"/>
                  <a:pt x="169" y="160"/>
                  <a:pt x="169" y="169"/>
                </a:cubicBezTo>
                <a:cubicBezTo>
                  <a:pt x="169" y="169"/>
                  <a:pt x="62" y="275"/>
                  <a:pt x="54" y="284"/>
                </a:cubicBezTo>
                <a:cubicBezTo>
                  <a:pt x="44" y="293"/>
                  <a:pt x="27" y="293"/>
                  <a:pt x="9" y="284"/>
                </a:cubicBezTo>
                <a:cubicBezTo>
                  <a:pt x="0" y="275"/>
                  <a:pt x="0" y="257"/>
                  <a:pt x="9" y="240"/>
                </a:cubicBezTo>
                <a:cubicBezTo>
                  <a:pt x="107" y="142"/>
                  <a:pt x="107" y="142"/>
                  <a:pt x="107" y="142"/>
                </a:cubicBezTo>
                <a:cubicBezTo>
                  <a:pt x="9" y="44"/>
                  <a:pt x="9" y="44"/>
                  <a:pt x="9" y="44"/>
                </a:cubicBezTo>
                <a:cubicBezTo>
                  <a:pt x="0" y="36"/>
                  <a:pt x="0" y="18"/>
                  <a:pt x="9" y="9"/>
                </a:cubicBezTo>
                <a:cubicBezTo>
                  <a:pt x="27" y="0"/>
                  <a:pt x="44" y="0"/>
                  <a:pt x="54" y="9"/>
                </a:cubicBezTo>
              </a:path>
            </a:pathLst>
          </a:custGeom>
          <a:solidFill>
            <a:schemeClr val="tx1"/>
          </a:solidFill>
          <a:ln>
            <a:noFill/>
          </a:ln>
          <a:effectLst/>
        </p:spPr>
        <p:txBody>
          <a:bodyPr wrap="none" lIns="34290" tIns="17145" rIns="34290" bIns="17145" anchor="ctr"/>
          <a:lstStyle/>
          <a:p>
            <a:endParaRPr lang="en-US"/>
          </a:p>
        </p:txBody>
      </p:sp>
      <p:sp>
        <p:nvSpPr>
          <p:cNvPr id="24" name="TextBox 23">
            <a:extLst>
              <a:ext uri="{FF2B5EF4-FFF2-40B4-BE49-F238E27FC236}">
                <a16:creationId xmlns:a16="http://schemas.microsoft.com/office/drawing/2014/main" id="{3F202B81-C7B4-53E9-26E3-72087BF0EE44}"/>
              </a:ext>
            </a:extLst>
          </p:cNvPr>
          <p:cNvSpPr txBox="1"/>
          <p:nvPr/>
        </p:nvSpPr>
        <p:spPr>
          <a:xfrm>
            <a:off x="8806584" y="1670879"/>
            <a:ext cx="1795684" cy="323165"/>
          </a:xfrm>
          <a:prstGeom prst="rect">
            <a:avLst/>
          </a:prstGeom>
          <a:noFill/>
        </p:spPr>
        <p:txBody>
          <a:bodyPr wrap="none" rtlCol="0">
            <a:spAutoFit/>
          </a:bodyPr>
          <a:lstStyle/>
          <a:p>
            <a:r>
              <a:rPr lang="en-US" sz="1500">
                <a:latin typeface="Open Sans" panose="020B0606030504020204" pitchFamily="34" charset="0"/>
                <a:ea typeface="Open Sans" panose="020B0606030504020204" pitchFamily="34" charset="0"/>
                <a:cs typeface="Open Sans" panose="020B0606030504020204" pitchFamily="34" charset="0"/>
              </a:rPr>
              <a:t>Cost Effectiveness</a:t>
            </a:r>
            <a:endParaRPr lang="en-GB" sz="1500">
              <a:latin typeface="Open Sans" panose="020B0606030504020204" pitchFamily="34" charset="0"/>
              <a:ea typeface="Open Sans" panose="020B0606030504020204" pitchFamily="34" charset="0"/>
              <a:cs typeface="Open Sans" panose="020B0606030504020204" pitchFamily="34" charset="0"/>
            </a:endParaRPr>
          </a:p>
        </p:txBody>
      </p:sp>
      <p:sp>
        <p:nvSpPr>
          <p:cNvPr id="25" name="Subtitle 2">
            <a:extLst>
              <a:ext uri="{FF2B5EF4-FFF2-40B4-BE49-F238E27FC236}">
                <a16:creationId xmlns:a16="http://schemas.microsoft.com/office/drawing/2014/main" id="{BE3A47D8-D182-31EC-83A8-5D06B646A034}"/>
              </a:ext>
            </a:extLst>
          </p:cNvPr>
          <p:cNvSpPr txBox="1">
            <a:spLocks/>
          </p:cNvSpPr>
          <p:nvPr/>
        </p:nvSpPr>
        <p:spPr>
          <a:xfrm>
            <a:off x="8806582" y="1942858"/>
            <a:ext cx="2170223" cy="78346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ts val="1600"/>
              </a:lnSpc>
              <a:spcBef>
                <a:spcPts val="0"/>
              </a:spcBef>
              <a:buNone/>
            </a:pPr>
            <a:r>
              <a:rPr lang="en-GB" sz="9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Lorem ipsum dolor amet, consect etuer adipiscing elite dram, sed dram nonarmy nab euismod</a:t>
            </a:r>
            <a:endParaRPr lang="en-US" sz="9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7" name="Rectangle 26">
            <a:extLst>
              <a:ext uri="{FF2B5EF4-FFF2-40B4-BE49-F238E27FC236}">
                <a16:creationId xmlns:a16="http://schemas.microsoft.com/office/drawing/2014/main" id="{4832026A-F7F5-B4C7-DA61-9E52CFCE0A01}"/>
              </a:ext>
            </a:extLst>
          </p:cNvPr>
          <p:cNvSpPr/>
          <p:nvPr/>
        </p:nvSpPr>
        <p:spPr>
          <a:xfrm>
            <a:off x="8905151" y="2828811"/>
            <a:ext cx="387350" cy="338553"/>
          </a:xfrm>
          <a:prstGeom prst="rect">
            <a:avLst/>
          </a:prstGeom>
          <a:solidFill>
            <a:schemeClr val="tx2">
              <a:lumMod val="10000"/>
              <a:lumOff val="90000"/>
            </a:schemeClr>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a:p>
        </p:txBody>
      </p:sp>
      <p:sp>
        <p:nvSpPr>
          <p:cNvPr id="28" name="Freeform 24">
            <a:extLst>
              <a:ext uri="{FF2B5EF4-FFF2-40B4-BE49-F238E27FC236}">
                <a16:creationId xmlns:a16="http://schemas.microsoft.com/office/drawing/2014/main" id="{46835F2F-D37E-9507-DEA8-E47D669660AF}"/>
              </a:ext>
            </a:extLst>
          </p:cNvPr>
          <p:cNvSpPr>
            <a:spLocks noChangeArrowheads="1"/>
          </p:cNvSpPr>
          <p:nvPr/>
        </p:nvSpPr>
        <p:spPr bwMode="auto">
          <a:xfrm>
            <a:off x="9062747" y="2938917"/>
            <a:ext cx="72159" cy="118341"/>
          </a:xfrm>
          <a:custGeom>
            <a:avLst/>
            <a:gdLst>
              <a:gd name="T0" fmla="*/ 23946 w 179"/>
              <a:gd name="T1" fmla="*/ 3985 h 294"/>
              <a:gd name="T2" fmla="*/ 23946 w 179"/>
              <a:gd name="T3" fmla="*/ 3985 h 294"/>
              <a:gd name="T4" fmla="*/ 74941 w 179"/>
              <a:gd name="T5" fmla="*/ 55347 h 294"/>
              <a:gd name="T6" fmla="*/ 78932 w 179"/>
              <a:gd name="T7" fmla="*/ 62874 h 294"/>
              <a:gd name="T8" fmla="*/ 74941 w 179"/>
              <a:gd name="T9" fmla="*/ 74828 h 294"/>
              <a:gd name="T10" fmla="*/ 23946 w 179"/>
              <a:gd name="T11" fmla="*/ 125747 h 294"/>
              <a:gd name="T12" fmla="*/ 3991 w 179"/>
              <a:gd name="T13" fmla="*/ 125747 h 294"/>
              <a:gd name="T14" fmla="*/ 3991 w 179"/>
              <a:gd name="T15" fmla="*/ 106265 h 294"/>
              <a:gd name="T16" fmla="*/ 47448 w 179"/>
              <a:gd name="T17" fmla="*/ 62874 h 294"/>
              <a:gd name="T18" fmla="*/ 3991 w 179"/>
              <a:gd name="T19" fmla="*/ 19482 h 294"/>
              <a:gd name="T20" fmla="*/ 3991 w 179"/>
              <a:gd name="T21" fmla="*/ 3985 h 294"/>
              <a:gd name="T22" fmla="*/ 23946 w 179"/>
              <a:gd name="T23" fmla="*/ 3985 h 29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79" h="294">
                <a:moveTo>
                  <a:pt x="54" y="9"/>
                </a:moveTo>
                <a:lnTo>
                  <a:pt x="54" y="9"/>
                </a:lnTo>
                <a:cubicBezTo>
                  <a:pt x="62" y="18"/>
                  <a:pt x="169" y="125"/>
                  <a:pt x="169" y="125"/>
                </a:cubicBezTo>
                <a:cubicBezTo>
                  <a:pt x="169" y="134"/>
                  <a:pt x="178" y="142"/>
                  <a:pt x="178" y="142"/>
                </a:cubicBezTo>
                <a:cubicBezTo>
                  <a:pt x="178" y="151"/>
                  <a:pt x="169" y="160"/>
                  <a:pt x="169" y="169"/>
                </a:cubicBezTo>
                <a:cubicBezTo>
                  <a:pt x="169" y="169"/>
                  <a:pt x="62" y="275"/>
                  <a:pt x="54" y="284"/>
                </a:cubicBezTo>
                <a:cubicBezTo>
                  <a:pt x="44" y="293"/>
                  <a:pt x="27" y="293"/>
                  <a:pt x="9" y="284"/>
                </a:cubicBezTo>
                <a:cubicBezTo>
                  <a:pt x="0" y="275"/>
                  <a:pt x="0" y="257"/>
                  <a:pt x="9" y="240"/>
                </a:cubicBezTo>
                <a:cubicBezTo>
                  <a:pt x="107" y="142"/>
                  <a:pt x="107" y="142"/>
                  <a:pt x="107" y="142"/>
                </a:cubicBezTo>
                <a:cubicBezTo>
                  <a:pt x="9" y="44"/>
                  <a:pt x="9" y="44"/>
                  <a:pt x="9" y="44"/>
                </a:cubicBezTo>
                <a:cubicBezTo>
                  <a:pt x="0" y="36"/>
                  <a:pt x="0" y="18"/>
                  <a:pt x="9" y="9"/>
                </a:cubicBezTo>
                <a:cubicBezTo>
                  <a:pt x="27" y="0"/>
                  <a:pt x="44" y="0"/>
                  <a:pt x="54" y="9"/>
                </a:cubicBezTo>
              </a:path>
            </a:pathLst>
          </a:custGeom>
          <a:solidFill>
            <a:schemeClr val="tx1"/>
          </a:solidFill>
          <a:ln>
            <a:noFill/>
          </a:ln>
          <a:effectLst/>
        </p:spPr>
        <p:txBody>
          <a:bodyPr wrap="none" lIns="34290" tIns="17145" rIns="34290" bIns="17145" anchor="ctr"/>
          <a:lstStyle/>
          <a:p>
            <a:endParaRPr lang="en-US"/>
          </a:p>
        </p:txBody>
      </p:sp>
      <p:sp>
        <p:nvSpPr>
          <p:cNvPr id="29" name="TextBox 28">
            <a:extLst>
              <a:ext uri="{FF2B5EF4-FFF2-40B4-BE49-F238E27FC236}">
                <a16:creationId xmlns:a16="http://schemas.microsoft.com/office/drawing/2014/main" id="{E15F06B0-03D3-5F34-BD42-A3399F5C159D}"/>
              </a:ext>
            </a:extLst>
          </p:cNvPr>
          <p:cNvSpPr txBox="1"/>
          <p:nvPr/>
        </p:nvSpPr>
        <p:spPr>
          <a:xfrm>
            <a:off x="5961724" y="4303316"/>
            <a:ext cx="1335622" cy="323165"/>
          </a:xfrm>
          <a:prstGeom prst="rect">
            <a:avLst/>
          </a:prstGeom>
          <a:noFill/>
        </p:spPr>
        <p:txBody>
          <a:bodyPr wrap="none" rtlCol="0">
            <a:spAutoFit/>
          </a:bodyPr>
          <a:lstStyle/>
          <a:p>
            <a:r>
              <a:rPr lang="en-US" sz="1500">
                <a:latin typeface="Open Sans" panose="020B0606030504020204" pitchFamily="34" charset="0"/>
                <a:ea typeface="Open Sans" panose="020B0606030504020204" pitchFamily="34" charset="0"/>
                <a:cs typeface="Open Sans" panose="020B0606030504020204" pitchFamily="34" charset="0"/>
              </a:rPr>
              <a:t>Convenience</a:t>
            </a:r>
            <a:endParaRPr lang="en-GB" sz="1500">
              <a:latin typeface="Open Sans" panose="020B0606030504020204" pitchFamily="34" charset="0"/>
              <a:ea typeface="Open Sans" panose="020B0606030504020204" pitchFamily="34" charset="0"/>
              <a:cs typeface="Open Sans" panose="020B0606030504020204" pitchFamily="34" charset="0"/>
            </a:endParaRPr>
          </a:p>
        </p:txBody>
      </p:sp>
      <p:sp>
        <p:nvSpPr>
          <p:cNvPr id="30" name="Subtitle 2">
            <a:extLst>
              <a:ext uri="{FF2B5EF4-FFF2-40B4-BE49-F238E27FC236}">
                <a16:creationId xmlns:a16="http://schemas.microsoft.com/office/drawing/2014/main" id="{FAE0178D-CC8B-FED6-23AC-F9592D080DB8}"/>
              </a:ext>
            </a:extLst>
          </p:cNvPr>
          <p:cNvSpPr txBox="1">
            <a:spLocks/>
          </p:cNvSpPr>
          <p:nvPr/>
        </p:nvSpPr>
        <p:spPr>
          <a:xfrm>
            <a:off x="5961722" y="4575295"/>
            <a:ext cx="2170223" cy="78346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ts val="1600"/>
              </a:lnSpc>
              <a:spcBef>
                <a:spcPts val="0"/>
              </a:spcBef>
              <a:buNone/>
            </a:pPr>
            <a:r>
              <a:rPr lang="en-GB" sz="9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Lorem ipsum dolor amet, consect etuer adipiscing elite dram, sed dram nonarmy nab euismod</a:t>
            </a:r>
            <a:endParaRPr lang="en-US" sz="9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32" name="Rectangle 31">
            <a:extLst>
              <a:ext uri="{FF2B5EF4-FFF2-40B4-BE49-F238E27FC236}">
                <a16:creationId xmlns:a16="http://schemas.microsoft.com/office/drawing/2014/main" id="{B49FF2B1-78BA-503A-34F4-A938440CBAA2}"/>
              </a:ext>
            </a:extLst>
          </p:cNvPr>
          <p:cNvSpPr/>
          <p:nvPr/>
        </p:nvSpPr>
        <p:spPr>
          <a:xfrm>
            <a:off x="6060291" y="5461248"/>
            <a:ext cx="387350" cy="338553"/>
          </a:xfrm>
          <a:prstGeom prst="rect">
            <a:avLst/>
          </a:prstGeom>
          <a:solidFill>
            <a:schemeClr val="tx2">
              <a:lumMod val="10000"/>
              <a:lumOff val="90000"/>
            </a:schemeClr>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a:p>
        </p:txBody>
      </p:sp>
      <p:sp>
        <p:nvSpPr>
          <p:cNvPr id="33" name="Freeform 24">
            <a:extLst>
              <a:ext uri="{FF2B5EF4-FFF2-40B4-BE49-F238E27FC236}">
                <a16:creationId xmlns:a16="http://schemas.microsoft.com/office/drawing/2014/main" id="{9C5F8280-15D9-F422-0CD6-3A8D1B14EA02}"/>
              </a:ext>
            </a:extLst>
          </p:cNvPr>
          <p:cNvSpPr>
            <a:spLocks noChangeArrowheads="1"/>
          </p:cNvSpPr>
          <p:nvPr/>
        </p:nvSpPr>
        <p:spPr bwMode="auto">
          <a:xfrm>
            <a:off x="6217887" y="5571354"/>
            <a:ext cx="72159" cy="118341"/>
          </a:xfrm>
          <a:custGeom>
            <a:avLst/>
            <a:gdLst>
              <a:gd name="T0" fmla="*/ 23946 w 179"/>
              <a:gd name="T1" fmla="*/ 3985 h 294"/>
              <a:gd name="T2" fmla="*/ 23946 w 179"/>
              <a:gd name="T3" fmla="*/ 3985 h 294"/>
              <a:gd name="T4" fmla="*/ 74941 w 179"/>
              <a:gd name="T5" fmla="*/ 55347 h 294"/>
              <a:gd name="T6" fmla="*/ 78932 w 179"/>
              <a:gd name="T7" fmla="*/ 62874 h 294"/>
              <a:gd name="T8" fmla="*/ 74941 w 179"/>
              <a:gd name="T9" fmla="*/ 74828 h 294"/>
              <a:gd name="T10" fmla="*/ 23946 w 179"/>
              <a:gd name="T11" fmla="*/ 125747 h 294"/>
              <a:gd name="T12" fmla="*/ 3991 w 179"/>
              <a:gd name="T13" fmla="*/ 125747 h 294"/>
              <a:gd name="T14" fmla="*/ 3991 w 179"/>
              <a:gd name="T15" fmla="*/ 106265 h 294"/>
              <a:gd name="T16" fmla="*/ 47448 w 179"/>
              <a:gd name="T17" fmla="*/ 62874 h 294"/>
              <a:gd name="T18" fmla="*/ 3991 w 179"/>
              <a:gd name="T19" fmla="*/ 19482 h 294"/>
              <a:gd name="T20" fmla="*/ 3991 w 179"/>
              <a:gd name="T21" fmla="*/ 3985 h 294"/>
              <a:gd name="T22" fmla="*/ 23946 w 179"/>
              <a:gd name="T23" fmla="*/ 3985 h 29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79" h="294">
                <a:moveTo>
                  <a:pt x="54" y="9"/>
                </a:moveTo>
                <a:lnTo>
                  <a:pt x="54" y="9"/>
                </a:lnTo>
                <a:cubicBezTo>
                  <a:pt x="62" y="18"/>
                  <a:pt x="169" y="125"/>
                  <a:pt x="169" y="125"/>
                </a:cubicBezTo>
                <a:cubicBezTo>
                  <a:pt x="169" y="134"/>
                  <a:pt x="178" y="142"/>
                  <a:pt x="178" y="142"/>
                </a:cubicBezTo>
                <a:cubicBezTo>
                  <a:pt x="178" y="151"/>
                  <a:pt x="169" y="160"/>
                  <a:pt x="169" y="169"/>
                </a:cubicBezTo>
                <a:cubicBezTo>
                  <a:pt x="169" y="169"/>
                  <a:pt x="62" y="275"/>
                  <a:pt x="54" y="284"/>
                </a:cubicBezTo>
                <a:cubicBezTo>
                  <a:pt x="44" y="293"/>
                  <a:pt x="27" y="293"/>
                  <a:pt x="9" y="284"/>
                </a:cubicBezTo>
                <a:cubicBezTo>
                  <a:pt x="0" y="275"/>
                  <a:pt x="0" y="257"/>
                  <a:pt x="9" y="240"/>
                </a:cubicBezTo>
                <a:cubicBezTo>
                  <a:pt x="107" y="142"/>
                  <a:pt x="107" y="142"/>
                  <a:pt x="107" y="142"/>
                </a:cubicBezTo>
                <a:cubicBezTo>
                  <a:pt x="9" y="44"/>
                  <a:pt x="9" y="44"/>
                  <a:pt x="9" y="44"/>
                </a:cubicBezTo>
                <a:cubicBezTo>
                  <a:pt x="0" y="36"/>
                  <a:pt x="0" y="18"/>
                  <a:pt x="9" y="9"/>
                </a:cubicBezTo>
                <a:cubicBezTo>
                  <a:pt x="27" y="0"/>
                  <a:pt x="44" y="0"/>
                  <a:pt x="54" y="9"/>
                </a:cubicBezTo>
              </a:path>
            </a:pathLst>
          </a:custGeom>
          <a:solidFill>
            <a:schemeClr val="tx1"/>
          </a:solidFill>
          <a:ln>
            <a:noFill/>
          </a:ln>
          <a:effectLst/>
        </p:spPr>
        <p:txBody>
          <a:bodyPr wrap="none" lIns="34290" tIns="17145" rIns="34290" bIns="17145" anchor="ctr"/>
          <a:lstStyle/>
          <a:p>
            <a:endParaRPr lang="en-US"/>
          </a:p>
        </p:txBody>
      </p:sp>
      <p:sp>
        <p:nvSpPr>
          <p:cNvPr id="34" name="TextBox 33">
            <a:extLst>
              <a:ext uri="{FF2B5EF4-FFF2-40B4-BE49-F238E27FC236}">
                <a16:creationId xmlns:a16="http://schemas.microsoft.com/office/drawing/2014/main" id="{9479259A-4143-8E21-5C92-19FA8B205723}"/>
              </a:ext>
            </a:extLst>
          </p:cNvPr>
          <p:cNvSpPr txBox="1"/>
          <p:nvPr/>
        </p:nvSpPr>
        <p:spPr>
          <a:xfrm>
            <a:off x="8768630" y="4303316"/>
            <a:ext cx="2106667" cy="323165"/>
          </a:xfrm>
          <a:prstGeom prst="rect">
            <a:avLst/>
          </a:prstGeom>
          <a:noFill/>
        </p:spPr>
        <p:txBody>
          <a:bodyPr wrap="none" rtlCol="0">
            <a:spAutoFit/>
          </a:bodyPr>
          <a:lstStyle/>
          <a:p>
            <a:r>
              <a:rPr lang="en-US" sz="1500">
                <a:solidFill>
                  <a:schemeClr val="bg1"/>
                </a:solidFill>
                <a:latin typeface="Open Sans" panose="020B0606030504020204" pitchFamily="34" charset="0"/>
                <a:ea typeface="Open Sans" panose="020B0606030504020204" pitchFamily="34" charset="0"/>
                <a:cs typeface="Open Sans" panose="020B0606030504020204" pitchFamily="34" charset="0"/>
              </a:rPr>
              <a:t>Optimize Value Chain</a:t>
            </a:r>
            <a:endParaRPr lang="en-GB" sz="150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35" name="Subtitle 2">
            <a:extLst>
              <a:ext uri="{FF2B5EF4-FFF2-40B4-BE49-F238E27FC236}">
                <a16:creationId xmlns:a16="http://schemas.microsoft.com/office/drawing/2014/main" id="{2360605B-3A8D-3427-B1FE-3E7469BE51F9}"/>
              </a:ext>
            </a:extLst>
          </p:cNvPr>
          <p:cNvSpPr txBox="1">
            <a:spLocks/>
          </p:cNvSpPr>
          <p:nvPr/>
        </p:nvSpPr>
        <p:spPr>
          <a:xfrm>
            <a:off x="8768628" y="4575295"/>
            <a:ext cx="2170223" cy="78346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ts val="1600"/>
              </a:lnSpc>
              <a:spcBef>
                <a:spcPts val="0"/>
              </a:spcBef>
              <a:buNone/>
            </a:pPr>
            <a:r>
              <a:rPr lang="en-GB" sz="900">
                <a:solidFill>
                  <a:schemeClr val="bg1"/>
                </a:solidFill>
                <a:latin typeface="Open Sans" panose="020B0606030504020204" pitchFamily="34" charset="0"/>
                <a:ea typeface="Open Sans" panose="020B0606030504020204" pitchFamily="34" charset="0"/>
                <a:cs typeface="Open Sans" panose="020B0606030504020204" pitchFamily="34" charset="0"/>
              </a:rPr>
              <a:t>Lorem ipsum dolor amet, consect etuer adipiscing elite dram, sed dram nonarmy nab euismod</a:t>
            </a:r>
            <a:endParaRPr lang="en-US" sz="90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grpSp>
        <p:nvGrpSpPr>
          <p:cNvPr id="36" name="Group 35">
            <a:extLst>
              <a:ext uri="{FF2B5EF4-FFF2-40B4-BE49-F238E27FC236}">
                <a16:creationId xmlns:a16="http://schemas.microsoft.com/office/drawing/2014/main" id="{287C8BEE-4FDD-8521-7487-83F2F252B686}"/>
              </a:ext>
            </a:extLst>
          </p:cNvPr>
          <p:cNvGrpSpPr/>
          <p:nvPr/>
        </p:nvGrpSpPr>
        <p:grpSpPr>
          <a:xfrm>
            <a:off x="8867197" y="5461248"/>
            <a:ext cx="387350" cy="338553"/>
            <a:chOff x="6013166" y="2777434"/>
            <a:chExt cx="387350" cy="338553"/>
          </a:xfrm>
        </p:grpSpPr>
        <p:sp>
          <p:nvSpPr>
            <p:cNvPr id="37" name="Rectangle 36">
              <a:extLst>
                <a:ext uri="{FF2B5EF4-FFF2-40B4-BE49-F238E27FC236}">
                  <a16:creationId xmlns:a16="http://schemas.microsoft.com/office/drawing/2014/main" id="{5DBF0537-5BE6-F893-B681-214A1C0F44F9}"/>
                </a:ext>
              </a:extLst>
            </p:cNvPr>
            <p:cNvSpPr/>
            <p:nvPr/>
          </p:nvSpPr>
          <p:spPr>
            <a:xfrm>
              <a:off x="6013166" y="2777434"/>
              <a:ext cx="387350" cy="338553"/>
            </a:xfrm>
            <a:prstGeom prst="rect">
              <a:avLst/>
            </a:prstGeom>
            <a:solidFill>
              <a:schemeClr val="bg1"/>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a:p>
          </p:txBody>
        </p:sp>
        <p:sp>
          <p:nvSpPr>
            <p:cNvPr id="38" name="Freeform 24">
              <a:extLst>
                <a:ext uri="{FF2B5EF4-FFF2-40B4-BE49-F238E27FC236}">
                  <a16:creationId xmlns:a16="http://schemas.microsoft.com/office/drawing/2014/main" id="{C612EFE4-3277-38F1-39D6-7A2FE07B7F36}"/>
                </a:ext>
              </a:extLst>
            </p:cNvPr>
            <p:cNvSpPr>
              <a:spLocks noChangeArrowheads="1"/>
            </p:cNvSpPr>
            <p:nvPr/>
          </p:nvSpPr>
          <p:spPr bwMode="auto">
            <a:xfrm>
              <a:off x="6170762" y="2887540"/>
              <a:ext cx="72159" cy="118341"/>
            </a:xfrm>
            <a:custGeom>
              <a:avLst/>
              <a:gdLst>
                <a:gd name="T0" fmla="*/ 23946 w 179"/>
                <a:gd name="T1" fmla="*/ 3985 h 294"/>
                <a:gd name="T2" fmla="*/ 23946 w 179"/>
                <a:gd name="T3" fmla="*/ 3985 h 294"/>
                <a:gd name="T4" fmla="*/ 74941 w 179"/>
                <a:gd name="T5" fmla="*/ 55347 h 294"/>
                <a:gd name="T6" fmla="*/ 78932 w 179"/>
                <a:gd name="T7" fmla="*/ 62874 h 294"/>
                <a:gd name="T8" fmla="*/ 74941 w 179"/>
                <a:gd name="T9" fmla="*/ 74828 h 294"/>
                <a:gd name="T10" fmla="*/ 23946 w 179"/>
                <a:gd name="T11" fmla="*/ 125747 h 294"/>
                <a:gd name="T12" fmla="*/ 3991 w 179"/>
                <a:gd name="T13" fmla="*/ 125747 h 294"/>
                <a:gd name="T14" fmla="*/ 3991 w 179"/>
                <a:gd name="T15" fmla="*/ 106265 h 294"/>
                <a:gd name="T16" fmla="*/ 47448 w 179"/>
                <a:gd name="T17" fmla="*/ 62874 h 294"/>
                <a:gd name="T18" fmla="*/ 3991 w 179"/>
                <a:gd name="T19" fmla="*/ 19482 h 294"/>
                <a:gd name="T20" fmla="*/ 3991 w 179"/>
                <a:gd name="T21" fmla="*/ 3985 h 294"/>
                <a:gd name="T22" fmla="*/ 23946 w 179"/>
                <a:gd name="T23" fmla="*/ 3985 h 29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79" h="294">
                  <a:moveTo>
                    <a:pt x="54" y="9"/>
                  </a:moveTo>
                  <a:lnTo>
                    <a:pt x="54" y="9"/>
                  </a:lnTo>
                  <a:cubicBezTo>
                    <a:pt x="62" y="18"/>
                    <a:pt x="169" y="125"/>
                    <a:pt x="169" y="125"/>
                  </a:cubicBezTo>
                  <a:cubicBezTo>
                    <a:pt x="169" y="134"/>
                    <a:pt x="178" y="142"/>
                    <a:pt x="178" y="142"/>
                  </a:cubicBezTo>
                  <a:cubicBezTo>
                    <a:pt x="178" y="151"/>
                    <a:pt x="169" y="160"/>
                    <a:pt x="169" y="169"/>
                  </a:cubicBezTo>
                  <a:cubicBezTo>
                    <a:pt x="169" y="169"/>
                    <a:pt x="62" y="275"/>
                    <a:pt x="54" y="284"/>
                  </a:cubicBezTo>
                  <a:cubicBezTo>
                    <a:pt x="44" y="293"/>
                    <a:pt x="27" y="293"/>
                    <a:pt x="9" y="284"/>
                  </a:cubicBezTo>
                  <a:cubicBezTo>
                    <a:pt x="0" y="275"/>
                    <a:pt x="0" y="257"/>
                    <a:pt x="9" y="240"/>
                  </a:cubicBezTo>
                  <a:cubicBezTo>
                    <a:pt x="107" y="142"/>
                    <a:pt x="107" y="142"/>
                    <a:pt x="107" y="142"/>
                  </a:cubicBezTo>
                  <a:cubicBezTo>
                    <a:pt x="9" y="44"/>
                    <a:pt x="9" y="44"/>
                    <a:pt x="9" y="44"/>
                  </a:cubicBezTo>
                  <a:cubicBezTo>
                    <a:pt x="0" y="36"/>
                    <a:pt x="0" y="18"/>
                    <a:pt x="9" y="9"/>
                  </a:cubicBezTo>
                  <a:cubicBezTo>
                    <a:pt x="27" y="0"/>
                    <a:pt x="44" y="0"/>
                    <a:pt x="54" y="9"/>
                  </a:cubicBezTo>
                </a:path>
              </a:pathLst>
            </a:custGeom>
            <a:solidFill>
              <a:schemeClr val="tx1"/>
            </a:solidFill>
            <a:ln>
              <a:noFill/>
            </a:ln>
            <a:effectLst/>
          </p:spPr>
          <p:txBody>
            <a:bodyPr wrap="none" lIns="34290" tIns="17145" rIns="34290" bIns="17145" anchor="ctr"/>
            <a:lstStyle/>
            <a:p>
              <a:endParaRPr lang="en-US"/>
            </a:p>
          </p:txBody>
        </p:sp>
      </p:grpSp>
      <p:sp>
        <p:nvSpPr>
          <p:cNvPr id="39" name="Freeform 7">
            <a:extLst>
              <a:ext uri="{FF2B5EF4-FFF2-40B4-BE49-F238E27FC236}">
                <a16:creationId xmlns:a16="http://schemas.microsoft.com/office/drawing/2014/main" id="{70897EFF-080F-4796-B0A7-9232E5CC4715}"/>
              </a:ext>
            </a:extLst>
          </p:cNvPr>
          <p:cNvSpPr>
            <a:spLocks noEditPoints="1"/>
          </p:cNvSpPr>
          <p:nvPr/>
        </p:nvSpPr>
        <p:spPr bwMode="auto">
          <a:xfrm>
            <a:off x="6049432" y="3682108"/>
            <a:ext cx="409069" cy="409069"/>
          </a:xfrm>
          <a:custGeom>
            <a:avLst/>
            <a:gdLst>
              <a:gd name="T0" fmla="*/ 158 w 160"/>
              <a:gd name="T1" fmla="*/ 1 h 160"/>
              <a:gd name="T2" fmla="*/ 153 w 160"/>
              <a:gd name="T3" fmla="*/ 0 h 160"/>
              <a:gd name="T4" fmla="*/ 4 w 160"/>
              <a:gd name="T5" fmla="*/ 73 h 160"/>
              <a:gd name="T6" fmla="*/ 0 w 160"/>
              <a:gd name="T7" fmla="*/ 80 h 160"/>
              <a:gd name="T8" fmla="*/ 4 w 160"/>
              <a:gd name="T9" fmla="*/ 86 h 160"/>
              <a:gd name="T10" fmla="*/ 4 w 160"/>
              <a:gd name="T11" fmla="*/ 86 h 160"/>
              <a:gd name="T12" fmla="*/ 45 w 160"/>
              <a:gd name="T13" fmla="*/ 110 h 160"/>
              <a:gd name="T14" fmla="*/ 45 w 160"/>
              <a:gd name="T15" fmla="*/ 112 h 160"/>
              <a:gd name="T16" fmla="*/ 45 w 160"/>
              <a:gd name="T17" fmla="*/ 157 h 160"/>
              <a:gd name="T18" fmla="*/ 47 w 160"/>
              <a:gd name="T19" fmla="*/ 160 h 160"/>
              <a:gd name="T20" fmla="*/ 48 w 160"/>
              <a:gd name="T21" fmla="*/ 160 h 160"/>
              <a:gd name="T22" fmla="*/ 51 w 160"/>
              <a:gd name="T23" fmla="*/ 158 h 160"/>
              <a:gd name="T24" fmla="*/ 77 w 160"/>
              <a:gd name="T25" fmla="*/ 128 h 160"/>
              <a:gd name="T26" fmla="*/ 109 w 160"/>
              <a:gd name="T27" fmla="*/ 145 h 160"/>
              <a:gd name="T28" fmla="*/ 112 w 160"/>
              <a:gd name="T29" fmla="*/ 145 h 160"/>
              <a:gd name="T30" fmla="*/ 113 w 160"/>
              <a:gd name="T31" fmla="*/ 145 h 160"/>
              <a:gd name="T32" fmla="*/ 118 w 160"/>
              <a:gd name="T33" fmla="*/ 141 h 160"/>
              <a:gd name="T34" fmla="*/ 160 w 160"/>
              <a:gd name="T35" fmla="*/ 6 h 160"/>
              <a:gd name="T36" fmla="*/ 158 w 160"/>
              <a:gd name="T37" fmla="*/ 1 h 160"/>
              <a:gd name="T38" fmla="*/ 5 w 160"/>
              <a:gd name="T39" fmla="*/ 83 h 160"/>
              <a:gd name="T40" fmla="*/ 7 w 160"/>
              <a:gd name="T41" fmla="*/ 80 h 160"/>
              <a:gd name="T42" fmla="*/ 144 w 160"/>
              <a:gd name="T43" fmla="*/ 11 h 160"/>
              <a:gd name="T44" fmla="*/ 50 w 160"/>
              <a:gd name="T45" fmla="*/ 105 h 160"/>
              <a:gd name="T46" fmla="*/ 7 w 160"/>
              <a:gd name="T47" fmla="*/ 80 h 160"/>
              <a:gd name="T48" fmla="*/ 5 w 160"/>
              <a:gd name="T49" fmla="*/ 83 h 160"/>
              <a:gd name="T50" fmla="*/ 5 w 160"/>
              <a:gd name="T51" fmla="*/ 83 h 160"/>
              <a:gd name="T52" fmla="*/ 51 w 160"/>
              <a:gd name="T53" fmla="*/ 147 h 160"/>
              <a:gd name="T54" fmla="*/ 51 w 160"/>
              <a:gd name="T55" fmla="*/ 113 h 160"/>
              <a:gd name="T56" fmla="*/ 51 w 160"/>
              <a:gd name="T57" fmla="*/ 113 h 160"/>
              <a:gd name="T58" fmla="*/ 70 w 160"/>
              <a:gd name="T59" fmla="*/ 125 h 160"/>
              <a:gd name="T60" fmla="*/ 51 w 160"/>
              <a:gd name="T61" fmla="*/ 147 h 160"/>
              <a:gd name="T62" fmla="*/ 51 w 160"/>
              <a:gd name="T63" fmla="*/ 147 h 160"/>
              <a:gd name="T64" fmla="*/ 112 w 160"/>
              <a:gd name="T65" fmla="*/ 139 h 160"/>
              <a:gd name="T66" fmla="*/ 56 w 160"/>
              <a:gd name="T67" fmla="*/ 109 h 160"/>
              <a:gd name="T68" fmla="*/ 150 w 160"/>
              <a:gd name="T69" fmla="*/ 14 h 160"/>
              <a:gd name="T70" fmla="*/ 112 w 160"/>
              <a:gd name="T71" fmla="*/ 139 h 160"/>
              <a:gd name="T72" fmla="*/ 112 w 160"/>
              <a:gd name="T73" fmla="*/ 139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60" h="160">
                <a:moveTo>
                  <a:pt x="158" y="1"/>
                </a:moveTo>
                <a:cubicBezTo>
                  <a:pt x="156" y="0"/>
                  <a:pt x="155" y="0"/>
                  <a:pt x="153" y="0"/>
                </a:cubicBezTo>
                <a:cubicBezTo>
                  <a:pt x="4" y="73"/>
                  <a:pt x="4" y="73"/>
                  <a:pt x="4" y="73"/>
                </a:cubicBezTo>
                <a:cubicBezTo>
                  <a:pt x="2" y="75"/>
                  <a:pt x="0" y="77"/>
                  <a:pt x="0" y="80"/>
                </a:cubicBezTo>
                <a:cubicBezTo>
                  <a:pt x="0" y="83"/>
                  <a:pt x="2" y="85"/>
                  <a:pt x="4" y="86"/>
                </a:cubicBezTo>
                <a:cubicBezTo>
                  <a:pt x="4" y="86"/>
                  <a:pt x="4" y="86"/>
                  <a:pt x="4" y="86"/>
                </a:cubicBezTo>
                <a:cubicBezTo>
                  <a:pt x="45" y="110"/>
                  <a:pt x="45" y="110"/>
                  <a:pt x="45" y="110"/>
                </a:cubicBezTo>
                <a:cubicBezTo>
                  <a:pt x="45" y="112"/>
                  <a:pt x="45" y="112"/>
                  <a:pt x="45" y="112"/>
                </a:cubicBezTo>
                <a:cubicBezTo>
                  <a:pt x="45" y="157"/>
                  <a:pt x="45" y="157"/>
                  <a:pt x="45" y="157"/>
                </a:cubicBezTo>
                <a:cubicBezTo>
                  <a:pt x="45" y="158"/>
                  <a:pt x="47" y="160"/>
                  <a:pt x="47" y="160"/>
                </a:cubicBezTo>
                <a:cubicBezTo>
                  <a:pt x="48" y="160"/>
                  <a:pt x="48" y="160"/>
                  <a:pt x="48" y="160"/>
                </a:cubicBezTo>
                <a:cubicBezTo>
                  <a:pt x="50" y="160"/>
                  <a:pt x="50" y="160"/>
                  <a:pt x="51" y="158"/>
                </a:cubicBezTo>
                <a:cubicBezTo>
                  <a:pt x="77" y="128"/>
                  <a:pt x="77" y="128"/>
                  <a:pt x="77" y="128"/>
                </a:cubicBezTo>
                <a:cubicBezTo>
                  <a:pt x="109" y="145"/>
                  <a:pt x="109" y="145"/>
                  <a:pt x="109" y="145"/>
                </a:cubicBezTo>
                <a:cubicBezTo>
                  <a:pt x="109" y="145"/>
                  <a:pt x="110" y="145"/>
                  <a:pt x="112" y="145"/>
                </a:cubicBezTo>
                <a:cubicBezTo>
                  <a:pt x="113" y="145"/>
                  <a:pt x="113" y="145"/>
                  <a:pt x="113" y="145"/>
                </a:cubicBezTo>
                <a:cubicBezTo>
                  <a:pt x="115" y="145"/>
                  <a:pt x="117" y="144"/>
                  <a:pt x="118" y="141"/>
                </a:cubicBezTo>
                <a:cubicBezTo>
                  <a:pt x="160" y="6"/>
                  <a:pt x="160" y="6"/>
                  <a:pt x="160" y="6"/>
                </a:cubicBezTo>
                <a:cubicBezTo>
                  <a:pt x="160" y="5"/>
                  <a:pt x="160" y="3"/>
                  <a:pt x="158" y="1"/>
                </a:cubicBezTo>
                <a:moveTo>
                  <a:pt x="5" y="83"/>
                </a:moveTo>
                <a:cubicBezTo>
                  <a:pt x="7" y="80"/>
                  <a:pt x="7" y="80"/>
                  <a:pt x="7" y="80"/>
                </a:cubicBezTo>
                <a:cubicBezTo>
                  <a:pt x="144" y="11"/>
                  <a:pt x="144" y="11"/>
                  <a:pt x="144" y="11"/>
                </a:cubicBezTo>
                <a:cubicBezTo>
                  <a:pt x="50" y="105"/>
                  <a:pt x="50" y="105"/>
                  <a:pt x="50" y="105"/>
                </a:cubicBezTo>
                <a:cubicBezTo>
                  <a:pt x="7" y="80"/>
                  <a:pt x="7" y="80"/>
                  <a:pt x="7" y="80"/>
                </a:cubicBezTo>
                <a:cubicBezTo>
                  <a:pt x="5" y="83"/>
                  <a:pt x="5" y="83"/>
                  <a:pt x="5" y="83"/>
                </a:cubicBezTo>
                <a:cubicBezTo>
                  <a:pt x="5" y="83"/>
                  <a:pt x="5" y="83"/>
                  <a:pt x="5" y="83"/>
                </a:cubicBezTo>
                <a:close/>
                <a:moveTo>
                  <a:pt x="51" y="147"/>
                </a:moveTo>
                <a:cubicBezTo>
                  <a:pt x="51" y="113"/>
                  <a:pt x="51" y="113"/>
                  <a:pt x="51" y="113"/>
                </a:cubicBezTo>
                <a:cubicBezTo>
                  <a:pt x="51" y="113"/>
                  <a:pt x="51" y="113"/>
                  <a:pt x="51" y="113"/>
                </a:cubicBezTo>
                <a:cubicBezTo>
                  <a:pt x="70" y="125"/>
                  <a:pt x="70" y="125"/>
                  <a:pt x="70" y="125"/>
                </a:cubicBezTo>
                <a:cubicBezTo>
                  <a:pt x="51" y="147"/>
                  <a:pt x="51" y="147"/>
                  <a:pt x="51" y="147"/>
                </a:cubicBezTo>
                <a:cubicBezTo>
                  <a:pt x="51" y="147"/>
                  <a:pt x="51" y="147"/>
                  <a:pt x="51" y="147"/>
                </a:cubicBezTo>
                <a:close/>
                <a:moveTo>
                  <a:pt x="112" y="139"/>
                </a:moveTo>
                <a:cubicBezTo>
                  <a:pt x="56" y="109"/>
                  <a:pt x="56" y="109"/>
                  <a:pt x="56" y="109"/>
                </a:cubicBezTo>
                <a:cubicBezTo>
                  <a:pt x="150" y="14"/>
                  <a:pt x="150" y="14"/>
                  <a:pt x="150" y="14"/>
                </a:cubicBezTo>
                <a:cubicBezTo>
                  <a:pt x="112" y="139"/>
                  <a:pt x="112" y="139"/>
                  <a:pt x="112" y="139"/>
                </a:cubicBezTo>
                <a:cubicBezTo>
                  <a:pt x="112" y="139"/>
                  <a:pt x="112" y="139"/>
                  <a:pt x="112" y="139"/>
                </a:cubicBez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endParaRPr lang="en-US"/>
          </a:p>
        </p:txBody>
      </p:sp>
      <p:sp>
        <p:nvSpPr>
          <p:cNvPr id="40" name="Freeform 11">
            <a:extLst>
              <a:ext uri="{FF2B5EF4-FFF2-40B4-BE49-F238E27FC236}">
                <a16:creationId xmlns:a16="http://schemas.microsoft.com/office/drawing/2014/main" id="{D2B27696-D59E-2508-D91E-E147019AED55}"/>
              </a:ext>
            </a:extLst>
          </p:cNvPr>
          <p:cNvSpPr>
            <a:spLocks noEditPoints="1"/>
          </p:cNvSpPr>
          <p:nvPr/>
        </p:nvSpPr>
        <p:spPr bwMode="auto">
          <a:xfrm>
            <a:off x="6049432" y="1051879"/>
            <a:ext cx="409069" cy="360493"/>
          </a:xfrm>
          <a:custGeom>
            <a:avLst/>
            <a:gdLst>
              <a:gd name="T0" fmla="*/ 79 w 160"/>
              <a:gd name="T1" fmla="*/ 141 h 141"/>
              <a:gd name="T2" fmla="*/ 0 w 160"/>
              <a:gd name="T3" fmla="*/ 38 h 141"/>
              <a:gd name="T4" fmla="*/ 0 w 160"/>
              <a:gd name="T5" fmla="*/ 35 h 141"/>
              <a:gd name="T6" fmla="*/ 28 w 160"/>
              <a:gd name="T7" fmla="*/ 2 h 141"/>
              <a:gd name="T8" fmla="*/ 29 w 160"/>
              <a:gd name="T9" fmla="*/ 0 h 141"/>
              <a:gd name="T10" fmla="*/ 31 w 160"/>
              <a:gd name="T11" fmla="*/ 0 h 141"/>
              <a:gd name="T12" fmla="*/ 132 w 160"/>
              <a:gd name="T13" fmla="*/ 0 h 141"/>
              <a:gd name="T14" fmla="*/ 133 w 160"/>
              <a:gd name="T15" fmla="*/ 0 h 141"/>
              <a:gd name="T16" fmla="*/ 135 w 160"/>
              <a:gd name="T17" fmla="*/ 2 h 141"/>
              <a:gd name="T18" fmla="*/ 160 w 160"/>
              <a:gd name="T19" fmla="*/ 35 h 141"/>
              <a:gd name="T20" fmla="*/ 160 w 160"/>
              <a:gd name="T21" fmla="*/ 36 h 141"/>
              <a:gd name="T22" fmla="*/ 160 w 160"/>
              <a:gd name="T23" fmla="*/ 36 h 141"/>
              <a:gd name="T24" fmla="*/ 160 w 160"/>
              <a:gd name="T25" fmla="*/ 36 h 141"/>
              <a:gd name="T26" fmla="*/ 160 w 160"/>
              <a:gd name="T27" fmla="*/ 38 h 141"/>
              <a:gd name="T28" fmla="*/ 80 w 160"/>
              <a:gd name="T29" fmla="*/ 141 h 141"/>
              <a:gd name="T30" fmla="*/ 80 w 160"/>
              <a:gd name="T31" fmla="*/ 126 h 141"/>
              <a:gd name="T32" fmla="*/ 56 w 160"/>
              <a:gd name="T33" fmla="*/ 40 h 141"/>
              <a:gd name="T34" fmla="*/ 112 w 160"/>
              <a:gd name="T35" fmla="*/ 40 h 141"/>
              <a:gd name="T36" fmla="*/ 151 w 160"/>
              <a:gd name="T37" fmla="*/ 40 h 141"/>
              <a:gd name="T38" fmla="*/ 112 w 160"/>
              <a:gd name="T39" fmla="*/ 40 h 141"/>
              <a:gd name="T40" fmla="*/ 72 w 160"/>
              <a:gd name="T41" fmla="*/ 121 h 141"/>
              <a:gd name="T42" fmla="*/ 10 w 160"/>
              <a:gd name="T43" fmla="*/ 40 h 141"/>
              <a:gd name="T44" fmla="*/ 116 w 160"/>
              <a:gd name="T45" fmla="*/ 33 h 141"/>
              <a:gd name="T46" fmla="*/ 132 w 160"/>
              <a:gd name="T47" fmla="*/ 8 h 141"/>
              <a:gd name="T48" fmla="*/ 116 w 160"/>
              <a:gd name="T49" fmla="*/ 33 h 141"/>
              <a:gd name="T50" fmla="*/ 103 w 160"/>
              <a:gd name="T51" fmla="*/ 33 h 141"/>
              <a:gd name="T52" fmla="*/ 60 w 160"/>
              <a:gd name="T53" fmla="*/ 33 h 141"/>
              <a:gd name="T54" fmla="*/ 10 w 160"/>
              <a:gd name="T55" fmla="*/ 33 h 141"/>
              <a:gd name="T56" fmla="*/ 31 w 160"/>
              <a:gd name="T57" fmla="*/ 8 h 141"/>
              <a:gd name="T58" fmla="*/ 10 w 160"/>
              <a:gd name="T59" fmla="*/ 33 h 141"/>
              <a:gd name="T60" fmla="*/ 109 w 160"/>
              <a:gd name="T61" fmla="*/ 31 h 141"/>
              <a:gd name="T62" fmla="*/ 88 w 160"/>
              <a:gd name="T63" fmla="*/ 7 h 141"/>
              <a:gd name="T64" fmla="*/ 36 w 160"/>
              <a:gd name="T65" fmla="*/ 7 h 141"/>
              <a:gd name="T66" fmla="*/ 74 w 160"/>
              <a:gd name="T67" fmla="*/ 7 h 141"/>
              <a:gd name="T68" fmla="*/ 36 w 160"/>
              <a:gd name="T69" fmla="*/ 7 h 1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60" h="141">
                <a:moveTo>
                  <a:pt x="80" y="141"/>
                </a:moveTo>
                <a:cubicBezTo>
                  <a:pt x="80" y="141"/>
                  <a:pt x="80" y="141"/>
                  <a:pt x="79" y="141"/>
                </a:cubicBezTo>
                <a:cubicBezTo>
                  <a:pt x="79" y="139"/>
                  <a:pt x="77" y="139"/>
                  <a:pt x="77" y="139"/>
                </a:cubicBezTo>
                <a:cubicBezTo>
                  <a:pt x="0" y="38"/>
                  <a:pt x="0" y="38"/>
                  <a:pt x="0" y="38"/>
                </a:cubicBezTo>
                <a:cubicBezTo>
                  <a:pt x="0" y="38"/>
                  <a:pt x="0" y="36"/>
                  <a:pt x="0" y="35"/>
                </a:cubicBezTo>
                <a:cubicBezTo>
                  <a:pt x="0" y="35"/>
                  <a:pt x="0" y="35"/>
                  <a:pt x="0" y="35"/>
                </a:cubicBezTo>
                <a:cubicBezTo>
                  <a:pt x="28" y="2"/>
                  <a:pt x="28" y="2"/>
                  <a:pt x="28" y="2"/>
                </a:cubicBezTo>
                <a:cubicBezTo>
                  <a:pt x="28" y="2"/>
                  <a:pt x="28" y="2"/>
                  <a:pt x="28" y="2"/>
                </a:cubicBezTo>
                <a:cubicBezTo>
                  <a:pt x="29" y="0"/>
                  <a:pt x="29" y="0"/>
                  <a:pt x="29" y="0"/>
                </a:cubicBezTo>
                <a:cubicBezTo>
                  <a:pt x="29" y="0"/>
                  <a:pt x="29" y="0"/>
                  <a:pt x="29" y="0"/>
                </a:cubicBezTo>
                <a:cubicBezTo>
                  <a:pt x="29" y="0"/>
                  <a:pt x="29" y="0"/>
                  <a:pt x="29" y="0"/>
                </a:cubicBezTo>
                <a:cubicBezTo>
                  <a:pt x="31" y="0"/>
                  <a:pt x="31" y="0"/>
                  <a:pt x="31" y="0"/>
                </a:cubicBezTo>
                <a:cubicBezTo>
                  <a:pt x="31" y="0"/>
                  <a:pt x="31" y="0"/>
                  <a:pt x="31" y="0"/>
                </a:cubicBezTo>
                <a:cubicBezTo>
                  <a:pt x="132" y="0"/>
                  <a:pt x="132" y="0"/>
                  <a:pt x="132" y="0"/>
                </a:cubicBezTo>
                <a:cubicBezTo>
                  <a:pt x="133" y="0"/>
                  <a:pt x="133" y="0"/>
                  <a:pt x="133" y="0"/>
                </a:cubicBezTo>
                <a:cubicBezTo>
                  <a:pt x="133" y="0"/>
                  <a:pt x="133" y="0"/>
                  <a:pt x="133" y="0"/>
                </a:cubicBezTo>
                <a:cubicBezTo>
                  <a:pt x="133" y="0"/>
                  <a:pt x="133" y="0"/>
                  <a:pt x="133" y="0"/>
                </a:cubicBezTo>
                <a:cubicBezTo>
                  <a:pt x="133" y="0"/>
                  <a:pt x="135" y="0"/>
                  <a:pt x="135" y="2"/>
                </a:cubicBezTo>
                <a:cubicBezTo>
                  <a:pt x="135" y="2"/>
                  <a:pt x="135" y="2"/>
                  <a:pt x="135" y="2"/>
                </a:cubicBezTo>
                <a:cubicBezTo>
                  <a:pt x="160" y="35"/>
                  <a:pt x="160" y="35"/>
                  <a:pt x="160" y="35"/>
                </a:cubicBezTo>
                <a:cubicBezTo>
                  <a:pt x="160" y="35"/>
                  <a:pt x="160" y="35"/>
                  <a:pt x="160" y="35"/>
                </a:cubicBezTo>
                <a:cubicBezTo>
                  <a:pt x="160" y="36"/>
                  <a:pt x="160" y="36"/>
                  <a:pt x="160" y="36"/>
                </a:cubicBezTo>
                <a:cubicBezTo>
                  <a:pt x="160" y="36"/>
                  <a:pt x="160" y="36"/>
                  <a:pt x="160" y="36"/>
                </a:cubicBezTo>
                <a:cubicBezTo>
                  <a:pt x="160" y="36"/>
                  <a:pt x="160" y="36"/>
                  <a:pt x="160" y="36"/>
                </a:cubicBezTo>
                <a:cubicBezTo>
                  <a:pt x="160" y="36"/>
                  <a:pt x="160" y="36"/>
                  <a:pt x="160" y="36"/>
                </a:cubicBezTo>
                <a:cubicBezTo>
                  <a:pt x="160" y="36"/>
                  <a:pt x="160" y="36"/>
                  <a:pt x="160" y="36"/>
                </a:cubicBezTo>
                <a:cubicBezTo>
                  <a:pt x="160" y="36"/>
                  <a:pt x="160" y="36"/>
                  <a:pt x="160" y="36"/>
                </a:cubicBezTo>
                <a:cubicBezTo>
                  <a:pt x="160" y="38"/>
                  <a:pt x="160" y="38"/>
                  <a:pt x="160" y="38"/>
                </a:cubicBezTo>
                <a:cubicBezTo>
                  <a:pt x="84" y="139"/>
                  <a:pt x="84" y="139"/>
                  <a:pt x="84" y="139"/>
                </a:cubicBezTo>
                <a:cubicBezTo>
                  <a:pt x="82" y="139"/>
                  <a:pt x="82" y="141"/>
                  <a:pt x="80" y="141"/>
                </a:cubicBezTo>
                <a:moveTo>
                  <a:pt x="56" y="40"/>
                </a:moveTo>
                <a:cubicBezTo>
                  <a:pt x="80" y="126"/>
                  <a:pt x="80" y="126"/>
                  <a:pt x="80" y="126"/>
                </a:cubicBezTo>
                <a:cubicBezTo>
                  <a:pt x="104" y="40"/>
                  <a:pt x="104" y="40"/>
                  <a:pt x="104" y="40"/>
                </a:cubicBezTo>
                <a:cubicBezTo>
                  <a:pt x="56" y="40"/>
                  <a:pt x="56" y="40"/>
                  <a:pt x="56" y="40"/>
                </a:cubicBezTo>
                <a:cubicBezTo>
                  <a:pt x="56" y="40"/>
                  <a:pt x="56" y="40"/>
                  <a:pt x="56" y="40"/>
                </a:cubicBezTo>
                <a:close/>
                <a:moveTo>
                  <a:pt x="112" y="40"/>
                </a:moveTo>
                <a:cubicBezTo>
                  <a:pt x="88" y="121"/>
                  <a:pt x="88" y="121"/>
                  <a:pt x="88" y="121"/>
                </a:cubicBezTo>
                <a:cubicBezTo>
                  <a:pt x="151" y="40"/>
                  <a:pt x="151" y="40"/>
                  <a:pt x="151" y="40"/>
                </a:cubicBezTo>
                <a:cubicBezTo>
                  <a:pt x="112" y="40"/>
                  <a:pt x="112" y="40"/>
                  <a:pt x="112" y="40"/>
                </a:cubicBezTo>
                <a:cubicBezTo>
                  <a:pt x="112" y="40"/>
                  <a:pt x="112" y="40"/>
                  <a:pt x="112" y="40"/>
                </a:cubicBezTo>
                <a:close/>
                <a:moveTo>
                  <a:pt x="10" y="40"/>
                </a:moveTo>
                <a:cubicBezTo>
                  <a:pt x="72" y="121"/>
                  <a:pt x="72" y="121"/>
                  <a:pt x="72" y="121"/>
                </a:cubicBezTo>
                <a:cubicBezTo>
                  <a:pt x="50" y="40"/>
                  <a:pt x="50" y="40"/>
                  <a:pt x="50" y="40"/>
                </a:cubicBezTo>
                <a:cubicBezTo>
                  <a:pt x="10" y="40"/>
                  <a:pt x="10" y="40"/>
                  <a:pt x="10" y="40"/>
                </a:cubicBezTo>
                <a:cubicBezTo>
                  <a:pt x="10" y="40"/>
                  <a:pt x="10" y="40"/>
                  <a:pt x="10" y="40"/>
                </a:cubicBezTo>
                <a:close/>
                <a:moveTo>
                  <a:pt x="116" y="33"/>
                </a:moveTo>
                <a:cubicBezTo>
                  <a:pt x="151" y="33"/>
                  <a:pt x="151" y="33"/>
                  <a:pt x="151" y="33"/>
                </a:cubicBezTo>
                <a:cubicBezTo>
                  <a:pt x="132" y="8"/>
                  <a:pt x="132" y="8"/>
                  <a:pt x="132" y="8"/>
                </a:cubicBezTo>
                <a:cubicBezTo>
                  <a:pt x="116" y="33"/>
                  <a:pt x="116" y="33"/>
                  <a:pt x="116" y="33"/>
                </a:cubicBezTo>
                <a:cubicBezTo>
                  <a:pt x="116" y="33"/>
                  <a:pt x="116" y="33"/>
                  <a:pt x="116" y="33"/>
                </a:cubicBezTo>
                <a:close/>
                <a:moveTo>
                  <a:pt x="60" y="33"/>
                </a:moveTo>
                <a:cubicBezTo>
                  <a:pt x="103" y="33"/>
                  <a:pt x="103" y="33"/>
                  <a:pt x="103" y="33"/>
                </a:cubicBezTo>
                <a:cubicBezTo>
                  <a:pt x="80" y="8"/>
                  <a:pt x="80" y="8"/>
                  <a:pt x="80" y="8"/>
                </a:cubicBezTo>
                <a:cubicBezTo>
                  <a:pt x="60" y="33"/>
                  <a:pt x="60" y="33"/>
                  <a:pt x="60" y="33"/>
                </a:cubicBezTo>
                <a:cubicBezTo>
                  <a:pt x="60" y="33"/>
                  <a:pt x="60" y="33"/>
                  <a:pt x="60" y="33"/>
                </a:cubicBezTo>
                <a:close/>
                <a:moveTo>
                  <a:pt x="10" y="33"/>
                </a:moveTo>
                <a:cubicBezTo>
                  <a:pt x="45" y="33"/>
                  <a:pt x="45" y="33"/>
                  <a:pt x="45" y="33"/>
                </a:cubicBezTo>
                <a:cubicBezTo>
                  <a:pt x="31" y="8"/>
                  <a:pt x="31" y="8"/>
                  <a:pt x="31" y="8"/>
                </a:cubicBezTo>
                <a:cubicBezTo>
                  <a:pt x="10" y="33"/>
                  <a:pt x="10" y="33"/>
                  <a:pt x="10" y="33"/>
                </a:cubicBezTo>
                <a:cubicBezTo>
                  <a:pt x="10" y="33"/>
                  <a:pt x="10" y="33"/>
                  <a:pt x="10" y="33"/>
                </a:cubicBezTo>
                <a:close/>
                <a:moveTo>
                  <a:pt x="88" y="7"/>
                </a:moveTo>
                <a:cubicBezTo>
                  <a:pt x="109" y="31"/>
                  <a:pt x="109" y="31"/>
                  <a:pt x="109" y="31"/>
                </a:cubicBezTo>
                <a:cubicBezTo>
                  <a:pt x="127" y="7"/>
                  <a:pt x="127" y="7"/>
                  <a:pt x="127" y="7"/>
                </a:cubicBezTo>
                <a:cubicBezTo>
                  <a:pt x="88" y="7"/>
                  <a:pt x="88" y="7"/>
                  <a:pt x="88" y="7"/>
                </a:cubicBezTo>
                <a:cubicBezTo>
                  <a:pt x="88" y="7"/>
                  <a:pt x="88" y="7"/>
                  <a:pt x="88" y="7"/>
                </a:cubicBezTo>
                <a:close/>
                <a:moveTo>
                  <a:pt x="36" y="7"/>
                </a:moveTo>
                <a:cubicBezTo>
                  <a:pt x="52" y="31"/>
                  <a:pt x="52" y="31"/>
                  <a:pt x="52" y="31"/>
                </a:cubicBezTo>
                <a:cubicBezTo>
                  <a:pt x="74" y="7"/>
                  <a:pt x="74" y="7"/>
                  <a:pt x="74" y="7"/>
                </a:cubicBezTo>
                <a:cubicBezTo>
                  <a:pt x="36" y="7"/>
                  <a:pt x="36" y="7"/>
                  <a:pt x="36" y="7"/>
                </a:cubicBezTo>
                <a:cubicBezTo>
                  <a:pt x="36" y="7"/>
                  <a:pt x="36" y="7"/>
                  <a:pt x="36" y="7"/>
                </a:cubicBez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endParaRPr lang="en-US"/>
          </a:p>
        </p:txBody>
      </p:sp>
      <p:sp>
        <p:nvSpPr>
          <p:cNvPr id="41" name="Freeform 33">
            <a:extLst>
              <a:ext uri="{FF2B5EF4-FFF2-40B4-BE49-F238E27FC236}">
                <a16:creationId xmlns:a16="http://schemas.microsoft.com/office/drawing/2014/main" id="{47E6BA21-B922-0DAE-DE5C-41CDBCFA984B}"/>
              </a:ext>
            </a:extLst>
          </p:cNvPr>
          <p:cNvSpPr>
            <a:spLocks noEditPoints="1"/>
          </p:cNvSpPr>
          <p:nvPr/>
        </p:nvSpPr>
        <p:spPr bwMode="auto">
          <a:xfrm>
            <a:off x="8894247" y="1051181"/>
            <a:ext cx="414183" cy="375834"/>
          </a:xfrm>
          <a:custGeom>
            <a:avLst/>
            <a:gdLst>
              <a:gd name="T0" fmla="*/ 157 w 162"/>
              <a:gd name="T1" fmla="*/ 110 h 147"/>
              <a:gd name="T2" fmla="*/ 100 w 162"/>
              <a:gd name="T3" fmla="*/ 14 h 147"/>
              <a:gd name="T4" fmla="*/ 81 w 162"/>
              <a:gd name="T5" fmla="*/ 0 h 147"/>
              <a:gd name="T6" fmla="*/ 62 w 162"/>
              <a:gd name="T7" fmla="*/ 14 h 147"/>
              <a:gd name="T8" fmla="*/ 5 w 162"/>
              <a:gd name="T9" fmla="*/ 110 h 147"/>
              <a:gd name="T10" fmla="*/ 4 w 162"/>
              <a:gd name="T11" fmla="*/ 137 h 147"/>
              <a:gd name="T12" fmla="*/ 26 w 162"/>
              <a:gd name="T13" fmla="*/ 147 h 147"/>
              <a:gd name="T14" fmla="*/ 137 w 162"/>
              <a:gd name="T15" fmla="*/ 147 h 147"/>
              <a:gd name="T16" fmla="*/ 159 w 162"/>
              <a:gd name="T17" fmla="*/ 137 h 147"/>
              <a:gd name="T18" fmla="*/ 157 w 162"/>
              <a:gd name="T19" fmla="*/ 110 h 147"/>
              <a:gd name="T20" fmla="*/ 154 w 162"/>
              <a:gd name="T21" fmla="*/ 134 h 147"/>
              <a:gd name="T22" fmla="*/ 137 w 162"/>
              <a:gd name="T23" fmla="*/ 142 h 147"/>
              <a:gd name="T24" fmla="*/ 26 w 162"/>
              <a:gd name="T25" fmla="*/ 142 h 147"/>
              <a:gd name="T26" fmla="*/ 8 w 162"/>
              <a:gd name="T27" fmla="*/ 134 h 147"/>
              <a:gd name="T28" fmla="*/ 10 w 162"/>
              <a:gd name="T29" fmla="*/ 113 h 147"/>
              <a:gd name="T30" fmla="*/ 66 w 162"/>
              <a:gd name="T31" fmla="*/ 16 h 147"/>
              <a:gd name="T32" fmla="*/ 81 w 162"/>
              <a:gd name="T33" fmla="*/ 5 h 147"/>
              <a:gd name="T34" fmla="*/ 97 w 162"/>
              <a:gd name="T35" fmla="*/ 16 h 147"/>
              <a:gd name="T36" fmla="*/ 153 w 162"/>
              <a:gd name="T37" fmla="*/ 113 h 147"/>
              <a:gd name="T38" fmla="*/ 154 w 162"/>
              <a:gd name="T39" fmla="*/ 134 h 147"/>
              <a:gd name="T40" fmla="*/ 82 w 162"/>
              <a:gd name="T41" fmla="*/ 92 h 147"/>
              <a:gd name="T42" fmla="*/ 85 w 162"/>
              <a:gd name="T43" fmla="*/ 90 h 147"/>
              <a:gd name="T44" fmla="*/ 85 w 162"/>
              <a:gd name="T45" fmla="*/ 44 h 147"/>
              <a:gd name="T46" fmla="*/ 82 w 162"/>
              <a:gd name="T47" fmla="*/ 42 h 147"/>
              <a:gd name="T48" fmla="*/ 78 w 162"/>
              <a:gd name="T49" fmla="*/ 44 h 147"/>
              <a:gd name="T50" fmla="*/ 78 w 162"/>
              <a:gd name="T51" fmla="*/ 90 h 147"/>
              <a:gd name="T52" fmla="*/ 82 w 162"/>
              <a:gd name="T53" fmla="*/ 92 h 147"/>
              <a:gd name="T54" fmla="*/ 81 w 162"/>
              <a:gd name="T55" fmla="*/ 104 h 147"/>
              <a:gd name="T56" fmla="*/ 72 w 162"/>
              <a:gd name="T57" fmla="*/ 113 h 147"/>
              <a:gd name="T58" fmla="*/ 81 w 162"/>
              <a:gd name="T59" fmla="*/ 122 h 147"/>
              <a:gd name="T60" fmla="*/ 90 w 162"/>
              <a:gd name="T61" fmla="*/ 113 h 147"/>
              <a:gd name="T62" fmla="*/ 81 w 162"/>
              <a:gd name="T63" fmla="*/ 104 h 147"/>
              <a:gd name="T64" fmla="*/ 81 w 162"/>
              <a:gd name="T65" fmla="*/ 118 h 147"/>
              <a:gd name="T66" fmla="*/ 77 w 162"/>
              <a:gd name="T67" fmla="*/ 113 h 147"/>
              <a:gd name="T68" fmla="*/ 81 w 162"/>
              <a:gd name="T69" fmla="*/ 108 h 147"/>
              <a:gd name="T70" fmla="*/ 86 w 162"/>
              <a:gd name="T71" fmla="*/ 113 h 147"/>
              <a:gd name="T72" fmla="*/ 81 w 162"/>
              <a:gd name="T73" fmla="*/ 118 h 1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62" h="147">
                <a:moveTo>
                  <a:pt x="157" y="110"/>
                </a:moveTo>
                <a:cubicBezTo>
                  <a:pt x="100" y="14"/>
                  <a:pt x="100" y="14"/>
                  <a:pt x="100" y="14"/>
                </a:cubicBezTo>
                <a:cubicBezTo>
                  <a:pt x="96" y="5"/>
                  <a:pt x="89" y="0"/>
                  <a:pt x="81" y="0"/>
                </a:cubicBezTo>
                <a:cubicBezTo>
                  <a:pt x="74" y="0"/>
                  <a:pt x="67" y="5"/>
                  <a:pt x="62" y="14"/>
                </a:cubicBezTo>
                <a:cubicBezTo>
                  <a:pt x="5" y="110"/>
                  <a:pt x="5" y="110"/>
                  <a:pt x="5" y="110"/>
                </a:cubicBezTo>
                <a:cubicBezTo>
                  <a:pt x="1" y="120"/>
                  <a:pt x="0" y="129"/>
                  <a:pt x="4" y="137"/>
                </a:cubicBezTo>
                <a:cubicBezTo>
                  <a:pt x="8" y="144"/>
                  <a:pt x="16" y="147"/>
                  <a:pt x="26" y="147"/>
                </a:cubicBezTo>
                <a:cubicBezTo>
                  <a:pt x="137" y="147"/>
                  <a:pt x="137" y="147"/>
                  <a:pt x="137" y="147"/>
                </a:cubicBezTo>
                <a:cubicBezTo>
                  <a:pt x="146" y="147"/>
                  <a:pt x="154" y="144"/>
                  <a:pt x="159" y="137"/>
                </a:cubicBezTo>
                <a:cubicBezTo>
                  <a:pt x="162" y="129"/>
                  <a:pt x="162" y="120"/>
                  <a:pt x="157" y="110"/>
                </a:cubicBezTo>
                <a:close/>
                <a:moveTo>
                  <a:pt x="154" y="134"/>
                </a:moveTo>
                <a:cubicBezTo>
                  <a:pt x="151" y="139"/>
                  <a:pt x="145" y="142"/>
                  <a:pt x="137" y="142"/>
                </a:cubicBezTo>
                <a:cubicBezTo>
                  <a:pt x="26" y="142"/>
                  <a:pt x="26" y="142"/>
                  <a:pt x="26" y="142"/>
                </a:cubicBezTo>
                <a:cubicBezTo>
                  <a:pt x="18" y="142"/>
                  <a:pt x="11" y="139"/>
                  <a:pt x="8" y="134"/>
                </a:cubicBezTo>
                <a:cubicBezTo>
                  <a:pt x="4" y="128"/>
                  <a:pt x="5" y="121"/>
                  <a:pt x="10" y="113"/>
                </a:cubicBezTo>
                <a:cubicBezTo>
                  <a:pt x="66" y="16"/>
                  <a:pt x="66" y="16"/>
                  <a:pt x="66" y="16"/>
                </a:cubicBezTo>
                <a:cubicBezTo>
                  <a:pt x="70" y="8"/>
                  <a:pt x="75" y="5"/>
                  <a:pt x="81" y="5"/>
                </a:cubicBezTo>
                <a:cubicBezTo>
                  <a:pt x="87" y="5"/>
                  <a:pt x="92" y="8"/>
                  <a:pt x="97" y="16"/>
                </a:cubicBezTo>
                <a:cubicBezTo>
                  <a:pt x="153" y="113"/>
                  <a:pt x="153" y="113"/>
                  <a:pt x="153" y="113"/>
                </a:cubicBezTo>
                <a:cubicBezTo>
                  <a:pt x="158" y="121"/>
                  <a:pt x="158" y="129"/>
                  <a:pt x="154" y="134"/>
                </a:cubicBezTo>
                <a:close/>
                <a:moveTo>
                  <a:pt x="82" y="92"/>
                </a:moveTo>
                <a:cubicBezTo>
                  <a:pt x="83" y="92"/>
                  <a:pt x="85" y="91"/>
                  <a:pt x="85" y="90"/>
                </a:cubicBezTo>
                <a:cubicBezTo>
                  <a:pt x="85" y="44"/>
                  <a:pt x="85" y="44"/>
                  <a:pt x="85" y="44"/>
                </a:cubicBezTo>
                <a:cubicBezTo>
                  <a:pt x="85" y="43"/>
                  <a:pt x="83" y="42"/>
                  <a:pt x="82" y="42"/>
                </a:cubicBezTo>
                <a:cubicBezTo>
                  <a:pt x="80" y="42"/>
                  <a:pt x="78" y="43"/>
                  <a:pt x="78" y="44"/>
                </a:cubicBezTo>
                <a:cubicBezTo>
                  <a:pt x="78" y="90"/>
                  <a:pt x="78" y="90"/>
                  <a:pt x="78" y="90"/>
                </a:cubicBezTo>
                <a:cubicBezTo>
                  <a:pt x="78" y="91"/>
                  <a:pt x="80" y="92"/>
                  <a:pt x="82" y="92"/>
                </a:cubicBezTo>
                <a:close/>
                <a:moveTo>
                  <a:pt x="81" y="104"/>
                </a:moveTo>
                <a:cubicBezTo>
                  <a:pt x="77" y="104"/>
                  <a:pt x="72" y="108"/>
                  <a:pt x="72" y="113"/>
                </a:cubicBezTo>
                <a:cubicBezTo>
                  <a:pt x="72" y="118"/>
                  <a:pt x="77" y="122"/>
                  <a:pt x="81" y="122"/>
                </a:cubicBezTo>
                <a:cubicBezTo>
                  <a:pt x="86" y="122"/>
                  <a:pt x="90" y="118"/>
                  <a:pt x="90" y="113"/>
                </a:cubicBezTo>
                <a:cubicBezTo>
                  <a:pt x="90" y="108"/>
                  <a:pt x="86" y="104"/>
                  <a:pt x="81" y="104"/>
                </a:cubicBezTo>
                <a:close/>
                <a:moveTo>
                  <a:pt x="81" y="118"/>
                </a:moveTo>
                <a:cubicBezTo>
                  <a:pt x="79" y="118"/>
                  <a:pt x="77" y="115"/>
                  <a:pt x="77" y="113"/>
                </a:cubicBezTo>
                <a:cubicBezTo>
                  <a:pt x="77" y="111"/>
                  <a:pt x="79" y="108"/>
                  <a:pt x="81" y="108"/>
                </a:cubicBezTo>
                <a:cubicBezTo>
                  <a:pt x="84" y="108"/>
                  <a:pt x="86" y="111"/>
                  <a:pt x="86" y="113"/>
                </a:cubicBezTo>
                <a:cubicBezTo>
                  <a:pt x="86" y="115"/>
                  <a:pt x="84" y="118"/>
                  <a:pt x="81" y="118"/>
                </a:cubicBez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endParaRPr lang="en-US"/>
          </a:p>
        </p:txBody>
      </p:sp>
      <p:sp>
        <p:nvSpPr>
          <p:cNvPr id="42" name="Freeform 169">
            <a:extLst>
              <a:ext uri="{FF2B5EF4-FFF2-40B4-BE49-F238E27FC236}">
                <a16:creationId xmlns:a16="http://schemas.microsoft.com/office/drawing/2014/main" id="{84BDC915-33D5-E86B-BAF6-385F3E4D5343}"/>
              </a:ext>
            </a:extLst>
          </p:cNvPr>
          <p:cNvSpPr>
            <a:spLocks noEditPoints="1"/>
          </p:cNvSpPr>
          <p:nvPr/>
        </p:nvSpPr>
        <p:spPr bwMode="auto">
          <a:xfrm>
            <a:off x="8922456" y="3684131"/>
            <a:ext cx="357764" cy="364558"/>
          </a:xfrm>
          <a:custGeom>
            <a:avLst/>
            <a:gdLst>
              <a:gd name="T0" fmla="*/ 65 w 158"/>
              <a:gd name="T1" fmla="*/ 90 h 161"/>
              <a:gd name="T2" fmla="*/ 93 w 158"/>
              <a:gd name="T3" fmla="*/ 90 h 161"/>
              <a:gd name="T4" fmla="*/ 158 w 158"/>
              <a:gd name="T5" fmla="*/ 48 h 161"/>
              <a:gd name="T6" fmla="*/ 93 w 158"/>
              <a:gd name="T7" fmla="*/ 5 h 161"/>
              <a:gd name="T8" fmla="*/ 6 w 158"/>
              <a:gd name="T9" fmla="*/ 37 h 161"/>
              <a:gd name="T10" fmla="*/ 6 w 158"/>
              <a:gd name="T11" fmla="*/ 58 h 161"/>
              <a:gd name="T12" fmla="*/ 67 w 158"/>
              <a:gd name="T13" fmla="*/ 10 h 161"/>
              <a:gd name="T14" fmla="*/ 91 w 158"/>
              <a:gd name="T15" fmla="*/ 10 h 161"/>
              <a:gd name="T16" fmla="*/ 152 w 158"/>
              <a:gd name="T17" fmla="*/ 48 h 161"/>
              <a:gd name="T18" fmla="*/ 91 w 158"/>
              <a:gd name="T19" fmla="*/ 85 h 161"/>
              <a:gd name="T20" fmla="*/ 9 w 158"/>
              <a:gd name="T21" fmla="*/ 53 h 161"/>
              <a:gd name="T22" fmla="*/ 9 w 158"/>
              <a:gd name="T23" fmla="*/ 42 h 161"/>
              <a:gd name="T24" fmla="*/ 147 w 158"/>
              <a:gd name="T25" fmla="*/ 72 h 161"/>
              <a:gd name="T26" fmla="*/ 152 w 158"/>
              <a:gd name="T27" fmla="*/ 81 h 161"/>
              <a:gd name="T28" fmla="*/ 91 w 158"/>
              <a:gd name="T29" fmla="*/ 119 h 161"/>
              <a:gd name="T30" fmla="*/ 9 w 158"/>
              <a:gd name="T31" fmla="*/ 86 h 161"/>
              <a:gd name="T32" fmla="*/ 9 w 158"/>
              <a:gd name="T33" fmla="*/ 76 h 161"/>
              <a:gd name="T34" fmla="*/ 6 w 158"/>
              <a:gd name="T35" fmla="*/ 71 h 161"/>
              <a:gd name="T36" fmla="*/ 6 w 158"/>
              <a:gd name="T37" fmla="*/ 91 h 161"/>
              <a:gd name="T38" fmla="*/ 78 w 158"/>
              <a:gd name="T39" fmla="*/ 128 h 161"/>
              <a:gd name="T40" fmla="*/ 151 w 158"/>
              <a:gd name="T41" fmla="*/ 91 h 161"/>
              <a:gd name="T42" fmla="*/ 151 w 158"/>
              <a:gd name="T43" fmla="*/ 71 h 161"/>
              <a:gd name="T44" fmla="*/ 147 w 158"/>
              <a:gd name="T45" fmla="*/ 107 h 161"/>
              <a:gd name="T46" fmla="*/ 152 w 158"/>
              <a:gd name="T47" fmla="*/ 115 h 161"/>
              <a:gd name="T48" fmla="*/ 91 w 158"/>
              <a:gd name="T49" fmla="*/ 152 h 161"/>
              <a:gd name="T50" fmla="*/ 9 w 158"/>
              <a:gd name="T51" fmla="*/ 120 h 161"/>
              <a:gd name="T52" fmla="*/ 9 w 158"/>
              <a:gd name="T53" fmla="*/ 111 h 161"/>
              <a:gd name="T54" fmla="*/ 6 w 158"/>
              <a:gd name="T55" fmla="*/ 106 h 161"/>
              <a:gd name="T56" fmla="*/ 6 w 158"/>
              <a:gd name="T57" fmla="*/ 125 h 161"/>
              <a:gd name="T58" fmla="*/ 78 w 158"/>
              <a:gd name="T59" fmla="*/ 161 h 161"/>
              <a:gd name="T60" fmla="*/ 151 w 158"/>
              <a:gd name="T61" fmla="*/ 125 h 161"/>
              <a:gd name="T62" fmla="*/ 151 w 158"/>
              <a:gd name="T63" fmla="*/ 106 h 1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58" h="161">
                <a:moveTo>
                  <a:pt x="6" y="58"/>
                </a:moveTo>
                <a:cubicBezTo>
                  <a:pt x="65" y="90"/>
                  <a:pt x="65" y="90"/>
                  <a:pt x="65" y="90"/>
                </a:cubicBezTo>
                <a:cubicBezTo>
                  <a:pt x="68" y="93"/>
                  <a:pt x="73" y="94"/>
                  <a:pt x="78" y="94"/>
                </a:cubicBezTo>
                <a:cubicBezTo>
                  <a:pt x="85" y="94"/>
                  <a:pt x="90" y="93"/>
                  <a:pt x="93" y="90"/>
                </a:cubicBezTo>
                <a:cubicBezTo>
                  <a:pt x="151" y="58"/>
                  <a:pt x="151" y="58"/>
                  <a:pt x="151" y="58"/>
                </a:cubicBezTo>
                <a:cubicBezTo>
                  <a:pt x="156" y="55"/>
                  <a:pt x="158" y="51"/>
                  <a:pt x="158" y="48"/>
                </a:cubicBezTo>
                <a:cubicBezTo>
                  <a:pt x="158" y="44"/>
                  <a:pt x="156" y="40"/>
                  <a:pt x="151" y="37"/>
                </a:cubicBezTo>
                <a:cubicBezTo>
                  <a:pt x="93" y="5"/>
                  <a:pt x="93" y="5"/>
                  <a:pt x="93" y="5"/>
                </a:cubicBezTo>
                <a:cubicBezTo>
                  <a:pt x="86" y="0"/>
                  <a:pt x="72" y="0"/>
                  <a:pt x="65" y="5"/>
                </a:cubicBezTo>
                <a:cubicBezTo>
                  <a:pt x="6" y="37"/>
                  <a:pt x="6" y="37"/>
                  <a:pt x="6" y="37"/>
                </a:cubicBezTo>
                <a:cubicBezTo>
                  <a:pt x="2" y="40"/>
                  <a:pt x="0" y="44"/>
                  <a:pt x="0" y="48"/>
                </a:cubicBezTo>
                <a:cubicBezTo>
                  <a:pt x="0" y="51"/>
                  <a:pt x="2" y="55"/>
                  <a:pt x="6" y="58"/>
                </a:cubicBezTo>
                <a:close/>
                <a:moveTo>
                  <a:pt x="9" y="42"/>
                </a:moveTo>
                <a:cubicBezTo>
                  <a:pt x="67" y="10"/>
                  <a:pt x="67" y="10"/>
                  <a:pt x="67" y="10"/>
                </a:cubicBezTo>
                <a:cubicBezTo>
                  <a:pt x="70" y="7"/>
                  <a:pt x="75" y="7"/>
                  <a:pt x="78" y="7"/>
                </a:cubicBezTo>
                <a:cubicBezTo>
                  <a:pt x="83" y="7"/>
                  <a:pt x="87" y="7"/>
                  <a:pt x="91" y="10"/>
                </a:cubicBezTo>
                <a:cubicBezTo>
                  <a:pt x="148" y="42"/>
                  <a:pt x="148" y="42"/>
                  <a:pt x="148" y="42"/>
                </a:cubicBezTo>
                <a:cubicBezTo>
                  <a:pt x="151" y="44"/>
                  <a:pt x="152" y="45"/>
                  <a:pt x="152" y="48"/>
                </a:cubicBezTo>
                <a:cubicBezTo>
                  <a:pt x="152" y="49"/>
                  <a:pt x="151" y="51"/>
                  <a:pt x="148" y="53"/>
                </a:cubicBezTo>
                <a:cubicBezTo>
                  <a:pt x="91" y="85"/>
                  <a:pt x="91" y="85"/>
                  <a:pt x="91" y="85"/>
                </a:cubicBezTo>
                <a:cubicBezTo>
                  <a:pt x="85" y="89"/>
                  <a:pt x="73" y="89"/>
                  <a:pt x="67" y="85"/>
                </a:cubicBezTo>
                <a:cubicBezTo>
                  <a:pt x="9" y="53"/>
                  <a:pt x="9" y="53"/>
                  <a:pt x="9" y="53"/>
                </a:cubicBezTo>
                <a:cubicBezTo>
                  <a:pt x="6" y="51"/>
                  <a:pt x="5" y="49"/>
                  <a:pt x="5" y="48"/>
                </a:cubicBezTo>
                <a:cubicBezTo>
                  <a:pt x="5" y="45"/>
                  <a:pt x="6" y="44"/>
                  <a:pt x="9" y="42"/>
                </a:cubicBezTo>
                <a:close/>
                <a:moveTo>
                  <a:pt x="151" y="71"/>
                </a:moveTo>
                <a:cubicBezTo>
                  <a:pt x="150" y="71"/>
                  <a:pt x="148" y="71"/>
                  <a:pt x="147" y="72"/>
                </a:cubicBezTo>
                <a:cubicBezTo>
                  <a:pt x="147" y="74"/>
                  <a:pt x="147" y="76"/>
                  <a:pt x="148" y="76"/>
                </a:cubicBezTo>
                <a:cubicBezTo>
                  <a:pt x="151" y="77"/>
                  <a:pt x="152" y="80"/>
                  <a:pt x="152" y="81"/>
                </a:cubicBezTo>
                <a:cubicBezTo>
                  <a:pt x="152" y="84"/>
                  <a:pt x="151" y="85"/>
                  <a:pt x="148" y="86"/>
                </a:cubicBezTo>
                <a:cubicBezTo>
                  <a:pt x="91" y="119"/>
                  <a:pt x="91" y="119"/>
                  <a:pt x="91" y="119"/>
                </a:cubicBezTo>
                <a:cubicBezTo>
                  <a:pt x="85" y="123"/>
                  <a:pt x="73" y="123"/>
                  <a:pt x="67" y="119"/>
                </a:cubicBezTo>
                <a:cubicBezTo>
                  <a:pt x="9" y="86"/>
                  <a:pt x="9" y="86"/>
                  <a:pt x="9" y="86"/>
                </a:cubicBezTo>
                <a:cubicBezTo>
                  <a:pt x="6" y="85"/>
                  <a:pt x="5" y="84"/>
                  <a:pt x="5" y="81"/>
                </a:cubicBezTo>
                <a:cubicBezTo>
                  <a:pt x="5" y="80"/>
                  <a:pt x="6" y="77"/>
                  <a:pt x="9" y="76"/>
                </a:cubicBezTo>
                <a:cubicBezTo>
                  <a:pt x="10" y="76"/>
                  <a:pt x="11" y="74"/>
                  <a:pt x="10" y="72"/>
                </a:cubicBezTo>
                <a:cubicBezTo>
                  <a:pt x="10" y="71"/>
                  <a:pt x="7" y="71"/>
                  <a:pt x="6" y="71"/>
                </a:cubicBezTo>
                <a:cubicBezTo>
                  <a:pt x="2" y="74"/>
                  <a:pt x="0" y="77"/>
                  <a:pt x="0" y="81"/>
                </a:cubicBezTo>
                <a:cubicBezTo>
                  <a:pt x="0" y="85"/>
                  <a:pt x="2" y="89"/>
                  <a:pt x="6" y="91"/>
                </a:cubicBezTo>
                <a:cubicBezTo>
                  <a:pt x="65" y="124"/>
                  <a:pt x="65" y="124"/>
                  <a:pt x="65" y="124"/>
                </a:cubicBezTo>
                <a:cubicBezTo>
                  <a:pt x="68" y="126"/>
                  <a:pt x="73" y="128"/>
                  <a:pt x="78" y="128"/>
                </a:cubicBezTo>
                <a:cubicBezTo>
                  <a:pt x="83" y="128"/>
                  <a:pt x="90" y="126"/>
                  <a:pt x="93" y="124"/>
                </a:cubicBezTo>
                <a:cubicBezTo>
                  <a:pt x="151" y="91"/>
                  <a:pt x="151" y="91"/>
                  <a:pt x="151" y="91"/>
                </a:cubicBezTo>
                <a:cubicBezTo>
                  <a:pt x="156" y="89"/>
                  <a:pt x="158" y="85"/>
                  <a:pt x="158" y="81"/>
                </a:cubicBezTo>
                <a:cubicBezTo>
                  <a:pt x="158" y="77"/>
                  <a:pt x="156" y="74"/>
                  <a:pt x="151" y="71"/>
                </a:cubicBezTo>
                <a:close/>
                <a:moveTo>
                  <a:pt x="151" y="106"/>
                </a:moveTo>
                <a:cubicBezTo>
                  <a:pt x="150" y="106"/>
                  <a:pt x="148" y="106"/>
                  <a:pt x="147" y="107"/>
                </a:cubicBezTo>
                <a:cubicBezTo>
                  <a:pt x="147" y="108"/>
                  <a:pt x="147" y="109"/>
                  <a:pt x="148" y="111"/>
                </a:cubicBezTo>
                <a:cubicBezTo>
                  <a:pt x="151" y="112"/>
                  <a:pt x="152" y="114"/>
                  <a:pt x="152" y="115"/>
                </a:cubicBezTo>
                <a:cubicBezTo>
                  <a:pt x="152" y="118"/>
                  <a:pt x="151" y="119"/>
                  <a:pt x="148" y="120"/>
                </a:cubicBezTo>
                <a:cubicBezTo>
                  <a:pt x="91" y="152"/>
                  <a:pt x="91" y="152"/>
                  <a:pt x="91" y="152"/>
                </a:cubicBezTo>
                <a:cubicBezTo>
                  <a:pt x="85" y="156"/>
                  <a:pt x="73" y="156"/>
                  <a:pt x="67" y="152"/>
                </a:cubicBezTo>
                <a:cubicBezTo>
                  <a:pt x="9" y="120"/>
                  <a:pt x="9" y="120"/>
                  <a:pt x="9" y="120"/>
                </a:cubicBezTo>
                <a:cubicBezTo>
                  <a:pt x="6" y="119"/>
                  <a:pt x="5" y="118"/>
                  <a:pt x="5" y="115"/>
                </a:cubicBezTo>
                <a:cubicBezTo>
                  <a:pt x="5" y="114"/>
                  <a:pt x="6" y="112"/>
                  <a:pt x="9" y="111"/>
                </a:cubicBezTo>
                <a:cubicBezTo>
                  <a:pt x="10" y="109"/>
                  <a:pt x="11" y="108"/>
                  <a:pt x="10" y="107"/>
                </a:cubicBezTo>
                <a:cubicBezTo>
                  <a:pt x="10" y="106"/>
                  <a:pt x="7" y="106"/>
                  <a:pt x="6" y="106"/>
                </a:cubicBezTo>
                <a:cubicBezTo>
                  <a:pt x="2" y="108"/>
                  <a:pt x="0" y="112"/>
                  <a:pt x="0" y="115"/>
                </a:cubicBezTo>
                <a:cubicBezTo>
                  <a:pt x="0" y="119"/>
                  <a:pt x="2" y="123"/>
                  <a:pt x="6" y="125"/>
                </a:cubicBezTo>
                <a:cubicBezTo>
                  <a:pt x="65" y="157"/>
                  <a:pt x="65" y="157"/>
                  <a:pt x="65" y="157"/>
                </a:cubicBezTo>
                <a:cubicBezTo>
                  <a:pt x="68" y="160"/>
                  <a:pt x="73" y="161"/>
                  <a:pt x="78" y="161"/>
                </a:cubicBezTo>
                <a:cubicBezTo>
                  <a:pt x="83" y="161"/>
                  <a:pt x="90" y="160"/>
                  <a:pt x="93" y="157"/>
                </a:cubicBezTo>
                <a:cubicBezTo>
                  <a:pt x="151" y="125"/>
                  <a:pt x="151" y="125"/>
                  <a:pt x="151" y="125"/>
                </a:cubicBezTo>
                <a:cubicBezTo>
                  <a:pt x="156" y="123"/>
                  <a:pt x="158" y="119"/>
                  <a:pt x="158" y="115"/>
                </a:cubicBezTo>
                <a:cubicBezTo>
                  <a:pt x="158" y="112"/>
                  <a:pt x="156" y="108"/>
                  <a:pt x="151" y="106"/>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pic>
        <p:nvPicPr>
          <p:cNvPr id="3" name="Imagen 2">
            <a:extLst>
              <a:ext uri="{FF2B5EF4-FFF2-40B4-BE49-F238E27FC236}">
                <a16:creationId xmlns:a16="http://schemas.microsoft.com/office/drawing/2014/main" id="{F9C6C653-5E27-8C49-100C-926AED14A97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9795" y="6368290"/>
            <a:ext cx="1498186" cy="239305"/>
          </a:xfrm>
          <a:prstGeom prst="rect">
            <a:avLst/>
          </a:prstGeom>
        </p:spPr>
      </p:pic>
      <p:pic>
        <p:nvPicPr>
          <p:cNvPr id="4" name="Imagen 3">
            <a:extLst>
              <a:ext uri="{FF2B5EF4-FFF2-40B4-BE49-F238E27FC236}">
                <a16:creationId xmlns:a16="http://schemas.microsoft.com/office/drawing/2014/main" id="{6B7A783F-1A55-70E6-29E5-D82EEAE86625}"/>
              </a:ext>
            </a:extLst>
          </p:cNvPr>
          <p:cNvPicPr>
            <a:picLocks noChangeAspect="1"/>
          </p:cNvPicPr>
          <p:nvPr/>
        </p:nvPicPr>
        <p:blipFill>
          <a:blip r:embed="rId3"/>
          <a:stretch>
            <a:fillRect/>
          </a:stretch>
        </p:blipFill>
        <p:spPr>
          <a:xfrm>
            <a:off x="10547350" y="6165838"/>
            <a:ext cx="1360142" cy="644208"/>
          </a:xfrm>
          <a:prstGeom prst="rect">
            <a:avLst/>
          </a:prstGeom>
        </p:spPr>
      </p:pic>
    </p:spTree>
    <p:extLst>
      <p:ext uri="{BB962C8B-B14F-4D97-AF65-F5344CB8AC3E}">
        <p14:creationId xmlns:p14="http://schemas.microsoft.com/office/powerpoint/2010/main" val="340206124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621505" y="582614"/>
            <a:ext cx="6110968" cy="630942"/>
          </a:xfrm>
          <a:prstGeom prst="rect">
            <a:avLst/>
          </a:prstGeom>
          <a:noFill/>
        </p:spPr>
        <p:txBody>
          <a:bodyPr wrap="none" rtlCol="0">
            <a:spAutoFit/>
          </a:bodyPr>
          <a:lstStyle/>
          <a:p>
            <a:r>
              <a:rPr lang="en-US" sz="3500" b="1" dirty="0" err="1">
                <a:latin typeface="Open Sans" panose="020B0606030504020204" pitchFamily="34" charset="0"/>
                <a:ea typeface="Open Sans" panose="020B0606030504020204" pitchFamily="34" charset="0"/>
                <a:cs typeface="Open Sans" panose="020B0606030504020204" pitchFamily="34" charset="0"/>
              </a:rPr>
              <a:t>Análisis</a:t>
            </a:r>
            <a:r>
              <a:rPr lang="en-US" sz="3500" b="1" dirty="0">
                <a:latin typeface="Open Sans" panose="020B0606030504020204" pitchFamily="34" charset="0"/>
                <a:ea typeface="Open Sans" panose="020B0606030504020204" pitchFamily="34" charset="0"/>
                <a:cs typeface="Open Sans" panose="020B0606030504020204" pitchFamily="34" charset="0"/>
              </a:rPr>
              <a:t> de la </a:t>
            </a:r>
            <a:r>
              <a:rPr lang="en-US" sz="3500" b="1" dirty="0" err="1">
                <a:latin typeface="Open Sans" panose="020B0606030504020204" pitchFamily="34" charset="0"/>
                <a:ea typeface="Open Sans" panose="020B0606030504020204" pitchFamily="34" charset="0"/>
                <a:cs typeface="Open Sans" panose="020B0606030504020204" pitchFamily="34" charset="0"/>
              </a:rPr>
              <a:t>competencia</a:t>
            </a:r>
            <a:endParaRPr lang="en-US" sz="3500" b="1" dirty="0">
              <a:latin typeface="Open Sans" panose="020B0606030504020204" pitchFamily="34" charset="0"/>
              <a:ea typeface="Open Sans" panose="020B0606030504020204" pitchFamily="34" charset="0"/>
              <a:cs typeface="Open Sans" panose="020B0606030504020204" pitchFamily="34" charset="0"/>
            </a:endParaRPr>
          </a:p>
        </p:txBody>
      </p:sp>
      <p:sp>
        <p:nvSpPr>
          <p:cNvPr id="4" name="Rectangle 3">
            <a:extLst>
              <a:ext uri="{FF2B5EF4-FFF2-40B4-BE49-F238E27FC236}">
                <a16:creationId xmlns:a16="http://schemas.microsoft.com/office/drawing/2014/main" id="{836F0D09-B1AC-E809-4FB2-BB9F692B1354}"/>
              </a:ext>
            </a:extLst>
          </p:cNvPr>
          <p:cNvSpPr/>
          <p:nvPr/>
        </p:nvSpPr>
        <p:spPr>
          <a:xfrm>
            <a:off x="4142061" y="1889471"/>
            <a:ext cx="3371260" cy="424462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C9B11456-2440-5585-48FE-FC7EEA5DEF2F}"/>
              </a:ext>
            </a:extLst>
          </p:cNvPr>
          <p:cNvSpPr txBox="1"/>
          <p:nvPr/>
        </p:nvSpPr>
        <p:spPr>
          <a:xfrm>
            <a:off x="621505" y="2759965"/>
            <a:ext cx="3193789" cy="2029658"/>
          </a:xfrm>
          <a:prstGeom prst="rect">
            <a:avLst/>
          </a:prstGeom>
          <a:noFill/>
        </p:spPr>
        <p:txBody>
          <a:bodyPr wrap="square" rtlCol="0">
            <a:spAutoFit/>
          </a:bodyPr>
          <a:lstStyle/>
          <a:p>
            <a:pPr>
              <a:lnSpc>
                <a:spcPts val="1700"/>
              </a:lnSpc>
            </a:pPr>
            <a:r>
              <a:rPr lang="en-US" sz="900" b="0" i="0">
                <a:solidFill>
                  <a:schemeClr val="tx1">
                    <a:lumMod val="50000"/>
                    <a:lumOff val="50000"/>
                  </a:schemeClr>
                </a:solidFill>
                <a:effectLst/>
                <a:latin typeface="Open Sans" panose="020B0606030504020204" pitchFamily="34" charset="0"/>
                <a:ea typeface="Open Sans" panose="020B0606030504020204" pitchFamily="34" charset="0"/>
                <a:cs typeface="Open Sans" panose="020B0606030504020204" pitchFamily="34" charset="0"/>
              </a:rPr>
              <a:t>Lorem Ipsum is simply dummy text of the printing and typesetting industry.  has been the industry's standard dummy text ever since the 1500s, when an unknown printer took a galley of type and scrambled it to make a type specimen book. Lorem Ipsum is simply dummy text of the printing and typesetting industry.  has been the industry's standard dummy text ever since the 1500s, when an unknown printer took a galley of type and scrambled it to make a.</a:t>
            </a:r>
          </a:p>
        </p:txBody>
      </p:sp>
      <p:sp>
        <p:nvSpPr>
          <p:cNvPr id="21" name="TextBox 20">
            <a:extLst>
              <a:ext uri="{FF2B5EF4-FFF2-40B4-BE49-F238E27FC236}">
                <a16:creationId xmlns:a16="http://schemas.microsoft.com/office/drawing/2014/main" id="{9A84165F-8C4E-BAA6-100F-C888CB560E66}"/>
              </a:ext>
            </a:extLst>
          </p:cNvPr>
          <p:cNvSpPr txBox="1"/>
          <p:nvPr/>
        </p:nvSpPr>
        <p:spPr>
          <a:xfrm>
            <a:off x="621505" y="1889471"/>
            <a:ext cx="3105337" cy="302199"/>
          </a:xfrm>
          <a:prstGeom prst="rect">
            <a:avLst/>
          </a:prstGeom>
          <a:noFill/>
        </p:spPr>
        <p:txBody>
          <a:bodyPr wrap="none" rtlCol="0">
            <a:spAutoFit/>
          </a:bodyPr>
          <a:lstStyle/>
          <a:p>
            <a:pPr>
              <a:lnSpc>
                <a:spcPts val="1680"/>
              </a:lnSpc>
            </a:pPr>
            <a:r>
              <a:rPr lang="en-US" sz="1400" b="1" dirty="0">
                <a:latin typeface="Open Sans" panose="020B0606030504020204" pitchFamily="34" charset="0"/>
                <a:ea typeface="Open Sans" panose="020B0606030504020204" pitchFamily="34" charset="0"/>
                <a:cs typeface="Open Sans" panose="020B0606030504020204" pitchFamily="34" charset="0"/>
              </a:rPr>
              <a:t>Una Buena idea </a:t>
            </a:r>
            <a:r>
              <a:rPr lang="en-US" sz="1400" b="1" dirty="0" err="1">
                <a:latin typeface="Open Sans" panose="020B0606030504020204" pitchFamily="34" charset="0"/>
                <a:ea typeface="Open Sans" panose="020B0606030504020204" pitchFamily="34" charset="0"/>
                <a:cs typeface="Open Sans" panose="020B0606030504020204" pitchFamily="34" charset="0"/>
              </a:rPr>
              <a:t>hace</a:t>
            </a:r>
            <a:r>
              <a:rPr lang="en-US" sz="1400" b="1" dirty="0">
                <a:latin typeface="Open Sans" panose="020B0606030504020204" pitchFamily="34" charset="0"/>
                <a:ea typeface="Open Sans" panose="020B0606030504020204" pitchFamily="34" charset="0"/>
                <a:cs typeface="Open Sans" panose="020B0606030504020204" pitchFamily="34" charset="0"/>
              </a:rPr>
              <a:t> </a:t>
            </a:r>
            <a:r>
              <a:rPr lang="en-US" sz="1400" b="1" dirty="0" err="1">
                <a:latin typeface="Open Sans" panose="020B0606030504020204" pitchFamily="34" charset="0"/>
                <a:ea typeface="Open Sans" panose="020B0606030504020204" pitchFamily="34" charset="0"/>
                <a:cs typeface="Open Sans" panose="020B0606030504020204" pitchFamily="34" charset="0"/>
              </a:rPr>
              <a:t>todo</a:t>
            </a:r>
            <a:r>
              <a:rPr lang="en-US" sz="1400" b="1" dirty="0">
                <a:latin typeface="Open Sans" panose="020B0606030504020204" pitchFamily="34" charset="0"/>
                <a:ea typeface="Open Sans" panose="020B0606030504020204" pitchFamily="34" charset="0"/>
                <a:cs typeface="Open Sans" panose="020B0606030504020204" pitchFamily="34" charset="0"/>
              </a:rPr>
              <a:t> </a:t>
            </a:r>
            <a:r>
              <a:rPr lang="en-US" sz="1400" b="1" dirty="0" err="1">
                <a:latin typeface="Open Sans" panose="020B0606030504020204" pitchFamily="34" charset="0"/>
                <a:ea typeface="Open Sans" panose="020B0606030504020204" pitchFamily="34" charset="0"/>
                <a:cs typeface="Open Sans" panose="020B0606030504020204" pitchFamily="34" charset="0"/>
              </a:rPr>
              <a:t>mejor</a:t>
            </a:r>
            <a:endParaRPr lang="en-US" sz="1400" b="1" dirty="0">
              <a:latin typeface="Open Sans" panose="020B0606030504020204" pitchFamily="34" charset="0"/>
              <a:ea typeface="Open Sans" panose="020B0606030504020204" pitchFamily="34" charset="0"/>
              <a:cs typeface="Open Sans" panose="020B0606030504020204" pitchFamily="34" charset="0"/>
            </a:endParaRPr>
          </a:p>
        </p:txBody>
      </p:sp>
      <p:sp>
        <p:nvSpPr>
          <p:cNvPr id="22" name="TextBox 21">
            <a:extLst>
              <a:ext uri="{FF2B5EF4-FFF2-40B4-BE49-F238E27FC236}">
                <a16:creationId xmlns:a16="http://schemas.microsoft.com/office/drawing/2014/main" id="{5C5334F0-79D2-5929-5C80-3CF657488AC1}"/>
              </a:ext>
            </a:extLst>
          </p:cNvPr>
          <p:cNvSpPr txBox="1"/>
          <p:nvPr/>
        </p:nvSpPr>
        <p:spPr>
          <a:xfrm>
            <a:off x="621505" y="5942484"/>
            <a:ext cx="2002471" cy="230832"/>
          </a:xfrm>
          <a:prstGeom prst="rect">
            <a:avLst/>
          </a:prstGeom>
          <a:noFill/>
        </p:spPr>
        <p:txBody>
          <a:bodyPr wrap="none" rtlCol="0">
            <a:spAutoFit/>
          </a:bodyPr>
          <a:lstStyle/>
          <a:p>
            <a:r>
              <a:rPr lang="en-US" sz="900" spc="300" err="1">
                <a:latin typeface="Open Sans" panose="020B0606030504020204" pitchFamily="34" charset="0"/>
                <a:ea typeface="Open Sans" panose="020B0606030504020204" pitchFamily="34" charset="0"/>
                <a:cs typeface="Open Sans" panose="020B0606030504020204" pitchFamily="34" charset="0"/>
              </a:rPr>
              <a:t>www.finlecobpo.com</a:t>
            </a:r>
            <a:endParaRPr lang="en-US" sz="900" spc="300">
              <a:latin typeface="Open Sans" panose="020B0606030504020204" pitchFamily="34" charset="0"/>
              <a:ea typeface="Open Sans" panose="020B0606030504020204" pitchFamily="34" charset="0"/>
              <a:cs typeface="Open Sans" panose="020B0606030504020204" pitchFamily="34" charset="0"/>
            </a:endParaRPr>
          </a:p>
        </p:txBody>
      </p:sp>
      <p:sp>
        <p:nvSpPr>
          <p:cNvPr id="10" name="TextBox 9">
            <a:extLst>
              <a:ext uri="{FF2B5EF4-FFF2-40B4-BE49-F238E27FC236}">
                <a16:creationId xmlns:a16="http://schemas.microsoft.com/office/drawing/2014/main" id="{168D511F-7943-14AF-80BF-F472DC6E80CF}"/>
              </a:ext>
            </a:extLst>
          </p:cNvPr>
          <p:cNvSpPr txBox="1"/>
          <p:nvPr/>
        </p:nvSpPr>
        <p:spPr>
          <a:xfrm>
            <a:off x="4363485" y="2210123"/>
            <a:ext cx="2077813" cy="738664"/>
          </a:xfrm>
          <a:prstGeom prst="rect">
            <a:avLst/>
          </a:prstGeom>
          <a:noFill/>
        </p:spPr>
        <p:txBody>
          <a:bodyPr wrap="none" rtlCol="0">
            <a:spAutoFit/>
          </a:bodyPr>
          <a:lstStyle/>
          <a:p>
            <a:r>
              <a:rPr lang="en-US" sz="1400" b="1">
                <a:latin typeface="Open Sans" panose="020B0606030504020204" pitchFamily="34" charset="0"/>
                <a:ea typeface="Open Sans" panose="020B0606030504020204" pitchFamily="34" charset="0"/>
                <a:cs typeface="Open Sans" panose="020B0606030504020204" pitchFamily="34" charset="0"/>
              </a:rPr>
              <a:t>Analyzing the</a:t>
            </a:r>
          </a:p>
          <a:p>
            <a:r>
              <a:rPr lang="en-US" sz="1400" b="1">
                <a:latin typeface="Open Sans" panose="020B0606030504020204" pitchFamily="34" charset="0"/>
                <a:ea typeface="Open Sans" panose="020B0606030504020204" pitchFamily="34" charset="0"/>
                <a:cs typeface="Open Sans" panose="020B0606030504020204" pitchFamily="34" charset="0"/>
              </a:rPr>
              <a:t>Competition position</a:t>
            </a:r>
          </a:p>
          <a:p>
            <a:r>
              <a:rPr lang="en-US" sz="1400" b="1">
                <a:latin typeface="Open Sans" panose="020B0606030504020204" pitchFamily="34" charset="0"/>
                <a:ea typeface="Open Sans" panose="020B0606030504020204" pitchFamily="34" charset="0"/>
                <a:cs typeface="Open Sans" panose="020B0606030504020204" pitchFamily="34" charset="0"/>
              </a:rPr>
              <a:t>of a Company</a:t>
            </a:r>
          </a:p>
        </p:txBody>
      </p:sp>
      <p:sp>
        <p:nvSpPr>
          <p:cNvPr id="11" name="Freeform 5">
            <a:extLst>
              <a:ext uri="{FF2B5EF4-FFF2-40B4-BE49-F238E27FC236}">
                <a16:creationId xmlns:a16="http://schemas.microsoft.com/office/drawing/2014/main" id="{41216B35-C8C1-EA95-B5C9-725662BDAB2E}"/>
              </a:ext>
            </a:extLst>
          </p:cNvPr>
          <p:cNvSpPr>
            <a:spLocks/>
          </p:cNvSpPr>
          <p:nvPr/>
        </p:nvSpPr>
        <p:spPr bwMode="auto">
          <a:xfrm>
            <a:off x="4439685" y="4080023"/>
            <a:ext cx="2833245" cy="793091"/>
          </a:xfrm>
          <a:custGeom>
            <a:avLst/>
            <a:gdLst>
              <a:gd name="T0" fmla="*/ 2968 w 2968"/>
              <a:gd name="T1" fmla="*/ 696 h 700"/>
              <a:gd name="T2" fmla="*/ 2964 w 2968"/>
              <a:gd name="T3" fmla="*/ 700 h 700"/>
              <a:gd name="T4" fmla="*/ 4 w 2968"/>
              <a:gd name="T5" fmla="*/ 700 h 700"/>
              <a:gd name="T6" fmla="*/ 0 w 2968"/>
              <a:gd name="T7" fmla="*/ 696 h 700"/>
              <a:gd name="T8" fmla="*/ 0 w 2968"/>
              <a:gd name="T9" fmla="*/ 4 h 700"/>
              <a:gd name="T10" fmla="*/ 4 w 2968"/>
              <a:gd name="T11" fmla="*/ 0 h 700"/>
              <a:gd name="T12" fmla="*/ 2964 w 2968"/>
              <a:gd name="T13" fmla="*/ 0 h 700"/>
              <a:gd name="T14" fmla="*/ 2968 w 2968"/>
              <a:gd name="T15" fmla="*/ 4 h 700"/>
              <a:gd name="T16" fmla="*/ 2968 w 2968"/>
              <a:gd name="T17" fmla="*/ 696 h 7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68" h="700">
                <a:moveTo>
                  <a:pt x="2968" y="696"/>
                </a:moveTo>
                <a:cubicBezTo>
                  <a:pt x="2968" y="699"/>
                  <a:pt x="2967" y="700"/>
                  <a:pt x="2964" y="700"/>
                </a:cubicBezTo>
                <a:cubicBezTo>
                  <a:pt x="4" y="700"/>
                  <a:pt x="4" y="700"/>
                  <a:pt x="4" y="700"/>
                </a:cubicBezTo>
                <a:cubicBezTo>
                  <a:pt x="2" y="700"/>
                  <a:pt x="0" y="699"/>
                  <a:pt x="0" y="696"/>
                </a:cubicBezTo>
                <a:cubicBezTo>
                  <a:pt x="0" y="4"/>
                  <a:pt x="0" y="4"/>
                  <a:pt x="0" y="4"/>
                </a:cubicBezTo>
                <a:cubicBezTo>
                  <a:pt x="0" y="2"/>
                  <a:pt x="2" y="0"/>
                  <a:pt x="4" y="0"/>
                </a:cubicBezTo>
                <a:cubicBezTo>
                  <a:pt x="2964" y="0"/>
                  <a:pt x="2964" y="0"/>
                  <a:pt x="2964" y="0"/>
                </a:cubicBezTo>
                <a:cubicBezTo>
                  <a:pt x="2967" y="0"/>
                  <a:pt x="2968" y="2"/>
                  <a:pt x="2968" y="4"/>
                </a:cubicBezTo>
                <a:lnTo>
                  <a:pt x="2968" y="696"/>
                </a:lnTo>
                <a:close/>
              </a:path>
            </a:pathLst>
          </a:custGeom>
          <a:solidFill>
            <a:schemeClr val="tx2">
              <a:lumMod val="10000"/>
              <a:lumOff val="90000"/>
            </a:schemeClr>
          </a:solidFill>
          <a:ln w="15875">
            <a:solidFill>
              <a:schemeClr val="bg1">
                <a:alpha val="40000"/>
              </a:schemeClr>
            </a:solidFill>
          </a:ln>
        </p:spPr>
        <p:txBody>
          <a:bodyPr vert="horz" wrap="square" lIns="91440" tIns="45720" rIns="91440" bIns="45720" numCol="1" anchor="t" anchorCtr="0" compatLnSpc="1">
            <a:prstTxWarp prst="textNoShape">
              <a:avLst/>
            </a:prstTxWarp>
          </a:bodyPr>
          <a:lstStyle/>
          <a:p>
            <a:endParaRPr lang="en-US"/>
          </a:p>
        </p:txBody>
      </p:sp>
      <p:sp>
        <p:nvSpPr>
          <p:cNvPr id="12" name="Oval 11">
            <a:extLst>
              <a:ext uri="{FF2B5EF4-FFF2-40B4-BE49-F238E27FC236}">
                <a16:creationId xmlns:a16="http://schemas.microsoft.com/office/drawing/2014/main" id="{D89D98D2-9C17-0D13-CE8B-74BDC05BB8D7}"/>
              </a:ext>
            </a:extLst>
          </p:cNvPr>
          <p:cNvSpPr/>
          <p:nvPr/>
        </p:nvSpPr>
        <p:spPr>
          <a:xfrm>
            <a:off x="4531351" y="4223133"/>
            <a:ext cx="506870" cy="50687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Josefin Sans" pitchFamily="2" charset="0"/>
            </a:endParaRPr>
          </a:p>
        </p:txBody>
      </p:sp>
      <p:sp>
        <p:nvSpPr>
          <p:cNvPr id="13" name="TextBox 12">
            <a:extLst>
              <a:ext uri="{FF2B5EF4-FFF2-40B4-BE49-F238E27FC236}">
                <a16:creationId xmlns:a16="http://schemas.microsoft.com/office/drawing/2014/main" id="{1295FC5A-7B52-02BA-1528-252FEC33CB76}"/>
              </a:ext>
            </a:extLst>
          </p:cNvPr>
          <p:cNvSpPr txBox="1"/>
          <p:nvPr/>
        </p:nvSpPr>
        <p:spPr>
          <a:xfrm>
            <a:off x="4542649" y="4338069"/>
            <a:ext cx="498856" cy="276999"/>
          </a:xfrm>
          <a:prstGeom prst="rect">
            <a:avLst/>
          </a:prstGeom>
          <a:noFill/>
        </p:spPr>
        <p:txBody>
          <a:bodyPr wrap="none" rtlCol="0">
            <a:spAutoFit/>
          </a:bodyPr>
          <a:lstStyle/>
          <a:p>
            <a:pPr algn="ctr"/>
            <a:r>
              <a:rPr lang="en-US" sz="1200" b="1">
                <a:latin typeface="Open Sans" panose="020B0606030504020204" pitchFamily="34" charset="0"/>
                <a:ea typeface="Open Sans" panose="020B0606030504020204" pitchFamily="34" charset="0"/>
                <a:cs typeface="Open Sans" panose="020B0606030504020204" pitchFamily="34" charset="0"/>
              </a:rPr>
              <a:t>75%</a:t>
            </a:r>
          </a:p>
        </p:txBody>
      </p:sp>
      <p:sp>
        <p:nvSpPr>
          <p:cNvPr id="14" name="TextBox 13">
            <a:extLst>
              <a:ext uri="{FF2B5EF4-FFF2-40B4-BE49-F238E27FC236}">
                <a16:creationId xmlns:a16="http://schemas.microsoft.com/office/drawing/2014/main" id="{2B991791-0D81-1E14-E05E-4CE0C0CB818C}"/>
              </a:ext>
            </a:extLst>
          </p:cNvPr>
          <p:cNvSpPr txBox="1"/>
          <p:nvPr/>
        </p:nvSpPr>
        <p:spPr>
          <a:xfrm>
            <a:off x="5127245" y="4130557"/>
            <a:ext cx="936475" cy="276999"/>
          </a:xfrm>
          <a:prstGeom prst="rect">
            <a:avLst/>
          </a:prstGeom>
          <a:noFill/>
        </p:spPr>
        <p:txBody>
          <a:bodyPr wrap="none" rtlCol="0">
            <a:spAutoFit/>
          </a:bodyPr>
          <a:lstStyle/>
          <a:p>
            <a:r>
              <a:rPr lang="en-US" sz="1200" b="1">
                <a:latin typeface="Open Sans" panose="020B0606030504020204" pitchFamily="34" charset="0"/>
                <a:ea typeface="Open Sans" panose="020B0606030504020204" pitchFamily="34" charset="0"/>
                <a:cs typeface="Open Sans" panose="020B0606030504020204" pitchFamily="34" charset="0"/>
              </a:rPr>
              <a:t>Total Cost</a:t>
            </a:r>
          </a:p>
        </p:txBody>
      </p:sp>
      <p:sp>
        <p:nvSpPr>
          <p:cNvPr id="15" name="TextBox 14">
            <a:extLst>
              <a:ext uri="{FF2B5EF4-FFF2-40B4-BE49-F238E27FC236}">
                <a16:creationId xmlns:a16="http://schemas.microsoft.com/office/drawing/2014/main" id="{FCD6CB66-F9F1-62AE-00F0-D86835DC5324}"/>
              </a:ext>
            </a:extLst>
          </p:cNvPr>
          <p:cNvSpPr txBox="1"/>
          <p:nvPr/>
        </p:nvSpPr>
        <p:spPr>
          <a:xfrm>
            <a:off x="5127245" y="4344051"/>
            <a:ext cx="2106122" cy="478529"/>
          </a:xfrm>
          <a:prstGeom prst="rect">
            <a:avLst/>
          </a:prstGeom>
          <a:noFill/>
        </p:spPr>
        <p:txBody>
          <a:bodyPr wrap="square">
            <a:spAutoFit/>
          </a:bodyPr>
          <a:lstStyle/>
          <a:p>
            <a:pPr>
              <a:lnSpc>
                <a:spcPts val="1600"/>
              </a:lnSpc>
            </a:pPr>
            <a:r>
              <a:rPr lang="en-US" sz="900" i="0">
                <a:solidFill>
                  <a:schemeClr val="tx1">
                    <a:lumMod val="50000"/>
                    <a:lumOff val="50000"/>
                  </a:schemeClr>
                </a:solidFill>
                <a:effectLst/>
                <a:latin typeface="Open Sans" panose="020B0606030504020204" pitchFamily="34" charset="0"/>
                <a:ea typeface="Open Sans" panose="020B0606030504020204" pitchFamily="34" charset="0"/>
                <a:cs typeface="Open Sans" panose="020B0606030504020204" pitchFamily="34" charset="0"/>
              </a:rPr>
              <a:t>Lorem Ipsum </a:t>
            </a:r>
            <a:r>
              <a:rPr lang="en-US" sz="900" b="0" i="0">
                <a:solidFill>
                  <a:schemeClr val="tx1">
                    <a:lumMod val="50000"/>
                    <a:lumOff val="50000"/>
                  </a:schemeClr>
                </a:solidFill>
                <a:effectLst/>
                <a:latin typeface="Open Sans" panose="020B0606030504020204" pitchFamily="34" charset="0"/>
                <a:ea typeface="Open Sans" panose="020B0606030504020204" pitchFamily="34" charset="0"/>
                <a:cs typeface="Open Sans" panose="020B0606030504020204" pitchFamily="34" charset="0"/>
              </a:rPr>
              <a:t>is simply dummy industry's standard.</a:t>
            </a:r>
            <a:endParaRPr lang="en-US" sz="9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endParaRPr>
          </a:p>
        </p:txBody>
      </p:sp>
      <p:grpSp>
        <p:nvGrpSpPr>
          <p:cNvPr id="16" name="Group 15">
            <a:extLst>
              <a:ext uri="{FF2B5EF4-FFF2-40B4-BE49-F238E27FC236}">
                <a16:creationId xmlns:a16="http://schemas.microsoft.com/office/drawing/2014/main" id="{F7B387E1-A630-83CF-3874-1D72840FF12A}"/>
              </a:ext>
            </a:extLst>
          </p:cNvPr>
          <p:cNvGrpSpPr/>
          <p:nvPr/>
        </p:nvGrpSpPr>
        <p:grpSpPr>
          <a:xfrm>
            <a:off x="4363485" y="3086360"/>
            <a:ext cx="2928412" cy="692199"/>
            <a:chOff x="1158368" y="3345689"/>
            <a:chExt cx="2928412" cy="692199"/>
          </a:xfrm>
        </p:grpSpPr>
        <p:sp>
          <p:nvSpPr>
            <p:cNvPr id="17" name="TextBox 16">
              <a:extLst>
                <a:ext uri="{FF2B5EF4-FFF2-40B4-BE49-F238E27FC236}">
                  <a16:creationId xmlns:a16="http://schemas.microsoft.com/office/drawing/2014/main" id="{698BA23F-733B-F15D-84C4-D54BAEFCD62D}"/>
                </a:ext>
              </a:extLst>
            </p:cNvPr>
            <p:cNvSpPr txBox="1"/>
            <p:nvPr/>
          </p:nvSpPr>
          <p:spPr>
            <a:xfrm>
              <a:off x="1158368" y="3345689"/>
              <a:ext cx="2928412" cy="266355"/>
            </a:xfrm>
            <a:prstGeom prst="rect">
              <a:avLst/>
            </a:prstGeom>
            <a:noFill/>
          </p:spPr>
          <p:txBody>
            <a:bodyPr wrap="square">
              <a:spAutoFit/>
            </a:bodyPr>
            <a:lstStyle/>
            <a:p>
              <a:pPr marL="171450" indent="-171450">
                <a:lnSpc>
                  <a:spcPts val="1500"/>
                </a:lnSpc>
                <a:buFont typeface="Wingdings" panose="05000000000000000000" pitchFamily="2" charset="2"/>
                <a:buChar char="ü"/>
              </a:pPr>
              <a:r>
                <a:rPr lang="en-US" sz="900" i="0">
                  <a:solidFill>
                    <a:schemeClr val="tx1">
                      <a:lumMod val="50000"/>
                      <a:lumOff val="50000"/>
                    </a:schemeClr>
                  </a:solidFill>
                  <a:effectLst/>
                  <a:latin typeface="Open Sans" panose="020B0606030504020204" pitchFamily="34" charset="0"/>
                  <a:ea typeface="Open Sans" panose="020B0606030504020204" pitchFamily="34" charset="0"/>
                  <a:cs typeface="Open Sans" panose="020B0606030504020204" pitchFamily="34" charset="0"/>
                </a:rPr>
                <a:t>Lorem Ipsum </a:t>
              </a:r>
              <a:r>
                <a:rPr lang="en-US" sz="900" b="0" i="0">
                  <a:solidFill>
                    <a:schemeClr val="tx1">
                      <a:lumMod val="50000"/>
                      <a:lumOff val="50000"/>
                    </a:schemeClr>
                  </a:solidFill>
                  <a:effectLst/>
                  <a:latin typeface="Open Sans" panose="020B0606030504020204" pitchFamily="34" charset="0"/>
                  <a:ea typeface="Open Sans" panose="020B0606030504020204" pitchFamily="34" charset="0"/>
                  <a:cs typeface="Open Sans" panose="020B0606030504020204" pitchFamily="34" charset="0"/>
                </a:rPr>
                <a:t>is simply dummy</a:t>
              </a:r>
              <a:r>
                <a:rPr lang="en-US" sz="9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 </a:t>
              </a:r>
              <a:r>
                <a:rPr lang="en-US" sz="900" b="0" i="0">
                  <a:solidFill>
                    <a:schemeClr val="tx1">
                      <a:lumMod val="50000"/>
                      <a:lumOff val="50000"/>
                    </a:schemeClr>
                  </a:solidFill>
                  <a:effectLst/>
                  <a:latin typeface="Open Sans" panose="020B0606030504020204" pitchFamily="34" charset="0"/>
                  <a:ea typeface="Open Sans" panose="020B0606030504020204" pitchFamily="34" charset="0"/>
                  <a:cs typeface="Open Sans" panose="020B0606030504020204" pitchFamily="34" charset="0"/>
                </a:rPr>
                <a:t>typesetting.</a:t>
              </a:r>
              <a:endParaRPr lang="en-US" sz="9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8" name="TextBox 17">
              <a:extLst>
                <a:ext uri="{FF2B5EF4-FFF2-40B4-BE49-F238E27FC236}">
                  <a16:creationId xmlns:a16="http://schemas.microsoft.com/office/drawing/2014/main" id="{619B8A25-BFAF-CB79-0D52-784A8665885F}"/>
                </a:ext>
              </a:extLst>
            </p:cNvPr>
            <p:cNvSpPr txBox="1"/>
            <p:nvPr/>
          </p:nvSpPr>
          <p:spPr>
            <a:xfrm>
              <a:off x="1158368" y="3558676"/>
              <a:ext cx="2502046" cy="266355"/>
            </a:xfrm>
            <a:prstGeom prst="rect">
              <a:avLst/>
            </a:prstGeom>
            <a:noFill/>
          </p:spPr>
          <p:txBody>
            <a:bodyPr wrap="square">
              <a:spAutoFit/>
            </a:bodyPr>
            <a:lstStyle/>
            <a:p>
              <a:pPr marL="171450" indent="-171450">
                <a:lnSpc>
                  <a:spcPts val="1500"/>
                </a:lnSpc>
                <a:buFont typeface="Wingdings" panose="05000000000000000000" pitchFamily="2" charset="2"/>
                <a:buChar char="ü"/>
              </a:pPr>
              <a:r>
                <a:rPr lang="en-US" sz="900" i="0">
                  <a:solidFill>
                    <a:schemeClr val="tx1">
                      <a:lumMod val="50000"/>
                      <a:lumOff val="50000"/>
                    </a:schemeClr>
                  </a:solidFill>
                  <a:effectLst/>
                  <a:latin typeface="Open Sans" panose="020B0606030504020204" pitchFamily="34" charset="0"/>
                  <a:ea typeface="Open Sans" panose="020B0606030504020204" pitchFamily="34" charset="0"/>
                  <a:cs typeface="Open Sans" panose="020B0606030504020204" pitchFamily="34" charset="0"/>
                </a:rPr>
                <a:t>Lorem Ipsum </a:t>
              </a:r>
              <a:r>
                <a:rPr lang="en-US" sz="900" b="0" i="0">
                  <a:solidFill>
                    <a:schemeClr val="tx1">
                      <a:lumMod val="50000"/>
                      <a:lumOff val="50000"/>
                    </a:schemeClr>
                  </a:solidFill>
                  <a:effectLst/>
                  <a:latin typeface="Open Sans" panose="020B0606030504020204" pitchFamily="34" charset="0"/>
                  <a:ea typeface="Open Sans" panose="020B0606030504020204" pitchFamily="34" charset="0"/>
                  <a:cs typeface="Open Sans" panose="020B0606030504020204" pitchFamily="34" charset="0"/>
                </a:rPr>
                <a:t>is simply typesetting.</a:t>
              </a:r>
              <a:endParaRPr lang="en-US" sz="9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9" name="TextBox 18">
              <a:extLst>
                <a:ext uri="{FF2B5EF4-FFF2-40B4-BE49-F238E27FC236}">
                  <a16:creationId xmlns:a16="http://schemas.microsoft.com/office/drawing/2014/main" id="{FD76BE53-C10D-F0C0-A1B9-8A7A8F76544F}"/>
                </a:ext>
              </a:extLst>
            </p:cNvPr>
            <p:cNvSpPr txBox="1"/>
            <p:nvPr/>
          </p:nvSpPr>
          <p:spPr>
            <a:xfrm>
              <a:off x="1158368" y="3771533"/>
              <a:ext cx="2502046" cy="266355"/>
            </a:xfrm>
            <a:prstGeom prst="rect">
              <a:avLst/>
            </a:prstGeom>
            <a:noFill/>
          </p:spPr>
          <p:txBody>
            <a:bodyPr wrap="square">
              <a:spAutoFit/>
            </a:bodyPr>
            <a:lstStyle/>
            <a:p>
              <a:pPr marL="171450" indent="-171450">
                <a:lnSpc>
                  <a:spcPts val="1500"/>
                </a:lnSpc>
                <a:buFont typeface="Wingdings" panose="05000000000000000000" pitchFamily="2" charset="2"/>
                <a:buChar char="ü"/>
              </a:pPr>
              <a:r>
                <a:rPr lang="en-US" sz="900" i="0">
                  <a:solidFill>
                    <a:schemeClr val="tx1">
                      <a:lumMod val="50000"/>
                      <a:lumOff val="50000"/>
                    </a:schemeClr>
                  </a:solidFill>
                  <a:effectLst/>
                  <a:latin typeface="Open Sans" panose="020B0606030504020204" pitchFamily="34" charset="0"/>
                  <a:ea typeface="Open Sans" panose="020B0606030504020204" pitchFamily="34" charset="0"/>
                  <a:cs typeface="Open Sans" panose="020B0606030504020204" pitchFamily="34" charset="0"/>
                </a:rPr>
                <a:t>Lorem Ipsum </a:t>
              </a:r>
              <a:r>
                <a:rPr lang="en-US" sz="900" b="0" i="0">
                  <a:solidFill>
                    <a:schemeClr val="tx1">
                      <a:lumMod val="50000"/>
                      <a:lumOff val="50000"/>
                    </a:schemeClr>
                  </a:solidFill>
                  <a:effectLst/>
                  <a:latin typeface="Open Sans" panose="020B0606030504020204" pitchFamily="34" charset="0"/>
                  <a:ea typeface="Open Sans" panose="020B0606030504020204" pitchFamily="34" charset="0"/>
                  <a:cs typeface="Open Sans" panose="020B0606030504020204" pitchFamily="34" charset="0"/>
                </a:rPr>
                <a:t>is typesetting.</a:t>
              </a:r>
              <a:endParaRPr lang="en-US" sz="9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endParaRPr>
            </a:p>
          </p:txBody>
        </p:sp>
      </p:grpSp>
      <p:grpSp>
        <p:nvGrpSpPr>
          <p:cNvPr id="25" name="Group 24"/>
          <p:cNvGrpSpPr/>
          <p:nvPr/>
        </p:nvGrpSpPr>
        <p:grpSpPr>
          <a:xfrm>
            <a:off x="4439685" y="5085052"/>
            <a:ext cx="2834389" cy="728396"/>
            <a:chOff x="4384177" y="5370344"/>
            <a:chExt cx="2834389" cy="728396"/>
          </a:xfrm>
        </p:grpSpPr>
        <p:sp>
          <p:nvSpPr>
            <p:cNvPr id="5" name="Rectangle: Rounded Corners 7">
              <a:extLst>
                <a:ext uri="{FF2B5EF4-FFF2-40B4-BE49-F238E27FC236}">
                  <a16:creationId xmlns:a16="http://schemas.microsoft.com/office/drawing/2014/main" id="{B29963A0-E907-C40B-AEFF-7771A68538EC}"/>
                </a:ext>
              </a:extLst>
            </p:cNvPr>
            <p:cNvSpPr/>
            <p:nvPr/>
          </p:nvSpPr>
          <p:spPr>
            <a:xfrm>
              <a:off x="4384177" y="5370344"/>
              <a:ext cx="1310786" cy="728396"/>
            </a:xfrm>
            <a:prstGeom prst="roundRect">
              <a:avLst>
                <a:gd name="adj" fmla="val 12104"/>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Rounded Corners 8">
              <a:extLst>
                <a:ext uri="{FF2B5EF4-FFF2-40B4-BE49-F238E27FC236}">
                  <a16:creationId xmlns:a16="http://schemas.microsoft.com/office/drawing/2014/main" id="{4199DC5E-4E7E-AA88-764A-491995D63E53}"/>
                </a:ext>
              </a:extLst>
            </p:cNvPr>
            <p:cNvSpPr/>
            <p:nvPr/>
          </p:nvSpPr>
          <p:spPr>
            <a:xfrm>
              <a:off x="5907780" y="5370344"/>
              <a:ext cx="1310786" cy="728396"/>
            </a:xfrm>
            <a:prstGeom prst="roundRect">
              <a:avLst>
                <a:gd name="adj" fmla="val 12104"/>
              </a:avLst>
            </a:prstGeom>
            <a:solidFill>
              <a:srgbClr val="605F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5E986467-E4D4-4326-EC0C-4BBD97609E6C}"/>
                </a:ext>
              </a:extLst>
            </p:cNvPr>
            <p:cNvSpPr txBox="1"/>
            <p:nvPr/>
          </p:nvSpPr>
          <p:spPr>
            <a:xfrm>
              <a:off x="4606599" y="5639904"/>
              <a:ext cx="865943" cy="400110"/>
            </a:xfrm>
            <a:prstGeom prst="rect">
              <a:avLst/>
            </a:prstGeom>
            <a:noFill/>
          </p:spPr>
          <p:txBody>
            <a:bodyPr wrap="none" rtlCol="0">
              <a:spAutoFit/>
            </a:bodyPr>
            <a:lstStyle/>
            <a:p>
              <a:pPr algn="ctr"/>
              <a:r>
                <a:rPr lang="en-US" sz="2000" b="1">
                  <a:latin typeface="Open Sans" panose="020B0606030504020204" pitchFamily="34" charset="0"/>
                  <a:ea typeface="Open Sans" panose="020B0606030504020204" pitchFamily="34" charset="0"/>
                  <a:cs typeface="Open Sans" panose="020B0606030504020204" pitchFamily="34" charset="0"/>
                </a:rPr>
                <a:t>4.85K</a:t>
              </a:r>
            </a:p>
          </p:txBody>
        </p:sp>
        <p:sp>
          <p:nvSpPr>
            <p:cNvPr id="9" name="TextBox 8">
              <a:extLst>
                <a:ext uri="{FF2B5EF4-FFF2-40B4-BE49-F238E27FC236}">
                  <a16:creationId xmlns:a16="http://schemas.microsoft.com/office/drawing/2014/main" id="{DAAFFA18-589E-6144-AA4F-97EE00BA122B}"/>
                </a:ext>
              </a:extLst>
            </p:cNvPr>
            <p:cNvSpPr txBox="1"/>
            <p:nvPr/>
          </p:nvSpPr>
          <p:spPr>
            <a:xfrm>
              <a:off x="6130202" y="5639904"/>
              <a:ext cx="865943" cy="400110"/>
            </a:xfrm>
            <a:prstGeom prst="rect">
              <a:avLst/>
            </a:prstGeom>
            <a:noFill/>
          </p:spPr>
          <p:txBody>
            <a:bodyPr wrap="none" rtlCol="0">
              <a:spAutoFit/>
            </a:bodyPr>
            <a:lstStyle/>
            <a:p>
              <a:pPr algn="ctr"/>
              <a:r>
                <a:rPr lang="en-US" sz="2000" b="1">
                  <a:solidFill>
                    <a:schemeClr val="bg1"/>
                  </a:solidFill>
                  <a:latin typeface="Open Sans" panose="020B0606030504020204" pitchFamily="34" charset="0"/>
                  <a:ea typeface="Open Sans" panose="020B0606030504020204" pitchFamily="34" charset="0"/>
                  <a:cs typeface="Open Sans" panose="020B0606030504020204" pitchFamily="34" charset="0"/>
                </a:rPr>
                <a:t>1.60K</a:t>
              </a:r>
            </a:p>
          </p:txBody>
        </p:sp>
        <p:sp>
          <p:nvSpPr>
            <p:cNvPr id="23" name="TextBox 22">
              <a:extLst>
                <a:ext uri="{FF2B5EF4-FFF2-40B4-BE49-F238E27FC236}">
                  <a16:creationId xmlns:a16="http://schemas.microsoft.com/office/drawing/2014/main" id="{5E986467-E4D4-4326-EC0C-4BBD97609E6C}"/>
                </a:ext>
              </a:extLst>
            </p:cNvPr>
            <p:cNvSpPr txBox="1"/>
            <p:nvPr/>
          </p:nvSpPr>
          <p:spPr>
            <a:xfrm>
              <a:off x="4802166" y="5424273"/>
              <a:ext cx="474809" cy="246221"/>
            </a:xfrm>
            <a:prstGeom prst="rect">
              <a:avLst/>
            </a:prstGeom>
            <a:noFill/>
          </p:spPr>
          <p:txBody>
            <a:bodyPr wrap="none" rtlCol="0">
              <a:spAutoFit/>
            </a:bodyPr>
            <a:lstStyle/>
            <a:p>
              <a:pPr algn="ctr"/>
              <a:r>
                <a:rPr lang="en-US" sz="1000">
                  <a:latin typeface="Open Sans" panose="020B0606030504020204" pitchFamily="34" charset="0"/>
                  <a:ea typeface="Open Sans" panose="020B0606030504020204" pitchFamily="34" charset="0"/>
                  <a:cs typeface="Open Sans" panose="020B0606030504020204" pitchFamily="34" charset="0"/>
                </a:rPr>
                <a:t>Male</a:t>
              </a:r>
            </a:p>
          </p:txBody>
        </p:sp>
        <p:sp>
          <p:nvSpPr>
            <p:cNvPr id="24" name="TextBox 23">
              <a:extLst>
                <a:ext uri="{FF2B5EF4-FFF2-40B4-BE49-F238E27FC236}">
                  <a16:creationId xmlns:a16="http://schemas.microsoft.com/office/drawing/2014/main" id="{DAAFFA18-589E-6144-AA4F-97EE00BA122B}"/>
                </a:ext>
              </a:extLst>
            </p:cNvPr>
            <p:cNvSpPr txBox="1"/>
            <p:nvPr/>
          </p:nvSpPr>
          <p:spPr>
            <a:xfrm>
              <a:off x="6255237" y="5424273"/>
              <a:ext cx="615873" cy="246221"/>
            </a:xfrm>
            <a:prstGeom prst="rect">
              <a:avLst/>
            </a:prstGeom>
            <a:noFill/>
          </p:spPr>
          <p:txBody>
            <a:bodyPr wrap="none" rtlCol="0">
              <a:spAutoFit/>
            </a:bodyPr>
            <a:lstStyle/>
            <a:p>
              <a:pPr algn="ctr"/>
              <a:r>
                <a:rPr lang="en-US" sz="1000">
                  <a:solidFill>
                    <a:schemeClr val="bg1"/>
                  </a:solidFill>
                  <a:latin typeface="Open Sans" panose="020B0606030504020204" pitchFamily="34" charset="0"/>
                  <a:ea typeface="Open Sans" panose="020B0606030504020204" pitchFamily="34" charset="0"/>
                  <a:cs typeface="Open Sans" panose="020B0606030504020204" pitchFamily="34" charset="0"/>
                </a:rPr>
                <a:t>Female</a:t>
              </a:r>
            </a:p>
          </p:txBody>
        </p:sp>
      </p:grpSp>
      <p:sp>
        <p:nvSpPr>
          <p:cNvPr id="2" name="Picture Placeholder 1"/>
          <p:cNvSpPr>
            <a:spLocks noGrp="1"/>
          </p:cNvSpPr>
          <p:nvPr>
            <p:ph type="pic" sz="quarter" idx="15"/>
          </p:nvPr>
        </p:nvSpPr>
        <p:spPr/>
        <p:txBody>
          <a:bodyPr/>
          <a:lstStyle/>
          <a:p>
            <a:endParaRPr lang="es-CO"/>
          </a:p>
        </p:txBody>
      </p:sp>
      <p:pic>
        <p:nvPicPr>
          <p:cNvPr id="3" name="Imagen 2">
            <a:extLst>
              <a:ext uri="{FF2B5EF4-FFF2-40B4-BE49-F238E27FC236}">
                <a16:creationId xmlns:a16="http://schemas.microsoft.com/office/drawing/2014/main" id="{8D240B24-1FBA-8EB9-17AE-A65DF1E84BF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9795" y="6368290"/>
            <a:ext cx="1498186" cy="239305"/>
          </a:xfrm>
          <a:prstGeom prst="rect">
            <a:avLst/>
          </a:prstGeom>
        </p:spPr>
      </p:pic>
      <p:pic>
        <p:nvPicPr>
          <p:cNvPr id="26" name="Imagen 25">
            <a:extLst>
              <a:ext uri="{FF2B5EF4-FFF2-40B4-BE49-F238E27FC236}">
                <a16:creationId xmlns:a16="http://schemas.microsoft.com/office/drawing/2014/main" id="{716240D6-FBC6-89DE-E037-B8BFE255BFAB}"/>
              </a:ext>
            </a:extLst>
          </p:cNvPr>
          <p:cNvPicPr>
            <a:picLocks noChangeAspect="1"/>
          </p:cNvPicPr>
          <p:nvPr/>
        </p:nvPicPr>
        <p:blipFill>
          <a:blip r:embed="rId3"/>
          <a:stretch>
            <a:fillRect/>
          </a:stretch>
        </p:blipFill>
        <p:spPr>
          <a:xfrm>
            <a:off x="10547350" y="6165838"/>
            <a:ext cx="1360142" cy="644208"/>
          </a:xfrm>
          <a:prstGeom prst="rect">
            <a:avLst/>
          </a:prstGeom>
        </p:spPr>
      </p:pic>
    </p:spTree>
    <p:extLst>
      <p:ext uri="{BB962C8B-B14F-4D97-AF65-F5344CB8AC3E}">
        <p14:creationId xmlns:p14="http://schemas.microsoft.com/office/powerpoint/2010/main" val="71108906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val 248">
            <a:extLst>
              <a:ext uri="{FF2B5EF4-FFF2-40B4-BE49-F238E27FC236}">
                <a16:creationId xmlns:a16="http://schemas.microsoft.com/office/drawing/2014/main" id="{5E20AA60-6987-6689-A4F9-C42E8833155F}"/>
              </a:ext>
            </a:extLst>
          </p:cNvPr>
          <p:cNvSpPr>
            <a:spLocks noChangeArrowheads="1"/>
          </p:cNvSpPr>
          <p:nvPr/>
        </p:nvSpPr>
        <p:spPr bwMode="auto">
          <a:xfrm>
            <a:off x="6541016" y="2040077"/>
            <a:ext cx="581209" cy="577273"/>
          </a:xfrm>
          <a:prstGeom prst="ellipse">
            <a:avLst/>
          </a:prstGeom>
          <a:solidFill>
            <a:schemeClr val="tx2">
              <a:lumMod val="25000"/>
              <a:lumOff val="75000"/>
            </a:schemeClr>
          </a:solidFill>
          <a:ln>
            <a:noFill/>
          </a:ln>
        </p:spPr>
        <p:txBody>
          <a:bodyPr vert="horz" wrap="square" lIns="91440" tIns="45720" rIns="91440" bIns="45720" numCol="1" anchor="t" anchorCtr="0" compatLnSpc="1">
            <a:prstTxWarp prst="textNoShape">
              <a:avLst/>
            </a:prstTxWarp>
          </a:bodyPr>
          <a:lstStyle/>
          <a:p>
            <a:endParaRPr lang="en-GB"/>
          </a:p>
        </p:txBody>
      </p:sp>
      <p:sp>
        <p:nvSpPr>
          <p:cNvPr id="3" name="Oval 249">
            <a:extLst>
              <a:ext uri="{FF2B5EF4-FFF2-40B4-BE49-F238E27FC236}">
                <a16:creationId xmlns:a16="http://schemas.microsoft.com/office/drawing/2014/main" id="{63441D3F-A98D-23EE-F146-87DDEFDA6B9E}"/>
              </a:ext>
            </a:extLst>
          </p:cNvPr>
          <p:cNvSpPr>
            <a:spLocks noChangeArrowheads="1"/>
          </p:cNvSpPr>
          <p:nvPr/>
        </p:nvSpPr>
        <p:spPr bwMode="auto">
          <a:xfrm>
            <a:off x="6917555" y="3425531"/>
            <a:ext cx="581209" cy="577273"/>
          </a:xfrm>
          <a:prstGeom prst="ellipse">
            <a:avLst/>
          </a:prstGeom>
          <a:solidFill>
            <a:srgbClr val="FF9300"/>
          </a:solidFill>
          <a:ln>
            <a:noFill/>
          </a:ln>
        </p:spPr>
        <p:txBody>
          <a:bodyPr vert="horz" wrap="square" lIns="91440" tIns="45720" rIns="91440" bIns="45720" numCol="1" anchor="t" anchorCtr="0" compatLnSpc="1">
            <a:prstTxWarp prst="textNoShape">
              <a:avLst/>
            </a:prstTxWarp>
          </a:bodyPr>
          <a:lstStyle/>
          <a:p>
            <a:endParaRPr lang="en-GB"/>
          </a:p>
        </p:txBody>
      </p:sp>
      <p:sp>
        <p:nvSpPr>
          <p:cNvPr id="4" name="Oval 250">
            <a:extLst>
              <a:ext uri="{FF2B5EF4-FFF2-40B4-BE49-F238E27FC236}">
                <a16:creationId xmlns:a16="http://schemas.microsoft.com/office/drawing/2014/main" id="{3E0B98D6-FA6E-3400-618C-49298C696893}"/>
              </a:ext>
            </a:extLst>
          </p:cNvPr>
          <p:cNvSpPr>
            <a:spLocks noChangeArrowheads="1"/>
          </p:cNvSpPr>
          <p:nvPr/>
        </p:nvSpPr>
        <p:spPr bwMode="auto">
          <a:xfrm>
            <a:off x="6543640" y="4776874"/>
            <a:ext cx="581209" cy="579897"/>
          </a:xfrm>
          <a:prstGeom prst="ellipse">
            <a:avLst/>
          </a:prstGeom>
          <a:solidFill>
            <a:schemeClr val="tx2"/>
          </a:solidFill>
          <a:ln>
            <a:noFill/>
          </a:ln>
        </p:spPr>
        <p:txBody>
          <a:bodyPr vert="horz" wrap="square" lIns="91440" tIns="45720" rIns="91440" bIns="45720" numCol="1" anchor="t" anchorCtr="0" compatLnSpc="1">
            <a:prstTxWarp prst="textNoShape">
              <a:avLst/>
            </a:prstTxWarp>
          </a:bodyPr>
          <a:lstStyle/>
          <a:p>
            <a:endParaRPr lang="en-GB"/>
          </a:p>
        </p:txBody>
      </p:sp>
      <p:sp>
        <p:nvSpPr>
          <p:cNvPr id="5" name="Freeform 251">
            <a:extLst>
              <a:ext uri="{FF2B5EF4-FFF2-40B4-BE49-F238E27FC236}">
                <a16:creationId xmlns:a16="http://schemas.microsoft.com/office/drawing/2014/main" id="{5445A5A0-16C3-5E61-FE72-23EE93874134}"/>
              </a:ext>
            </a:extLst>
          </p:cNvPr>
          <p:cNvSpPr>
            <a:spLocks/>
          </p:cNvSpPr>
          <p:nvPr/>
        </p:nvSpPr>
        <p:spPr bwMode="auto">
          <a:xfrm>
            <a:off x="6988402" y="4065611"/>
            <a:ext cx="191550" cy="688792"/>
          </a:xfrm>
          <a:custGeom>
            <a:avLst/>
            <a:gdLst>
              <a:gd name="T0" fmla="*/ 77 w 77"/>
              <a:gd name="T1" fmla="*/ 0 h 280"/>
              <a:gd name="T2" fmla="*/ 0 w 77"/>
              <a:gd name="T3" fmla="*/ 280 h 280"/>
            </a:gdLst>
            <a:ahLst/>
            <a:cxnLst>
              <a:cxn ang="0">
                <a:pos x="T0" y="T1"/>
              </a:cxn>
              <a:cxn ang="0">
                <a:pos x="T2" y="T3"/>
              </a:cxn>
            </a:cxnLst>
            <a:rect l="0" t="0" r="r" b="b"/>
            <a:pathLst>
              <a:path w="77" h="280">
                <a:moveTo>
                  <a:pt x="77" y="0"/>
                </a:moveTo>
                <a:cubicBezTo>
                  <a:pt x="77" y="0"/>
                  <a:pt x="64" y="153"/>
                  <a:pt x="0" y="280"/>
                </a:cubicBezTo>
              </a:path>
            </a:pathLst>
          </a:custGeom>
          <a:noFill/>
          <a:ln w="31750" cap="rnd">
            <a:solidFill>
              <a:schemeClr val="tx2">
                <a:lumMod val="25000"/>
                <a:lumOff val="7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6" name="Freeform 252">
            <a:extLst>
              <a:ext uri="{FF2B5EF4-FFF2-40B4-BE49-F238E27FC236}">
                <a16:creationId xmlns:a16="http://schemas.microsoft.com/office/drawing/2014/main" id="{CD060EDA-00B9-0B08-0A6F-FD78DC3D3BA3}"/>
              </a:ext>
            </a:extLst>
          </p:cNvPr>
          <p:cNvSpPr>
            <a:spLocks/>
          </p:cNvSpPr>
          <p:nvPr/>
        </p:nvSpPr>
        <p:spPr bwMode="auto">
          <a:xfrm>
            <a:off x="6991026" y="2665893"/>
            <a:ext cx="192862" cy="680920"/>
          </a:xfrm>
          <a:custGeom>
            <a:avLst/>
            <a:gdLst>
              <a:gd name="T0" fmla="*/ 0 w 78"/>
              <a:gd name="T1" fmla="*/ 0 h 277"/>
              <a:gd name="T2" fmla="*/ 78 w 78"/>
              <a:gd name="T3" fmla="*/ 277 h 277"/>
            </a:gdLst>
            <a:ahLst/>
            <a:cxnLst>
              <a:cxn ang="0">
                <a:pos x="T0" y="T1"/>
              </a:cxn>
              <a:cxn ang="0">
                <a:pos x="T2" y="T3"/>
              </a:cxn>
            </a:cxnLst>
            <a:rect l="0" t="0" r="r" b="b"/>
            <a:pathLst>
              <a:path w="78" h="277">
                <a:moveTo>
                  <a:pt x="0" y="0"/>
                </a:moveTo>
                <a:cubicBezTo>
                  <a:pt x="0" y="0"/>
                  <a:pt x="70" y="107"/>
                  <a:pt x="78" y="277"/>
                </a:cubicBezTo>
              </a:path>
            </a:pathLst>
          </a:custGeom>
          <a:noFill/>
          <a:ln w="31750" cap="rnd">
            <a:solidFill>
              <a:schemeClr val="tx2">
                <a:lumMod val="25000"/>
                <a:lumOff val="7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7" name="Subtitle 2">
            <a:extLst>
              <a:ext uri="{FF2B5EF4-FFF2-40B4-BE49-F238E27FC236}">
                <a16:creationId xmlns:a16="http://schemas.microsoft.com/office/drawing/2014/main" id="{8E67B119-1B37-28AB-73BA-B3042E9166F4}"/>
              </a:ext>
            </a:extLst>
          </p:cNvPr>
          <p:cNvSpPr txBox="1">
            <a:spLocks/>
          </p:cNvSpPr>
          <p:nvPr/>
        </p:nvSpPr>
        <p:spPr>
          <a:xfrm>
            <a:off x="7416213" y="1985015"/>
            <a:ext cx="2904020" cy="75808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ts val="1600"/>
              </a:lnSpc>
              <a:spcBef>
                <a:spcPts val="0"/>
              </a:spcBef>
              <a:buNone/>
            </a:pPr>
            <a:r>
              <a:rPr lang="en-US" sz="95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Lorem ipsum dolor sit, consectetur</a:t>
            </a:r>
          </a:p>
          <a:p>
            <a:pPr marL="0" indent="0">
              <a:lnSpc>
                <a:spcPts val="1600"/>
              </a:lnSpc>
              <a:spcBef>
                <a:spcPts val="0"/>
              </a:spcBef>
              <a:buNone/>
            </a:pPr>
            <a:r>
              <a:rPr lang="en-US" sz="95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adipiscing elit, sed do eiusmod tempor is incididunt ut labore et dolore</a:t>
            </a:r>
          </a:p>
        </p:txBody>
      </p:sp>
      <p:sp>
        <p:nvSpPr>
          <p:cNvPr id="8" name="TextBox 7">
            <a:extLst>
              <a:ext uri="{FF2B5EF4-FFF2-40B4-BE49-F238E27FC236}">
                <a16:creationId xmlns:a16="http://schemas.microsoft.com/office/drawing/2014/main" id="{1FF61238-AF93-D9E5-F880-63BE3ABC02FB}"/>
              </a:ext>
            </a:extLst>
          </p:cNvPr>
          <p:cNvSpPr txBox="1"/>
          <p:nvPr/>
        </p:nvSpPr>
        <p:spPr>
          <a:xfrm>
            <a:off x="6576957" y="2040293"/>
            <a:ext cx="505267" cy="549894"/>
          </a:xfrm>
          <a:prstGeom prst="rect">
            <a:avLst/>
          </a:prstGeom>
          <a:noFill/>
        </p:spPr>
        <p:txBody>
          <a:bodyPr wrap="none" rtlCol="0" anchor="ctr">
            <a:spAutoFit/>
          </a:bodyPr>
          <a:lstStyle/>
          <a:p>
            <a:pPr algn="ctr">
              <a:lnSpc>
                <a:spcPts val="4000"/>
              </a:lnSpc>
            </a:pPr>
            <a:r>
              <a:rPr lang="en-US" sz="2200" b="1">
                <a:solidFill>
                  <a:schemeClr val="bg1"/>
                </a:solidFill>
                <a:latin typeface="Open Sans" panose="020B0606030504020204" pitchFamily="34" charset="0"/>
                <a:ea typeface="Open Sans" panose="020B0606030504020204" pitchFamily="34" charset="0"/>
                <a:cs typeface="Open Sans" panose="020B0606030504020204" pitchFamily="34" charset="0"/>
              </a:rPr>
              <a:t>01</a:t>
            </a:r>
          </a:p>
        </p:txBody>
      </p:sp>
      <p:sp>
        <p:nvSpPr>
          <p:cNvPr id="9" name="Rectangle 8">
            <a:extLst>
              <a:ext uri="{FF2B5EF4-FFF2-40B4-BE49-F238E27FC236}">
                <a16:creationId xmlns:a16="http://schemas.microsoft.com/office/drawing/2014/main" id="{55D7EDF8-9CF7-C184-DE8A-35DA21D78EFF}"/>
              </a:ext>
            </a:extLst>
          </p:cNvPr>
          <p:cNvSpPr/>
          <p:nvPr/>
        </p:nvSpPr>
        <p:spPr>
          <a:xfrm>
            <a:off x="7416212" y="1724796"/>
            <a:ext cx="2621405" cy="369332"/>
          </a:xfrm>
          <a:prstGeom prst="rect">
            <a:avLst/>
          </a:prstGeom>
        </p:spPr>
        <p:txBody>
          <a:bodyPr wrap="square">
            <a:spAutoFit/>
          </a:bodyPr>
          <a:lstStyle/>
          <a:p>
            <a:pPr algn="ctr"/>
            <a:r>
              <a:rPr lang="en-GB" sz="1800" b="1" dirty="0" err="1">
                <a:latin typeface="Open Sans" panose="020B0606030504020204" pitchFamily="34" charset="0"/>
                <a:ea typeface="Open Sans" panose="020B0606030504020204" pitchFamily="34" charset="0"/>
                <a:cs typeface="Open Sans" panose="020B0606030504020204" pitchFamily="34" charset="0"/>
              </a:rPr>
              <a:t>Título</a:t>
            </a:r>
            <a:endParaRPr lang="en-US" sz="1800" b="1" dirty="0">
              <a:latin typeface="Open Sans" panose="020B0606030504020204" pitchFamily="34" charset="0"/>
              <a:ea typeface="Open Sans" panose="020B0606030504020204" pitchFamily="34" charset="0"/>
              <a:cs typeface="Open Sans" panose="020B0606030504020204" pitchFamily="34" charset="0"/>
            </a:endParaRPr>
          </a:p>
        </p:txBody>
      </p:sp>
      <p:sp>
        <p:nvSpPr>
          <p:cNvPr id="10" name="Subtitle 2">
            <a:extLst>
              <a:ext uri="{FF2B5EF4-FFF2-40B4-BE49-F238E27FC236}">
                <a16:creationId xmlns:a16="http://schemas.microsoft.com/office/drawing/2014/main" id="{34D578C7-22E8-107B-B746-93F1425DF5F9}"/>
              </a:ext>
            </a:extLst>
          </p:cNvPr>
          <p:cNvSpPr txBox="1">
            <a:spLocks/>
          </p:cNvSpPr>
          <p:nvPr/>
        </p:nvSpPr>
        <p:spPr>
          <a:xfrm>
            <a:off x="7781381" y="3381809"/>
            <a:ext cx="2904020" cy="75808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ts val="1600"/>
              </a:lnSpc>
              <a:spcBef>
                <a:spcPts val="0"/>
              </a:spcBef>
              <a:buNone/>
            </a:pPr>
            <a:r>
              <a:rPr lang="en-US" sz="95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Lorem ipsum dolor sit, consectetur</a:t>
            </a:r>
          </a:p>
          <a:p>
            <a:pPr marL="0" indent="0">
              <a:lnSpc>
                <a:spcPts val="1600"/>
              </a:lnSpc>
              <a:spcBef>
                <a:spcPts val="0"/>
              </a:spcBef>
              <a:buNone/>
            </a:pPr>
            <a:r>
              <a:rPr lang="en-US" sz="95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adipiscing elit, sed do eiusmod tempor is incididunt ut labore et dolore</a:t>
            </a:r>
          </a:p>
        </p:txBody>
      </p:sp>
      <p:sp>
        <p:nvSpPr>
          <p:cNvPr id="11" name="TextBox 10">
            <a:extLst>
              <a:ext uri="{FF2B5EF4-FFF2-40B4-BE49-F238E27FC236}">
                <a16:creationId xmlns:a16="http://schemas.microsoft.com/office/drawing/2014/main" id="{D5D54821-C0D8-F30B-085F-53A4BFEB2554}"/>
              </a:ext>
            </a:extLst>
          </p:cNvPr>
          <p:cNvSpPr txBox="1"/>
          <p:nvPr/>
        </p:nvSpPr>
        <p:spPr>
          <a:xfrm>
            <a:off x="6954061" y="3400509"/>
            <a:ext cx="505267" cy="605294"/>
          </a:xfrm>
          <a:prstGeom prst="rect">
            <a:avLst/>
          </a:prstGeom>
          <a:noFill/>
        </p:spPr>
        <p:txBody>
          <a:bodyPr wrap="none" rtlCol="0" anchor="ctr">
            <a:spAutoFit/>
          </a:bodyPr>
          <a:lstStyle/>
          <a:p>
            <a:pPr algn="ctr">
              <a:lnSpc>
                <a:spcPts val="4000"/>
              </a:lnSpc>
            </a:pPr>
            <a:r>
              <a:rPr lang="en-US" sz="2200" b="1">
                <a:solidFill>
                  <a:schemeClr val="bg1"/>
                </a:solidFill>
                <a:latin typeface="Open Sans" panose="020B0606030504020204" pitchFamily="34" charset="0"/>
                <a:ea typeface="Open Sans" panose="020B0606030504020204" pitchFamily="34" charset="0"/>
                <a:cs typeface="Open Sans" panose="020B0606030504020204" pitchFamily="34" charset="0"/>
              </a:rPr>
              <a:t>02</a:t>
            </a:r>
          </a:p>
        </p:txBody>
      </p:sp>
      <p:sp>
        <p:nvSpPr>
          <p:cNvPr id="12" name="Rectangle 11">
            <a:extLst>
              <a:ext uri="{FF2B5EF4-FFF2-40B4-BE49-F238E27FC236}">
                <a16:creationId xmlns:a16="http://schemas.microsoft.com/office/drawing/2014/main" id="{BF27B712-5E52-CB3E-350A-509FD9CF6572}"/>
              </a:ext>
            </a:extLst>
          </p:cNvPr>
          <p:cNvSpPr/>
          <p:nvPr/>
        </p:nvSpPr>
        <p:spPr>
          <a:xfrm>
            <a:off x="7781380" y="3121590"/>
            <a:ext cx="2621405" cy="369332"/>
          </a:xfrm>
          <a:prstGeom prst="rect">
            <a:avLst/>
          </a:prstGeom>
        </p:spPr>
        <p:txBody>
          <a:bodyPr wrap="square">
            <a:spAutoFit/>
          </a:bodyPr>
          <a:lstStyle/>
          <a:p>
            <a:pPr algn="ctr"/>
            <a:r>
              <a:rPr lang="en-GB" sz="1800" b="1" dirty="0" err="1">
                <a:latin typeface="Open Sans" panose="020B0606030504020204" pitchFamily="34" charset="0"/>
                <a:ea typeface="Open Sans" panose="020B0606030504020204" pitchFamily="34" charset="0"/>
                <a:cs typeface="Open Sans" panose="020B0606030504020204" pitchFamily="34" charset="0"/>
              </a:rPr>
              <a:t>Título</a:t>
            </a:r>
            <a:endParaRPr lang="en-US" sz="1800" b="1" dirty="0">
              <a:latin typeface="Open Sans" panose="020B0606030504020204" pitchFamily="34" charset="0"/>
              <a:ea typeface="Open Sans" panose="020B0606030504020204" pitchFamily="34" charset="0"/>
              <a:cs typeface="Open Sans" panose="020B0606030504020204" pitchFamily="34" charset="0"/>
            </a:endParaRPr>
          </a:p>
        </p:txBody>
      </p:sp>
      <p:sp>
        <p:nvSpPr>
          <p:cNvPr id="13" name="Subtitle 2">
            <a:extLst>
              <a:ext uri="{FF2B5EF4-FFF2-40B4-BE49-F238E27FC236}">
                <a16:creationId xmlns:a16="http://schemas.microsoft.com/office/drawing/2014/main" id="{0A70B79C-3A78-3641-7280-4358F644C200}"/>
              </a:ext>
            </a:extLst>
          </p:cNvPr>
          <p:cNvSpPr txBox="1">
            <a:spLocks/>
          </p:cNvSpPr>
          <p:nvPr/>
        </p:nvSpPr>
        <p:spPr>
          <a:xfrm>
            <a:off x="7416213" y="4723460"/>
            <a:ext cx="2904020" cy="75808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ts val="1600"/>
              </a:lnSpc>
              <a:spcBef>
                <a:spcPts val="0"/>
              </a:spcBef>
              <a:buNone/>
            </a:pPr>
            <a:r>
              <a:rPr lang="en-US" sz="95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Lorem ipsum dolor sit, consectetur</a:t>
            </a:r>
          </a:p>
          <a:p>
            <a:pPr marL="0" indent="0">
              <a:lnSpc>
                <a:spcPts val="1600"/>
              </a:lnSpc>
              <a:spcBef>
                <a:spcPts val="0"/>
              </a:spcBef>
              <a:buNone/>
            </a:pPr>
            <a:r>
              <a:rPr lang="en-US" sz="95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adipiscing elit, sed do eiusmod tempor is incididunt ut labore et dolore</a:t>
            </a:r>
          </a:p>
        </p:txBody>
      </p:sp>
      <p:sp>
        <p:nvSpPr>
          <p:cNvPr id="14" name="TextBox 13">
            <a:extLst>
              <a:ext uri="{FF2B5EF4-FFF2-40B4-BE49-F238E27FC236}">
                <a16:creationId xmlns:a16="http://schemas.microsoft.com/office/drawing/2014/main" id="{D2409E1B-3F7A-FD07-9A0A-7B7D19DD7C14}"/>
              </a:ext>
            </a:extLst>
          </p:cNvPr>
          <p:cNvSpPr txBox="1"/>
          <p:nvPr/>
        </p:nvSpPr>
        <p:spPr>
          <a:xfrm>
            <a:off x="6555932" y="4742160"/>
            <a:ext cx="505267" cy="605294"/>
          </a:xfrm>
          <a:prstGeom prst="rect">
            <a:avLst/>
          </a:prstGeom>
          <a:noFill/>
        </p:spPr>
        <p:txBody>
          <a:bodyPr wrap="none" rtlCol="0" anchor="ctr">
            <a:spAutoFit/>
          </a:bodyPr>
          <a:lstStyle/>
          <a:p>
            <a:pPr algn="ctr">
              <a:lnSpc>
                <a:spcPts val="4000"/>
              </a:lnSpc>
            </a:pPr>
            <a:r>
              <a:rPr lang="en-US" sz="2200" b="1">
                <a:solidFill>
                  <a:schemeClr val="bg1"/>
                </a:solidFill>
                <a:latin typeface="Open Sans" panose="020B0606030504020204" pitchFamily="34" charset="0"/>
                <a:ea typeface="Open Sans" panose="020B0606030504020204" pitchFamily="34" charset="0"/>
                <a:cs typeface="Open Sans" panose="020B0606030504020204" pitchFamily="34" charset="0"/>
              </a:rPr>
              <a:t>03</a:t>
            </a:r>
          </a:p>
        </p:txBody>
      </p:sp>
      <p:sp>
        <p:nvSpPr>
          <p:cNvPr id="15" name="Rectangle 14">
            <a:extLst>
              <a:ext uri="{FF2B5EF4-FFF2-40B4-BE49-F238E27FC236}">
                <a16:creationId xmlns:a16="http://schemas.microsoft.com/office/drawing/2014/main" id="{1D7FD12A-4AB0-CBBE-1D3C-3C969989921E}"/>
              </a:ext>
            </a:extLst>
          </p:cNvPr>
          <p:cNvSpPr/>
          <p:nvPr/>
        </p:nvSpPr>
        <p:spPr>
          <a:xfrm>
            <a:off x="7416212" y="4463241"/>
            <a:ext cx="2621405" cy="369332"/>
          </a:xfrm>
          <a:prstGeom prst="rect">
            <a:avLst/>
          </a:prstGeom>
        </p:spPr>
        <p:txBody>
          <a:bodyPr wrap="square">
            <a:spAutoFit/>
          </a:bodyPr>
          <a:lstStyle/>
          <a:p>
            <a:pPr algn="ctr"/>
            <a:r>
              <a:rPr lang="en-GB" sz="1800" b="1" dirty="0" err="1">
                <a:latin typeface="Open Sans" panose="020B0606030504020204" pitchFamily="34" charset="0"/>
                <a:ea typeface="Open Sans" panose="020B0606030504020204" pitchFamily="34" charset="0"/>
                <a:cs typeface="Open Sans" panose="020B0606030504020204" pitchFamily="34" charset="0"/>
              </a:rPr>
              <a:t>Título</a:t>
            </a:r>
            <a:endParaRPr lang="en-US" sz="1800" b="1" dirty="0">
              <a:latin typeface="Open Sans" panose="020B0606030504020204" pitchFamily="34" charset="0"/>
              <a:ea typeface="Open Sans" panose="020B0606030504020204" pitchFamily="34" charset="0"/>
              <a:cs typeface="Open Sans" panose="020B0606030504020204" pitchFamily="34" charset="0"/>
            </a:endParaRPr>
          </a:p>
        </p:txBody>
      </p:sp>
      <p:sp>
        <p:nvSpPr>
          <p:cNvPr id="16" name="Freeform 244">
            <a:extLst>
              <a:ext uri="{FF2B5EF4-FFF2-40B4-BE49-F238E27FC236}">
                <a16:creationId xmlns:a16="http://schemas.microsoft.com/office/drawing/2014/main" id="{8C1A4921-1E61-6335-0C27-5EA499F5948A}"/>
              </a:ext>
            </a:extLst>
          </p:cNvPr>
          <p:cNvSpPr>
            <a:spLocks/>
          </p:cNvSpPr>
          <p:nvPr/>
        </p:nvSpPr>
        <p:spPr bwMode="auto">
          <a:xfrm>
            <a:off x="2186909" y="1585504"/>
            <a:ext cx="4286075" cy="4273115"/>
          </a:xfrm>
          <a:custGeom>
            <a:avLst/>
            <a:gdLst>
              <a:gd name="T0" fmla="*/ 299 w 528"/>
              <a:gd name="T1" fmla="*/ 526 h 528"/>
              <a:gd name="T2" fmla="*/ 528 w 528"/>
              <a:gd name="T3" fmla="*/ 264 h 528"/>
              <a:gd name="T4" fmla="*/ 521 w 528"/>
              <a:gd name="T5" fmla="*/ 204 h 528"/>
              <a:gd name="T6" fmla="*/ 466 w 528"/>
              <a:gd name="T7" fmla="*/ 94 h 528"/>
              <a:gd name="T8" fmla="*/ 264 w 528"/>
              <a:gd name="T9" fmla="*/ 0 h 528"/>
              <a:gd name="T10" fmla="*/ 74 w 528"/>
              <a:gd name="T11" fmla="*/ 82 h 528"/>
              <a:gd name="T12" fmla="*/ 17 w 528"/>
              <a:gd name="T13" fmla="*/ 173 h 528"/>
              <a:gd name="T14" fmla="*/ 0 w 528"/>
              <a:gd name="T15" fmla="*/ 264 h 528"/>
              <a:gd name="T16" fmla="*/ 191 w 528"/>
              <a:gd name="T17" fmla="*/ 518 h 528"/>
              <a:gd name="T18" fmla="*/ 264 w 528"/>
              <a:gd name="T19" fmla="*/ 528 h 528"/>
              <a:gd name="T20" fmla="*/ 299 w 528"/>
              <a:gd name="T21" fmla="*/ 526 h 5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28" h="528">
                <a:moveTo>
                  <a:pt x="299" y="526"/>
                </a:moveTo>
                <a:cubicBezTo>
                  <a:pt x="429" y="509"/>
                  <a:pt x="528" y="398"/>
                  <a:pt x="528" y="264"/>
                </a:cubicBezTo>
                <a:cubicBezTo>
                  <a:pt x="528" y="244"/>
                  <a:pt x="526" y="224"/>
                  <a:pt x="521" y="204"/>
                </a:cubicBezTo>
                <a:cubicBezTo>
                  <a:pt x="512" y="163"/>
                  <a:pt x="493" y="125"/>
                  <a:pt x="466" y="94"/>
                </a:cubicBezTo>
                <a:cubicBezTo>
                  <a:pt x="418" y="37"/>
                  <a:pt x="345" y="0"/>
                  <a:pt x="264" y="0"/>
                </a:cubicBezTo>
                <a:cubicBezTo>
                  <a:pt x="189" y="0"/>
                  <a:pt x="122" y="32"/>
                  <a:pt x="74" y="82"/>
                </a:cubicBezTo>
                <a:cubicBezTo>
                  <a:pt x="49" y="108"/>
                  <a:pt x="29" y="139"/>
                  <a:pt x="17" y="173"/>
                </a:cubicBezTo>
                <a:cubicBezTo>
                  <a:pt x="6" y="201"/>
                  <a:pt x="0" y="232"/>
                  <a:pt x="0" y="264"/>
                </a:cubicBezTo>
                <a:cubicBezTo>
                  <a:pt x="0" y="385"/>
                  <a:pt x="81" y="486"/>
                  <a:pt x="191" y="518"/>
                </a:cubicBezTo>
                <a:cubicBezTo>
                  <a:pt x="214" y="525"/>
                  <a:pt x="239" y="528"/>
                  <a:pt x="264" y="528"/>
                </a:cubicBezTo>
                <a:cubicBezTo>
                  <a:pt x="276" y="528"/>
                  <a:pt x="288" y="527"/>
                  <a:pt x="299" y="526"/>
                </a:cubicBezTo>
                <a:close/>
              </a:path>
            </a:pathLst>
          </a:custGeom>
          <a:noFill/>
          <a:ln w="57150">
            <a:solidFill>
              <a:schemeClr val="bg1"/>
            </a:solidFill>
            <a:round/>
            <a:headEnd/>
            <a:tailEnd/>
          </a:ln>
          <a:effectLst>
            <a:outerShdw blurRad="38100" dist="63500" dir="2700000" algn="tl" rotWithShape="0">
              <a:schemeClr val="tx2">
                <a:alpha val="27000"/>
              </a:schemeClr>
            </a:outerShdw>
          </a:effectLst>
        </p:spPr>
        <p:txBody>
          <a:bodyPr vert="horz" wrap="square" lIns="91440" tIns="45720" rIns="91440" bIns="45720" numCol="1" anchor="t" anchorCtr="0" compatLnSpc="1">
            <a:prstTxWarp prst="textNoShape">
              <a:avLst/>
            </a:prstTxWarp>
          </a:bodyPr>
          <a:lstStyle/>
          <a:p>
            <a:endParaRPr lang="en-GB"/>
          </a:p>
        </p:txBody>
      </p:sp>
      <p:sp>
        <p:nvSpPr>
          <p:cNvPr id="17" name="Freeform 238">
            <a:extLst>
              <a:ext uri="{FF2B5EF4-FFF2-40B4-BE49-F238E27FC236}">
                <a16:creationId xmlns:a16="http://schemas.microsoft.com/office/drawing/2014/main" id="{3E5B2281-78F0-824F-E322-ABD6FA2F7B15}"/>
              </a:ext>
            </a:extLst>
          </p:cNvPr>
          <p:cNvSpPr>
            <a:spLocks/>
          </p:cNvSpPr>
          <p:nvPr/>
        </p:nvSpPr>
        <p:spPr bwMode="auto">
          <a:xfrm>
            <a:off x="3048087" y="1884116"/>
            <a:ext cx="3034421" cy="2591009"/>
          </a:xfrm>
          <a:custGeom>
            <a:avLst/>
            <a:gdLst>
              <a:gd name="T0" fmla="*/ 515 w 1093"/>
              <a:gd name="T1" fmla="*/ 279 h 936"/>
              <a:gd name="T2" fmla="*/ 719 w 1093"/>
              <a:gd name="T3" fmla="*/ 606 h 936"/>
              <a:gd name="T4" fmla="*/ 726 w 1093"/>
              <a:gd name="T5" fmla="*/ 666 h 936"/>
              <a:gd name="T6" fmla="*/ 497 w 1093"/>
              <a:gd name="T7" fmla="*/ 928 h 936"/>
              <a:gd name="T8" fmla="*/ 774 w 1093"/>
              <a:gd name="T9" fmla="*/ 875 h 936"/>
              <a:gd name="T10" fmla="*/ 1093 w 1093"/>
              <a:gd name="T11" fmla="*/ 451 h 936"/>
              <a:gd name="T12" fmla="*/ 462 w 1093"/>
              <a:gd name="T13" fmla="*/ 0 h 936"/>
              <a:gd name="T14" fmla="*/ 0 w 1093"/>
              <a:gd name="T15" fmla="*/ 187 h 936"/>
              <a:gd name="T16" fmla="*/ 515 w 1093"/>
              <a:gd name="T17" fmla="*/ 279 h 9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93" h="936">
                <a:moveTo>
                  <a:pt x="515" y="279"/>
                </a:moveTo>
                <a:cubicBezTo>
                  <a:pt x="669" y="388"/>
                  <a:pt x="710" y="523"/>
                  <a:pt x="719" y="606"/>
                </a:cubicBezTo>
                <a:cubicBezTo>
                  <a:pt x="724" y="626"/>
                  <a:pt x="726" y="646"/>
                  <a:pt x="726" y="666"/>
                </a:cubicBezTo>
                <a:cubicBezTo>
                  <a:pt x="726" y="800"/>
                  <a:pt x="627" y="911"/>
                  <a:pt x="497" y="928"/>
                </a:cubicBezTo>
                <a:cubicBezTo>
                  <a:pt x="572" y="936"/>
                  <a:pt x="667" y="927"/>
                  <a:pt x="774" y="875"/>
                </a:cubicBezTo>
                <a:cubicBezTo>
                  <a:pt x="987" y="773"/>
                  <a:pt x="1069" y="541"/>
                  <a:pt x="1093" y="451"/>
                </a:cubicBezTo>
                <a:cubicBezTo>
                  <a:pt x="1004" y="189"/>
                  <a:pt x="755" y="0"/>
                  <a:pt x="462" y="0"/>
                </a:cubicBezTo>
                <a:cubicBezTo>
                  <a:pt x="283" y="0"/>
                  <a:pt x="119" y="71"/>
                  <a:pt x="0" y="187"/>
                </a:cubicBezTo>
                <a:cubicBezTo>
                  <a:pt x="62" y="173"/>
                  <a:pt x="306" y="131"/>
                  <a:pt x="515" y="279"/>
                </a:cubicBezTo>
                <a:close/>
              </a:path>
            </a:pathLst>
          </a:custGeom>
          <a:solidFill>
            <a:srgbClr val="605FC0"/>
          </a:solidFill>
          <a:ln>
            <a:noFill/>
          </a:ln>
        </p:spPr>
        <p:txBody>
          <a:bodyPr vert="horz" wrap="square" lIns="91440" tIns="45720" rIns="91440" bIns="45720" numCol="1" anchor="t" anchorCtr="0" compatLnSpc="1">
            <a:prstTxWarp prst="textNoShape">
              <a:avLst/>
            </a:prstTxWarp>
          </a:bodyPr>
          <a:lstStyle/>
          <a:p>
            <a:endParaRPr lang="en-GB"/>
          </a:p>
        </p:txBody>
      </p:sp>
      <p:sp>
        <p:nvSpPr>
          <p:cNvPr id="18" name="Freeform 239">
            <a:extLst>
              <a:ext uri="{FF2B5EF4-FFF2-40B4-BE49-F238E27FC236}">
                <a16:creationId xmlns:a16="http://schemas.microsoft.com/office/drawing/2014/main" id="{E0228114-8EBE-C8E0-153D-4334C7E14950}"/>
              </a:ext>
            </a:extLst>
          </p:cNvPr>
          <p:cNvSpPr>
            <a:spLocks/>
          </p:cNvSpPr>
          <p:nvPr/>
        </p:nvSpPr>
        <p:spPr bwMode="auto">
          <a:xfrm>
            <a:off x="3336305" y="3273476"/>
            <a:ext cx="2846709" cy="2293921"/>
          </a:xfrm>
          <a:custGeom>
            <a:avLst/>
            <a:gdLst>
              <a:gd name="T0" fmla="*/ 1005 w 1025"/>
              <a:gd name="T1" fmla="*/ 0 h 829"/>
              <a:gd name="T2" fmla="*/ 690 w 1025"/>
              <a:gd name="T3" fmla="*/ 395 h 829"/>
              <a:gd name="T4" fmla="*/ 285 w 1025"/>
              <a:gd name="T5" fmla="*/ 416 h 829"/>
              <a:gd name="T6" fmla="*/ 94 w 1025"/>
              <a:gd name="T7" fmla="*/ 162 h 829"/>
              <a:gd name="T8" fmla="*/ 111 w 1025"/>
              <a:gd name="T9" fmla="*/ 71 h 829"/>
              <a:gd name="T10" fmla="*/ 23 w 1025"/>
              <a:gd name="T11" fmla="*/ 320 h 829"/>
              <a:gd name="T12" fmla="*/ 223 w 1025"/>
              <a:gd name="T13" fmla="*/ 815 h 829"/>
              <a:gd name="T14" fmla="*/ 358 w 1025"/>
              <a:gd name="T15" fmla="*/ 829 h 829"/>
              <a:gd name="T16" fmla="*/ 1025 w 1025"/>
              <a:gd name="T17" fmla="*/ 162 h 829"/>
              <a:gd name="T18" fmla="*/ 1005 w 1025"/>
              <a:gd name="T19" fmla="*/ 0 h 8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25" h="829">
                <a:moveTo>
                  <a:pt x="1005" y="0"/>
                </a:moveTo>
                <a:cubicBezTo>
                  <a:pt x="980" y="82"/>
                  <a:pt x="898" y="289"/>
                  <a:pt x="690" y="395"/>
                </a:cubicBezTo>
                <a:cubicBezTo>
                  <a:pt x="506" y="489"/>
                  <a:pt x="358" y="449"/>
                  <a:pt x="285" y="416"/>
                </a:cubicBezTo>
                <a:cubicBezTo>
                  <a:pt x="175" y="384"/>
                  <a:pt x="94" y="283"/>
                  <a:pt x="94" y="162"/>
                </a:cubicBezTo>
                <a:cubicBezTo>
                  <a:pt x="94" y="130"/>
                  <a:pt x="100" y="99"/>
                  <a:pt x="111" y="71"/>
                </a:cubicBezTo>
                <a:cubicBezTo>
                  <a:pt x="70" y="130"/>
                  <a:pt x="34" y="211"/>
                  <a:pt x="23" y="320"/>
                </a:cubicBezTo>
                <a:cubicBezTo>
                  <a:pt x="0" y="558"/>
                  <a:pt x="159" y="749"/>
                  <a:pt x="223" y="815"/>
                </a:cubicBezTo>
                <a:cubicBezTo>
                  <a:pt x="266" y="824"/>
                  <a:pt x="312" y="829"/>
                  <a:pt x="358" y="829"/>
                </a:cubicBezTo>
                <a:cubicBezTo>
                  <a:pt x="726" y="829"/>
                  <a:pt x="1025" y="530"/>
                  <a:pt x="1025" y="162"/>
                </a:cubicBezTo>
                <a:cubicBezTo>
                  <a:pt x="1025" y="106"/>
                  <a:pt x="1018" y="52"/>
                  <a:pt x="1005" y="0"/>
                </a:cubicBezTo>
                <a:close/>
              </a:path>
            </a:pathLst>
          </a:custGeom>
          <a:solidFill>
            <a:srgbClr val="FF9300"/>
          </a:solidFill>
          <a:ln>
            <a:noFill/>
          </a:ln>
        </p:spPr>
        <p:txBody>
          <a:bodyPr vert="horz" wrap="square" lIns="91440" tIns="45720" rIns="91440" bIns="45720" numCol="1" anchor="t" anchorCtr="0" compatLnSpc="1">
            <a:prstTxWarp prst="textNoShape">
              <a:avLst/>
            </a:prstTxWarp>
          </a:bodyPr>
          <a:lstStyle/>
          <a:p>
            <a:endParaRPr lang="en-GB"/>
          </a:p>
        </p:txBody>
      </p:sp>
      <p:sp>
        <p:nvSpPr>
          <p:cNvPr id="19" name="Freeform 240">
            <a:extLst>
              <a:ext uri="{FF2B5EF4-FFF2-40B4-BE49-F238E27FC236}">
                <a16:creationId xmlns:a16="http://schemas.microsoft.com/office/drawing/2014/main" id="{45405BAB-65E9-DA12-8A8C-60150378C9F0}"/>
              </a:ext>
            </a:extLst>
          </p:cNvPr>
          <p:cNvSpPr>
            <a:spLocks/>
          </p:cNvSpPr>
          <p:nvPr/>
        </p:nvSpPr>
        <p:spPr bwMode="auto">
          <a:xfrm>
            <a:off x="2481997" y="2312749"/>
            <a:ext cx="2409208" cy="3177791"/>
          </a:xfrm>
          <a:custGeom>
            <a:avLst/>
            <a:gdLst>
              <a:gd name="T0" fmla="*/ 301 w 868"/>
              <a:gd name="T1" fmla="*/ 671 h 1148"/>
              <a:gd name="T2" fmla="*/ 476 w 868"/>
              <a:gd name="T3" fmla="*/ 327 h 1148"/>
              <a:gd name="T4" fmla="*/ 666 w 868"/>
              <a:gd name="T5" fmla="*/ 245 h 1148"/>
              <a:gd name="T6" fmla="*/ 868 w 868"/>
              <a:gd name="T7" fmla="*/ 339 h 1148"/>
              <a:gd name="T8" fmla="*/ 707 w 868"/>
              <a:gd name="T9" fmla="*/ 150 h 1148"/>
              <a:gd name="T10" fmla="*/ 167 w 868"/>
              <a:gd name="T11" fmla="*/ 69 h 1148"/>
              <a:gd name="T12" fmla="*/ 0 w 868"/>
              <a:gd name="T13" fmla="*/ 509 h 1148"/>
              <a:gd name="T14" fmla="*/ 477 w 868"/>
              <a:gd name="T15" fmla="*/ 1148 h 1148"/>
              <a:gd name="T16" fmla="*/ 301 w 868"/>
              <a:gd name="T17" fmla="*/ 671 h 11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68" h="1148">
                <a:moveTo>
                  <a:pt x="301" y="671"/>
                </a:moveTo>
                <a:cubicBezTo>
                  <a:pt x="315" y="483"/>
                  <a:pt x="410" y="378"/>
                  <a:pt x="476" y="327"/>
                </a:cubicBezTo>
                <a:cubicBezTo>
                  <a:pt x="524" y="277"/>
                  <a:pt x="591" y="245"/>
                  <a:pt x="666" y="245"/>
                </a:cubicBezTo>
                <a:cubicBezTo>
                  <a:pt x="747" y="245"/>
                  <a:pt x="820" y="282"/>
                  <a:pt x="868" y="339"/>
                </a:cubicBezTo>
                <a:cubicBezTo>
                  <a:pt x="838" y="277"/>
                  <a:pt x="788" y="211"/>
                  <a:pt x="707" y="150"/>
                </a:cubicBezTo>
                <a:cubicBezTo>
                  <a:pt x="504" y="0"/>
                  <a:pt x="241" y="50"/>
                  <a:pt x="167" y="69"/>
                </a:cubicBezTo>
                <a:cubicBezTo>
                  <a:pt x="63" y="186"/>
                  <a:pt x="0" y="340"/>
                  <a:pt x="0" y="509"/>
                </a:cubicBezTo>
                <a:cubicBezTo>
                  <a:pt x="0" y="812"/>
                  <a:pt x="202" y="1067"/>
                  <a:pt x="477" y="1148"/>
                </a:cubicBezTo>
                <a:cubicBezTo>
                  <a:pt x="423" y="1088"/>
                  <a:pt x="283" y="908"/>
                  <a:pt x="301" y="671"/>
                </a:cubicBez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endParaRPr lang="en-GB"/>
          </a:p>
        </p:txBody>
      </p:sp>
      <p:sp>
        <p:nvSpPr>
          <p:cNvPr id="20" name="Freeform 244">
            <a:extLst>
              <a:ext uri="{FF2B5EF4-FFF2-40B4-BE49-F238E27FC236}">
                <a16:creationId xmlns:a16="http://schemas.microsoft.com/office/drawing/2014/main" id="{9AD1C77E-B890-9595-D68D-3C2E14F13964}"/>
              </a:ext>
            </a:extLst>
          </p:cNvPr>
          <p:cNvSpPr>
            <a:spLocks/>
          </p:cNvSpPr>
          <p:nvPr/>
        </p:nvSpPr>
        <p:spPr bwMode="auto">
          <a:xfrm>
            <a:off x="3597919" y="2991170"/>
            <a:ext cx="1466218" cy="1461784"/>
          </a:xfrm>
          <a:custGeom>
            <a:avLst/>
            <a:gdLst>
              <a:gd name="T0" fmla="*/ 299 w 528"/>
              <a:gd name="T1" fmla="*/ 526 h 528"/>
              <a:gd name="T2" fmla="*/ 528 w 528"/>
              <a:gd name="T3" fmla="*/ 264 h 528"/>
              <a:gd name="T4" fmla="*/ 521 w 528"/>
              <a:gd name="T5" fmla="*/ 204 h 528"/>
              <a:gd name="T6" fmla="*/ 466 w 528"/>
              <a:gd name="T7" fmla="*/ 94 h 528"/>
              <a:gd name="T8" fmla="*/ 264 w 528"/>
              <a:gd name="T9" fmla="*/ 0 h 528"/>
              <a:gd name="T10" fmla="*/ 74 w 528"/>
              <a:gd name="T11" fmla="*/ 82 h 528"/>
              <a:gd name="T12" fmla="*/ 17 w 528"/>
              <a:gd name="T13" fmla="*/ 173 h 528"/>
              <a:gd name="T14" fmla="*/ 0 w 528"/>
              <a:gd name="T15" fmla="*/ 264 h 528"/>
              <a:gd name="T16" fmla="*/ 191 w 528"/>
              <a:gd name="T17" fmla="*/ 518 h 528"/>
              <a:gd name="T18" fmla="*/ 264 w 528"/>
              <a:gd name="T19" fmla="*/ 528 h 528"/>
              <a:gd name="T20" fmla="*/ 299 w 528"/>
              <a:gd name="T21" fmla="*/ 526 h 5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28" h="528">
                <a:moveTo>
                  <a:pt x="299" y="526"/>
                </a:moveTo>
                <a:cubicBezTo>
                  <a:pt x="429" y="509"/>
                  <a:pt x="528" y="398"/>
                  <a:pt x="528" y="264"/>
                </a:cubicBezTo>
                <a:cubicBezTo>
                  <a:pt x="528" y="244"/>
                  <a:pt x="526" y="224"/>
                  <a:pt x="521" y="204"/>
                </a:cubicBezTo>
                <a:cubicBezTo>
                  <a:pt x="512" y="163"/>
                  <a:pt x="493" y="125"/>
                  <a:pt x="466" y="94"/>
                </a:cubicBezTo>
                <a:cubicBezTo>
                  <a:pt x="418" y="37"/>
                  <a:pt x="345" y="0"/>
                  <a:pt x="264" y="0"/>
                </a:cubicBezTo>
                <a:cubicBezTo>
                  <a:pt x="189" y="0"/>
                  <a:pt x="122" y="32"/>
                  <a:pt x="74" y="82"/>
                </a:cubicBezTo>
                <a:cubicBezTo>
                  <a:pt x="49" y="108"/>
                  <a:pt x="29" y="139"/>
                  <a:pt x="17" y="173"/>
                </a:cubicBezTo>
                <a:cubicBezTo>
                  <a:pt x="6" y="201"/>
                  <a:pt x="0" y="232"/>
                  <a:pt x="0" y="264"/>
                </a:cubicBezTo>
                <a:cubicBezTo>
                  <a:pt x="0" y="385"/>
                  <a:pt x="81" y="486"/>
                  <a:pt x="191" y="518"/>
                </a:cubicBezTo>
                <a:cubicBezTo>
                  <a:pt x="214" y="525"/>
                  <a:pt x="239" y="528"/>
                  <a:pt x="264" y="528"/>
                </a:cubicBezTo>
                <a:cubicBezTo>
                  <a:pt x="276" y="528"/>
                  <a:pt x="288" y="527"/>
                  <a:pt x="299" y="526"/>
                </a:cubicBezTo>
                <a:close/>
              </a:path>
            </a:pathLst>
          </a:custGeom>
          <a:solidFill>
            <a:schemeClr val="tx2">
              <a:lumMod val="10000"/>
              <a:lumOff val="90000"/>
            </a:schemeClr>
          </a:solidFill>
          <a:ln>
            <a:noFill/>
          </a:ln>
          <a:effectLst/>
        </p:spPr>
        <p:txBody>
          <a:bodyPr vert="horz" wrap="square" lIns="91440" tIns="45720" rIns="91440" bIns="45720" numCol="1" anchor="t" anchorCtr="0" compatLnSpc="1">
            <a:prstTxWarp prst="textNoShape">
              <a:avLst/>
            </a:prstTxWarp>
          </a:bodyPr>
          <a:lstStyle/>
          <a:p>
            <a:endParaRPr lang="en-GB"/>
          </a:p>
        </p:txBody>
      </p:sp>
      <p:sp>
        <p:nvSpPr>
          <p:cNvPr id="24" name="TextBox 23">
            <a:extLst>
              <a:ext uri="{FF2B5EF4-FFF2-40B4-BE49-F238E27FC236}">
                <a16:creationId xmlns:a16="http://schemas.microsoft.com/office/drawing/2014/main" id="{4B7B8634-E9A2-A943-1BD9-C48E5826F1C5}"/>
              </a:ext>
            </a:extLst>
          </p:cNvPr>
          <p:cNvSpPr txBox="1"/>
          <p:nvPr/>
        </p:nvSpPr>
        <p:spPr>
          <a:xfrm>
            <a:off x="600598" y="568198"/>
            <a:ext cx="2601033" cy="630942"/>
          </a:xfrm>
          <a:prstGeom prst="rect">
            <a:avLst/>
          </a:prstGeom>
          <a:noFill/>
        </p:spPr>
        <p:txBody>
          <a:bodyPr wrap="none" rtlCol="0">
            <a:spAutoFit/>
          </a:bodyPr>
          <a:lstStyle/>
          <a:p>
            <a:pPr algn="l"/>
            <a:r>
              <a:rPr lang="en-US" sz="3500" b="1" i="0" err="1">
                <a:effectLst/>
                <a:latin typeface="Open Sans" panose="020B0606030504020204" pitchFamily="34" charset="0"/>
                <a:ea typeface="Open Sans" panose="020B0606030504020204" pitchFamily="34" charset="0"/>
                <a:cs typeface="Open Sans" panose="020B0606030504020204" pitchFamily="34" charset="0"/>
              </a:rPr>
              <a:t>Infografías</a:t>
            </a:r>
            <a:endParaRPr lang="en-US" sz="3500" b="1" i="0">
              <a:effectLst/>
              <a:latin typeface="Open Sans" panose="020B0606030504020204" pitchFamily="34" charset="0"/>
              <a:ea typeface="Open Sans" panose="020B0606030504020204" pitchFamily="34" charset="0"/>
              <a:cs typeface="Open Sans" panose="020B0606030504020204" pitchFamily="34" charset="0"/>
            </a:endParaRPr>
          </a:p>
        </p:txBody>
      </p:sp>
      <p:sp>
        <p:nvSpPr>
          <p:cNvPr id="26" name="Freeform 20">
            <a:extLst>
              <a:ext uri="{FF2B5EF4-FFF2-40B4-BE49-F238E27FC236}">
                <a16:creationId xmlns:a16="http://schemas.microsoft.com/office/drawing/2014/main" id="{5431287A-7063-5F7A-8D63-4104E80A9050}"/>
              </a:ext>
            </a:extLst>
          </p:cNvPr>
          <p:cNvSpPr>
            <a:spLocks noChangeAspect="1" noEditPoints="1"/>
          </p:cNvSpPr>
          <p:nvPr/>
        </p:nvSpPr>
        <p:spPr bwMode="auto">
          <a:xfrm>
            <a:off x="2877655" y="2828597"/>
            <a:ext cx="551386" cy="553212"/>
          </a:xfrm>
          <a:custGeom>
            <a:avLst/>
            <a:gdLst>
              <a:gd name="T0" fmla="*/ 146 w 151"/>
              <a:gd name="T1" fmla="*/ 122 h 151"/>
              <a:gd name="T2" fmla="*/ 107 w 151"/>
              <a:gd name="T3" fmla="*/ 83 h 151"/>
              <a:gd name="T4" fmla="*/ 113 w 151"/>
              <a:gd name="T5" fmla="*/ 56 h 151"/>
              <a:gd name="T6" fmla="*/ 57 w 151"/>
              <a:gd name="T7" fmla="*/ 0 h 151"/>
              <a:gd name="T8" fmla="*/ 0 w 151"/>
              <a:gd name="T9" fmla="*/ 56 h 151"/>
              <a:gd name="T10" fmla="*/ 57 w 151"/>
              <a:gd name="T11" fmla="*/ 113 h 151"/>
              <a:gd name="T12" fmla="*/ 84 w 151"/>
              <a:gd name="T13" fmla="*/ 107 h 151"/>
              <a:gd name="T14" fmla="*/ 123 w 151"/>
              <a:gd name="T15" fmla="*/ 146 h 151"/>
              <a:gd name="T16" fmla="*/ 135 w 151"/>
              <a:gd name="T17" fmla="*/ 151 h 151"/>
              <a:gd name="T18" fmla="*/ 151 w 151"/>
              <a:gd name="T19" fmla="*/ 133 h 151"/>
              <a:gd name="T20" fmla="*/ 146 w 151"/>
              <a:gd name="T21" fmla="*/ 122 h 151"/>
              <a:gd name="T22" fmla="*/ 57 w 151"/>
              <a:gd name="T23" fmla="*/ 103 h 151"/>
              <a:gd name="T24" fmla="*/ 10 w 151"/>
              <a:gd name="T25" fmla="*/ 56 h 151"/>
              <a:gd name="T26" fmla="*/ 57 w 151"/>
              <a:gd name="T27" fmla="*/ 10 h 151"/>
              <a:gd name="T28" fmla="*/ 105 w 151"/>
              <a:gd name="T29" fmla="*/ 56 h 151"/>
              <a:gd name="T30" fmla="*/ 57 w 151"/>
              <a:gd name="T31" fmla="*/ 103 h 151"/>
              <a:gd name="T32" fmla="*/ 135 w 151"/>
              <a:gd name="T33" fmla="*/ 142 h 151"/>
              <a:gd name="T34" fmla="*/ 129 w 151"/>
              <a:gd name="T35" fmla="*/ 140 h 151"/>
              <a:gd name="T36" fmla="*/ 91 w 151"/>
              <a:gd name="T37" fmla="*/ 102 h 151"/>
              <a:gd name="T38" fmla="*/ 102 w 151"/>
              <a:gd name="T39" fmla="*/ 89 h 151"/>
              <a:gd name="T40" fmla="*/ 140 w 151"/>
              <a:gd name="T41" fmla="*/ 127 h 151"/>
              <a:gd name="T42" fmla="*/ 143 w 151"/>
              <a:gd name="T43" fmla="*/ 133 h 151"/>
              <a:gd name="T44" fmla="*/ 135 w 151"/>
              <a:gd name="T45" fmla="*/ 142 h 151"/>
              <a:gd name="T46" fmla="*/ 56 w 151"/>
              <a:gd name="T47" fmla="*/ 22 h 151"/>
              <a:gd name="T48" fmla="*/ 54 w 151"/>
              <a:gd name="T49" fmla="*/ 24 h 151"/>
              <a:gd name="T50" fmla="*/ 56 w 151"/>
              <a:gd name="T51" fmla="*/ 27 h 151"/>
              <a:gd name="T52" fmla="*/ 82 w 151"/>
              <a:gd name="T53" fmla="*/ 55 h 151"/>
              <a:gd name="T54" fmla="*/ 84 w 151"/>
              <a:gd name="T55" fmla="*/ 57 h 151"/>
              <a:gd name="T56" fmla="*/ 87 w 151"/>
              <a:gd name="T57" fmla="*/ 55 h 151"/>
              <a:gd name="T58" fmla="*/ 56 w 151"/>
              <a:gd name="T59" fmla="*/ 22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51" h="151">
                <a:moveTo>
                  <a:pt x="146" y="122"/>
                </a:moveTo>
                <a:cubicBezTo>
                  <a:pt x="146" y="122"/>
                  <a:pt x="146" y="122"/>
                  <a:pt x="107" y="83"/>
                </a:cubicBezTo>
                <a:cubicBezTo>
                  <a:pt x="111" y="75"/>
                  <a:pt x="113" y="66"/>
                  <a:pt x="113" y="56"/>
                </a:cubicBezTo>
                <a:cubicBezTo>
                  <a:pt x="113" y="26"/>
                  <a:pt x="89" y="0"/>
                  <a:pt x="57" y="0"/>
                </a:cubicBezTo>
                <a:cubicBezTo>
                  <a:pt x="26" y="0"/>
                  <a:pt x="0" y="26"/>
                  <a:pt x="0" y="56"/>
                </a:cubicBezTo>
                <a:cubicBezTo>
                  <a:pt x="0" y="87"/>
                  <a:pt x="26" y="113"/>
                  <a:pt x="57" y="113"/>
                </a:cubicBezTo>
                <a:cubicBezTo>
                  <a:pt x="67" y="113"/>
                  <a:pt x="75" y="110"/>
                  <a:pt x="84" y="107"/>
                </a:cubicBezTo>
                <a:cubicBezTo>
                  <a:pt x="84" y="107"/>
                  <a:pt x="84" y="107"/>
                  <a:pt x="123" y="146"/>
                </a:cubicBezTo>
                <a:cubicBezTo>
                  <a:pt x="125" y="148"/>
                  <a:pt x="130" y="151"/>
                  <a:pt x="135" y="151"/>
                </a:cubicBezTo>
                <a:cubicBezTo>
                  <a:pt x="144" y="151"/>
                  <a:pt x="151" y="143"/>
                  <a:pt x="151" y="133"/>
                </a:cubicBezTo>
                <a:cubicBezTo>
                  <a:pt x="151" y="129"/>
                  <a:pt x="149" y="125"/>
                  <a:pt x="146" y="122"/>
                </a:cubicBezTo>
                <a:close/>
                <a:moveTo>
                  <a:pt x="57" y="103"/>
                </a:moveTo>
                <a:cubicBezTo>
                  <a:pt x="31" y="103"/>
                  <a:pt x="10" y="82"/>
                  <a:pt x="10" y="56"/>
                </a:cubicBezTo>
                <a:cubicBezTo>
                  <a:pt x="10" y="31"/>
                  <a:pt x="31" y="10"/>
                  <a:pt x="57" y="10"/>
                </a:cubicBezTo>
                <a:cubicBezTo>
                  <a:pt x="84" y="10"/>
                  <a:pt x="105" y="31"/>
                  <a:pt x="105" y="56"/>
                </a:cubicBezTo>
                <a:cubicBezTo>
                  <a:pt x="105" y="82"/>
                  <a:pt x="84" y="103"/>
                  <a:pt x="57" y="103"/>
                </a:cubicBezTo>
                <a:close/>
                <a:moveTo>
                  <a:pt x="135" y="142"/>
                </a:moveTo>
                <a:cubicBezTo>
                  <a:pt x="133" y="142"/>
                  <a:pt x="130" y="141"/>
                  <a:pt x="129" y="140"/>
                </a:cubicBezTo>
                <a:cubicBezTo>
                  <a:pt x="91" y="102"/>
                  <a:pt x="91" y="102"/>
                  <a:pt x="91" y="102"/>
                </a:cubicBezTo>
                <a:cubicBezTo>
                  <a:pt x="95" y="98"/>
                  <a:pt x="100" y="94"/>
                  <a:pt x="102" y="89"/>
                </a:cubicBezTo>
                <a:cubicBezTo>
                  <a:pt x="102" y="89"/>
                  <a:pt x="102" y="89"/>
                  <a:pt x="140" y="127"/>
                </a:cubicBezTo>
                <a:cubicBezTo>
                  <a:pt x="141" y="130"/>
                  <a:pt x="143" y="131"/>
                  <a:pt x="143" y="133"/>
                </a:cubicBezTo>
                <a:cubicBezTo>
                  <a:pt x="143" y="138"/>
                  <a:pt x="139" y="142"/>
                  <a:pt x="135" y="142"/>
                </a:cubicBezTo>
                <a:close/>
                <a:moveTo>
                  <a:pt x="56" y="22"/>
                </a:moveTo>
                <a:cubicBezTo>
                  <a:pt x="55" y="22"/>
                  <a:pt x="54" y="23"/>
                  <a:pt x="54" y="24"/>
                </a:cubicBezTo>
                <a:cubicBezTo>
                  <a:pt x="54" y="25"/>
                  <a:pt x="55" y="27"/>
                  <a:pt x="56" y="27"/>
                </a:cubicBezTo>
                <a:cubicBezTo>
                  <a:pt x="71" y="27"/>
                  <a:pt x="82" y="39"/>
                  <a:pt x="82" y="55"/>
                </a:cubicBezTo>
                <a:cubicBezTo>
                  <a:pt x="82" y="56"/>
                  <a:pt x="83" y="57"/>
                  <a:pt x="84" y="57"/>
                </a:cubicBezTo>
                <a:cubicBezTo>
                  <a:pt x="85" y="57"/>
                  <a:pt x="87" y="56"/>
                  <a:pt x="87" y="55"/>
                </a:cubicBezTo>
                <a:cubicBezTo>
                  <a:pt x="87" y="37"/>
                  <a:pt x="73" y="22"/>
                  <a:pt x="56" y="22"/>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27" name="Freeform 22">
            <a:extLst>
              <a:ext uri="{FF2B5EF4-FFF2-40B4-BE49-F238E27FC236}">
                <a16:creationId xmlns:a16="http://schemas.microsoft.com/office/drawing/2014/main" id="{73CA57ED-EBB4-E4CE-9C6D-7E77E86AE7C4}"/>
              </a:ext>
            </a:extLst>
          </p:cNvPr>
          <p:cNvSpPr>
            <a:spLocks noChangeAspect="1" noEditPoints="1"/>
          </p:cNvSpPr>
          <p:nvPr/>
        </p:nvSpPr>
        <p:spPr bwMode="auto">
          <a:xfrm>
            <a:off x="5265948" y="3021955"/>
            <a:ext cx="382693" cy="553212"/>
          </a:xfrm>
          <a:custGeom>
            <a:avLst/>
            <a:gdLst>
              <a:gd name="T0" fmla="*/ 72 w 147"/>
              <a:gd name="T1" fmla="*/ 36 h 212"/>
              <a:gd name="T2" fmla="*/ 30 w 147"/>
              <a:gd name="T3" fmla="*/ 73 h 212"/>
              <a:gd name="T4" fmla="*/ 34 w 147"/>
              <a:gd name="T5" fmla="*/ 76 h 212"/>
              <a:gd name="T6" fmla="*/ 37 w 147"/>
              <a:gd name="T7" fmla="*/ 73 h 212"/>
              <a:gd name="T8" fmla="*/ 72 w 147"/>
              <a:gd name="T9" fmla="*/ 42 h 212"/>
              <a:gd name="T10" fmla="*/ 76 w 147"/>
              <a:gd name="T11" fmla="*/ 39 h 212"/>
              <a:gd name="T12" fmla="*/ 72 w 147"/>
              <a:gd name="T13" fmla="*/ 36 h 212"/>
              <a:gd name="T14" fmla="*/ 72 w 147"/>
              <a:gd name="T15" fmla="*/ 0 h 212"/>
              <a:gd name="T16" fmla="*/ 0 w 147"/>
              <a:gd name="T17" fmla="*/ 73 h 212"/>
              <a:gd name="T18" fmla="*/ 33 w 147"/>
              <a:gd name="T19" fmla="*/ 152 h 212"/>
              <a:gd name="T20" fmla="*/ 72 w 147"/>
              <a:gd name="T21" fmla="*/ 212 h 212"/>
              <a:gd name="T22" fmla="*/ 112 w 147"/>
              <a:gd name="T23" fmla="*/ 152 h 212"/>
              <a:gd name="T24" fmla="*/ 147 w 147"/>
              <a:gd name="T25" fmla="*/ 73 h 212"/>
              <a:gd name="T26" fmla="*/ 72 w 147"/>
              <a:gd name="T27" fmla="*/ 0 h 212"/>
              <a:gd name="T28" fmla="*/ 72 w 147"/>
              <a:gd name="T29" fmla="*/ 199 h 212"/>
              <a:gd name="T30" fmla="*/ 60 w 147"/>
              <a:gd name="T31" fmla="*/ 190 h 212"/>
              <a:gd name="T32" fmla="*/ 88 w 147"/>
              <a:gd name="T33" fmla="*/ 187 h 212"/>
              <a:gd name="T34" fmla="*/ 72 w 147"/>
              <a:gd name="T35" fmla="*/ 199 h 212"/>
              <a:gd name="T36" fmla="*/ 93 w 147"/>
              <a:gd name="T37" fmla="*/ 171 h 212"/>
              <a:gd name="T38" fmla="*/ 90 w 147"/>
              <a:gd name="T39" fmla="*/ 180 h 212"/>
              <a:gd name="T40" fmla="*/ 57 w 147"/>
              <a:gd name="T41" fmla="*/ 183 h 212"/>
              <a:gd name="T42" fmla="*/ 53 w 147"/>
              <a:gd name="T43" fmla="*/ 171 h 212"/>
              <a:gd name="T44" fmla="*/ 95 w 147"/>
              <a:gd name="T45" fmla="*/ 166 h 212"/>
              <a:gd name="T46" fmla="*/ 93 w 147"/>
              <a:gd name="T47" fmla="*/ 171 h 212"/>
              <a:gd name="T48" fmla="*/ 96 w 147"/>
              <a:gd name="T49" fmla="*/ 159 h 212"/>
              <a:gd name="T50" fmla="*/ 52 w 147"/>
              <a:gd name="T51" fmla="*/ 164 h 212"/>
              <a:gd name="T52" fmla="*/ 46 w 147"/>
              <a:gd name="T53" fmla="*/ 152 h 212"/>
              <a:gd name="T54" fmla="*/ 98 w 147"/>
              <a:gd name="T55" fmla="*/ 152 h 212"/>
              <a:gd name="T56" fmla="*/ 96 w 147"/>
              <a:gd name="T57" fmla="*/ 159 h 212"/>
              <a:gd name="T58" fmla="*/ 103 w 147"/>
              <a:gd name="T59" fmla="*/ 138 h 212"/>
              <a:gd name="T60" fmla="*/ 41 w 147"/>
              <a:gd name="T61" fmla="*/ 138 h 212"/>
              <a:gd name="T62" fmla="*/ 31 w 147"/>
              <a:gd name="T63" fmla="*/ 118 h 212"/>
              <a:gd name="T64" fmla="*/ 13 w 147"/>
              <a:gd name="T65" fmla="*/ 73 h 212"/>
              <a:gd name="T66" fmla="*/ 72 w 147"/>
              <a:gd name="T67" fmla="*/ 14 h 212"/>
              <a:gd name="T68" fmla="*/ 133 w 147"/>
              <a:gd name="T69" fmla="*/ 73 h 212"/>
              <a:gd name="T70" fmla="*/ 115 w 147"/>
              <a:gd name="T71" fmla="*/ 118 h 212"/>
              <a:gd name="T72" fmla="*/ 103 w 147"/>
              <a:gd name="T73" fmla="*/ 138 h 2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47" h="212">
                <a:moveTo>
                  <a:pt x="72" y="36"/>
                </a:moveTo>
                <a:cubicBezTo>
                  <a:pt x="50" y="36"/>
                  <a:pt x="30" y="52"/>
                  <a:pt x="30" y="73"/>
                </a:cubicBezTo>
                <a:cubicBezTo>
                  <a:pt x="30" y="74"/>
                  <a:pt x="32" y="76"/>
                  <a:pt x="34" y="76"/>
                </a:cubicBezTo>
                <a:cubicBezTo>
                  <a:pt x="36" y="76"/>
                  <a:pt x="37" y="74"/>
                  <a:pt x="37" y="73"/>
                </a:cubicBezTo>
                <a:cubicBezTo>
                  <a:pt x="37" y="55"/>
                  <a:pt x="54" y="42"/>
                  <a:pt x="72" y="42"/>
                </a:cubicBezTo>
                <a:cubicBezTo>
                  <a:pt x="74" y="42"/>
                  <a:pt x="76" y="41"/>
                  <a:pt x="76" y="39"/>
                </a:cubicBezTo>
                <a:cubicBezTo>
                  <a:pt x="76" y="37"/>
                  <a:pt x="74" y="36"/>
                  <a:pt x="72" y="36"/>
                </a:cubicBezTo>
                <a:close/>
                <a:moveTo>
                  <a:pt x="72" y="0"/>
                </a:moveTo>
                <a:cubicBezTo>
                  <a:pt x="33" y="0"/>
                  <a:pt x="0" y="33"/>
                  <a:pt x="0" y="73"/>
                </a:cubicBezTo>
                <a:cubicBezTo>
                  <a:pt x="0" y="99"/>
                  <a:pt x="24" y="128"/>
                  <a:pt x="33" y="152"/>
                </a:cubicBezTo>
                <a:cubicBezTo>
                  <a:pt x="46" y="190"/>
                  <a:pt x="45" y="212"/>
                  <a:pt x="72" y="212"/>
                </a:cubicBezTo>
                <a:cubicBezTo>
                  <a:pt x="102" y="212"/>
                  <a:pt x="100" y="190"/>
                  <a:pt x="112" y="152"/>
                </a:cubicBezTo>
                <a:cubicBezTo>
                  <a:pt x="121" y="128"/>
                  <a:pt x="147" y="99"/>
                  <a:pt x="147" y="73"/>
                </a:cubicBezTo>
                <a:cubicBezTo>
                  <a:pt x="147" y="33"/>
                  <a:pt x="114" y="0"/>
                  <a:pt x="72" y="0"/>
                </a:cubicBezTo>
                <a:close/>
                <a:moveTo>
                  <a:pt x="72" y="199"/>
                </a:moveTo>
                <a:cubicBezTo>
                  <a:pt x="65" y="199"/>
                  <a:pt x="64" y="197"/>
                  <a:pt x="60" y="190"/>
                </a:cubicBezTo>
                <a:cubicBezTo>
                  <a:pt x="88" y="187"/>
                  <a:pt x="88" y="187"/>
                  <a:pt x="88" y="187"/>
                </a:cubicBezTo>
                <a:cubicBezTo>
                  <a:pt x="84" y="197"/>
                  <a:pt x="81" y="199"/>
                  <a:pt x="72" y="199"/>
                </a:cubicBezTo>
                <a:close/>
                <a:moveTo>
                  <a:pt x="93" y="171"/>
                </a:moveTo>
                <a:cubicBezTo>
                  <a:pt x="91" y="175"/>
                  <a:pt x="91" y="178"/>
                  <a:pt x="90" y="180"/>
                </a:cubicBezTo>
                <a:cubicBezTo>
                  <a:pt x="57" y="183"/>
                  <a:pt x="57" y="183"/>
                  <a:pt x="57" y="183"/>
                </a:cubicBezTo>
                <a:cubicBezTo>
                  <a:pt x="57" y="180"/>
                  <a:pt x="55" y="176"/>
                  <a:pt x="53" y="171"/>
                </a:cubicBezTo>
                <a:cubicBezTo>
                  <a:pt x="95" y="166"/>
                  <a:pt x="95" y="166"/>
                  <a:pt x="95" y="166"/>
                </a:cubicBezTo>
                <a:cubicBezTo>
                  <a:pt x="93" y="168"/>
                  <a:pt x="93" y="169"/>
                  <a:pt x="93" y="171"/>
                </a:cubicBezTo>
                <a:close/>
                <a:moveTo>
                  <a:pt x="96" y="159"/>
                </a:moveTo>
                <a:cubicBezTo>
                  <a:pt x="52" y="164"/>
                  <a:pt x="52" y="164"/>
                  <a:pt x="52" y="164"/>
                </a:cubicBezTo>
                <a:cubicBezTo>
                  <a:pt x="50" y="161"/>
                  <a:pt x="48" y="157"/>
                  <a:pt x="46" y="152"/>
                </a:cubicBezTo>
                <a:cubicBezTo>
                  <a:pt x="98" y="152"/>
                  <a:pt x="98" y="152"/>
                  <a:pt x="98" y="152"/>
                </a:cubicBezTo>
                <a:cubicBezTo>
                  <a:pt x="98" y="154"/>
                  <a:pt x="96" y="157"/>
                  <a:pt x="96" y="159"/>
                </a:cubicBezTo>
                <a:close/>
                <a:moveTo>
                  <a:pt x="103" y="138"/>
                </a:moveTo>
                <a:cubicBezTo>
                  <a:pt x="41" y="138"/>
                  <a:pt x="41" y="138"/>
                  <a:pt x="41" y="138"/>
                </a:cubicBezTo>
                <a:cubicBezTo>
                  <a:pt x="39" y="131"/>
                  <a:pt x="34" y="125"/>
                  <a:pt x="31" y="118"/>
                </a:cubicBezTo>
                <a:cubicBezTo>
                  <a:pt x="22" y="102"/>
                  <a:pt x="13" y="87"/>
                  <a:pt x="13" y="73"/>
                </a:cubicBezTo>
                <a:cubicBezTo>
                  <a:pt x="13" y="40"/>
                  <a:pt x="39" y="14"/>
                  <a:pt x="72" y="14"/>
                </a:cubicBezTo>
                <a:cubicBezTo>
                  <a:pt x="105" y="14"/>
                  <a:pt x="133" y="40"/>
                  <a:pt x="133" y="73"/>
                </a:cubicBezTo>
                <a:cubicBezTo>
                  <a:pt x="133" y="87"/>
                  <a:pt x="124" y="102"/>
                  <a:pt x="115" y="118"/>
                </a:cubicBezTo>
                <a:cubicBezTo>
                  <a:pt x="110" y="125"/>
                  <a:pt x="107" y="131"/>
                  <a:pt x="103" y="138"/>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28" name="Freeform 27">
            <a:extLst>
              <a:ext uri="{FF2B5EF4-FFF2-40B4-BE49-F238E27FC236}">
                <a16:creationId xmlns:a16="http://schemas.microsoft.com/office/drawing/2014/main" id="{656C905E-C7C6-5ABA-AB8C-A4F57B7CFC8E}"/>
              </a:ext>
            </a:extLst>
          </p:cNvPr>
          <p:cNvSpPr>
            <a:spLocks noChangeAspect="1" noEditPoints="1"/>
          </p:cNvSpPr>
          <p:nvPr/>
        </p:nvSpPr>
        <p:spPr bwMode="auto">
          <a:xfrm>
            <a:off x="4013569" y="4717318"/>
            <a:ext cx="551728" cy="553212"/>
          </a:xfrm>
          <a:custGeom>
            <a:avLst/>
            <a:gdLst>
              <a:gd name="T0" fmla="*/ 0 w 186"/>
              <a:gd name="T1" fmla="*/ 93 h 186"/>
              <a:gd name="T2" fmla="*/ 186 w 186"/>
              <a:gd name="T3" fmla="*/ 93 h 186"/>
              <a:gd name="T4" fmla="*/ 79 w 186"/>
              <a:gd name="T5" fmla="*/ 13 h 186"/>
              <a:gd name="T6" fmla="*/ 36 w 186"/>
              <a:gd name="T7" fmla="*/ 35 h 186"/>
              <a:gd name="T8" fmla="*/ 31 w 186"/>
              <a:gd name="T9" fmla="*/ 39 h 186"/>
              <a:gd name="T10" fmla="*/ 47 w 186"/>
              <a:gd name="T11" fmla="*/ 89 h 186"/>
              <a:gd name="T12" fmla="*/ 31 w 186"/>
              <a:gd name="T13" fmla="*/ 39 h 186"/>
              <a:gd name="T14" fmla="*/ 47 w 186"/>
              <a:gd name="T15" fmla="*/ 96 h 186"/>
              <a:gd name="T16" fmla="*/ 34 w 186"/>
              <a:gd name="T17" fmla="*/ 150 h 186"/>
              <a:gd name="T18" fmla="*/ 39 w 186"/>
              <a:gd name="T19" fmla="*/ 155 h 186"/>
              <a:gd name="T20" fmla="*/ 79 w 186"/>
              <a:gd name="T21" fmla="*/ 172 h 186"/>
              <a:gd name="T22" fmla="*/ 90 w 186"/>
              <a:gd name="T23" fmla="*/ 174 h 186"/>
              <a:gd name="T24" fmla="*/ 90 w 186"/>
              <a:gd name="T25" fmla="*/ 138 h 186"/>
              <a:gd name="T26" fmla="*/ 90 w 186"/>
              <a:gd name="T27" fmla="*/ 132 h 186"/>
              <a:gd name="T28" fmla="*/ 53 w 186"/>
              <a:gd name="T29" fmla="*/ 96 h 186"/>
              <a:gd name="T30" fmla="*/ 90 w 186"/>
              <a:gd name="T31" fmla="*/ 132 h 186"/>
              <a:gd name="T32" fmla="*/ 53 w 186"/>
              <a:gd name="T33" fmla="*/ 89 h 186"/>
              <a:gd name="T34" fmla="*/ 90 w 186"/>
              <a:gd name="T35" fmla="*/ 60 h 186"/>
              <a:gd name="T36" fmla="*/ 90 w 186"/>
              <a:gd name="T37" fmla="*/ 54 h 186"/>
              <a:gd name="T38" fmla="*/ 90 w 186"/>
              <a:gd name="T39" fmla="*/ 13 h 186"/>
              <a:gd name="T40" fmla="*/ 175 w 186"/>
              <a:gd name="T41" fmla="*/ 89 h 186"/>
              <a:gd name="T42" fmla="*/ 131 w 186"/>
              <a:gd name="T43" fmla="*/ 52 h 186"/>
              <a:gd name="T44" fmla="*/ 175 w 186"/>
              <a:gd name="T45" fmla="*/ 89 h 186"/>
              <a:gd name="T46" fmla="*/ 129 w 186"/>
              <a:gd name="T47" fmla="*/ 47 h 186"/>
              <a:gd name="T48" fmla="*/ 150 w 186"/>
              <a:gd name="T49" fmla="*/ 35 h 186"/>
              <a:gd name="T50" fmla="*/ 123 w 186"/>
              <a:gd name="T51" fmla="*/ 49 h 186"/>
              <a:gd name="T52" fmla="*/ 96 w 186"/>
              <a:gd name="T53" fmla="*/ 13 h 186"/>
              <a:gd name="T54" fmla="*/ 126 w 186"/>
              <a:gd name="T55" fmla="*/ 55 h 186"/>
              <a:gd name="T56" fmla="*/ 96 w 186"/>
              <a:gd name="T57" fmla="*/ 89 h 186"/>
              <a:gd name="T58" fmla="*/ 96 w 186"/>
              <a:gd name="T59" fmla="*/ 96 h 186"/>
              <a:gd name="T60" fmla="*/ 123 w 186"/>
              <a:gd name="T61" fmla="*/ 136 h 186"/>
              <a:gd name="T62" fmla="*/ 96 w 186"/>
              <a:gd name="T63" fmla="*/ 96 h 186"/>
              <a:gd name="T64" fmla="*/ 96 w 186"/>
              <a:gd name="T65" fmla="*/ 138 h 186"/>
              <a:gd name="T66" fmla="*/ 96 w 186"/>
              <a:gd name="T67" fmla="*/ 174 h 186"/>
              <a:gd name="T68" fmla="*/ 126 w 186"/>
              <a:gd name="T69" fmla="*/ 144 h 186"/>
              <a:gd name="T70" fmla="*/ 106 w 186"/>
              <a:gd name="T71" fmla="*/ 172 h 186"/>
              <a:gd name="T72" fmla="*/ 129 w 186"/>
              <a:gd name="T73" fmla="*/ 140 h 186"/>
              <a:gd name="T74" fmla="*/ 175 w 186"/>
              <a:gd name="T75" fmla="*/ 96 h 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86" h="186">
                <a:moveTo>
                  <a:pt x="93" y="0"/>
                </a:moveTo>
                <a:cubicBezTo>
                  <a:pt x="41" y="0"/>
                  <a:pt x="0" y="43"/>
                  <a:pt x="0" y="93"/>
                </a:cubicBezTo>
                <a:cubicBezTo>
                  <a:pt x="0" y="144"/>
                  <a:pt x="41" y="186"/>
                  <a:pt x="93" y="186"/>
                </a:cubicBezTo>
                <a:cubicBezTo>
                  <a:pt x="145" y="186"/>
                  <a:pt x="186" y="144"/>
                  <a:pt x="186" y="93"/>
                </a:cubicBezTo>
                <a:cubicBezTo>
                  <a:pt x="186" y="43"/>
                  <a:pt x="145" y="0"/>
                  <a:pt x="93" y="0"/>
                </a:cubicBezTo>
                <a:close/>
                <a:moveTo>
                  <a:pt x="79" y="13"/>
                </a:moveTo>
                <a:cubicBezTo>
                  <a:pt x="71" y="22"/>
                  <a:pt x="63" y="35"/>
                  <a:pt x="57" y="47"/>
                </a:cubicBezTo>
                <a:cubicBezTo>
                  <a:pt x="49" y="44"/>
                  <a:pt x="42" y="39"/>
                  <a:pt x="36" y="35"/>
                </a:cubicBezTo>
                <a:cubicBezTo>
                  <a:pt x="47" y="24"/>
                  <a:pt x="63" y="16"/>
                  <a:pt x="79" y="13"/>
                </a:cubicBezTo>
                <a:close/>
                <a:moveTo>
                  <a:pt x="31" y="39"/>
                </a:moveTo>
                <a:cubicBezTo>
                  <a:pt x="39" y="44"/>
                  <a:pt x="47" y="49"/>
                  <a:pt x="55" y="52"/>
                </a:cubicBezTo>
                <a:cubicBezTo>
                  <a:pt x="50" y="64"/>
                  <a:pt x="47" y="77"/>
                  <a:pt x="47" y="89"/>
                </a:cubicBezTo>
                <a:cubicBezTo>
                  <a:pt x="11" y="89"/>
                  <a:pt x="11" y="89"/>
                  <a:pt x="11" y="89"/>
                </a:cubicBezTo>
                <a:cubicBezTo>
                  <a:pt x="12" y="71"/>
                  <a:pt x="20" y="54"/>
                  <a:pt x="31" y="39"/>
                </a:cubicBezTo>
                <a:close/>
                <a:moveTo>
                  <a:pt x="11" y="96"/>
                </a:moveTo>
                <a:cubicBezTo>
                  <a:pt x="47" y="96"/>
                  <a:pt x="47" y="96"/>
                  <a:pt x="47" y="96"/>
                </a:cubicBezTo>
                <a:cubicBezTo>
                  <a:pt x="49" y="111"/>
                  <a:pt x="52" y="125"/>
                  <a:pt x="57" y="140"/>
                </a:cubicBezTo>
                <a:cubicBezTo>
                  <a:pt x="49" y="143"/>
                  <a:pt x="42" y="146"/>
                  <a:pt x="34" y="150"/>
                </a:cubicBezTo>
                <a:cubicBezTo>
                  <a:pt x="20" y="136"/>
                  <a:pt x="12" y="118"/>
                  <a:pt x="11" y="96"/>
                </a:cubicBezTo>
                <a:close/>
                <a:moveTo>
                  <a:pt x="39" y="155"/>
                </a:moveTo>
                <a:cubicBezTo>
                  <a:pt x="45" y="150"/>
                  <a:pt x="52" y="147"/>
                  <a:pt x="60" y="144"/>
                </a:cubicBezTo>
                <a:cubicBezTo>
                  <a:pt x="64" y="155"/>
                  <a:pt x="71" y="165"/>
                  <a:pt x="79" y="172"/>
                </a:cubicBezTo>
                <a:cubicBezTo>
                  <a:pt x="64" y="171"/>
                  <a:pt x="50" y="165"/>
                  <a:pt x="39" y="155"/>
                </a:cubicBezTo>
                <a:close/>
                <a:moveTo>
                  <a:pt x="90" y="174"/>
                </a:moveTo>
                <a:cubicBezTo>
                  <a:pt x="79" y="166"/>
                  <a:pt x="71" y="155"/>
                  <a:pt x="64" y="143"/>
                </a:cubicBezTo>
                <a:cubicBezTo>
                  <a:pt x="72" y="140"/>
                  <a:pt x="82" y="138"/>
                  <a:pt x="90" y="138"/>
                </a:cubicBezTo>
                <a:cubicBezTo>
                  <a:pt x="90" y="174"/>
                  <a:pt x="90" y="174"/>
                  <a:pt x="90" y="174"/>
                </a:cubicBezTo>
                <a:close/>
                <a:moveTo>
                  <a:pt x="90" y="132"/>
                </a:moveTo>
                <a:cubicBezTo>
                  <a:pt x="80" y="133"/>
                  <a:pt x="71" y="135"/>
                  <a:pt x="63" y="136"/>
                </a:cubicBezTo>
                <a:cubicBezTo>
                  <a:pt x="57" y="124"/>
                  <a:pt x="53" y="111"/>
                  <a:pt x="53" y="96"/>
                </a:cubicBezTo>
                <a:cubicBezTo>
                  <a:pt x="90" y="96"/>
                  <a:pt x="90" y="96"/>
                  <a:pt x="90" y="96"/>
                </a:cubicBezTo>
                <a:cubicBezTo>
                  <a:pt x="90" y="132"/>
                  <a:pt x="90" y="132"/>
                  <a:pt x="90" y="132"/>
                </a:cubicBezTo>
                <a:close/>
                <a:moveTo>
                  <a:pt x="90" y="89"/>
                </a:moveTo>
                <a:cubicBezTo>
                  <a:pt x="53" y="89"/>
                  <a:pt x="53" y="89"/>
                  <a:pt x="53" y="89"/>
                </a:cubicBezTo>
                <a:cubicBezTo>
                  <a:pt x="53" y="77"/>
                  <a:pt x="57" y="66"/>
                  <a:pt x="60" y="55"/>
                </a:cubicBezTo>
                <a:cubicBezTo>
                  <a:pt x="69" y="58"/>
                  <a:pt x="79" y="60"/>
                  <a:pt x="90" y="60"/>
                </a:cubicBezTo>
                <a:cubicBezTo>
                  <a:pt x="90" y="89"/>
                  <a:pt x="90" y="89"/>
                  <a:pt x="90" y="89"/>
                </a:cubicBezTo>
                <a:close/>
                <a:moveTo>
                  <a:pt x="90" y="54"/>
                </a:moveTo>
                <a:cubicBezTo>
                  <a:pt x="80" y="54"/>
                  <a:pt x="71" y="52"/>
                  <a:pt x="63" y="49"/>
                </a:cubicBezTo>
                <a:cubicBezTo>
                  <a:pt x="69" y="35"/>
                  <a:pt x="79" y="22"/>
                  <a:pt x="90" y="13"/>
                </a:cubicBezTo>
                <a:cubicBezTo>
                  <a:pt x="90" y="54"/>
                  <a:pt x="90" y="54"/>
                  <a:pt x="90" y="54"/>
                </a:cubicBezTo>
                <a:close/>
                <a:moveTo>
                  <a:pt x="175" y="89"/>
                </a:moveTo>
                <a:cubicBezTo>
                  <a:pt x="139" y="89"/>
                  <a:pt x="139" y="89"/>
                  <a:pt x="139" y="89"/>
                </a:cubicBezTo>
                <a:cubicBezTo>
                  <a:pt x="137" y="77"/>
                  <a:pt x="136" y="64"/>
                  <a:pt x="131" y="52"/>
                </a:cubicBezTo>
                <a:cubicBezTo>
                  <a:pt x="139" y="49"/>
                  <a:pt x="147" y="44"/>
                  <a:pt x="155" y="39"/>
                </a:cubicBezTo>
                <a:cubicBezTo>
                  <a:pt x="166" y="54"/>
                  <a:pt x="174" y="71"/>
                  <a:pt x="175" y="89"/>
                </a:cubicBezTo>
                <a:close/>
                <a:moveTo>
                  <a:pt x="150" y="35"/>
                </a:moveTo>
                <a:cubicBezTo>
                  <a:pt x="144" y="39"/>
                  <a:pt x="137" y="44"/>
                  <a:pt x="129" y="47"/>
                </a:cubicBezTo>
                <a:cubicBezTo>
                  <a:pt x="123" y="35"/>
                  <a:pt x="115" y="22"/>
                  <a:pt x="106" y="13"/>
                </a:cubicBezTo>
                <a:cubicBezTo>
                  <a:pt x="123" y="16"/>
                  <a:pt x="139" y="24"/>
                  <a:pt x="150" y="35"/>
                </a:cubicBezTo>
                <a:close/>
                <a:moveTo>
                  <a:pt x="96" y="13"/>
                </a:moveTo>
                <a:cubicBezTo>
                  <a:pt x="107" y="22"/>
                  <a:pt x="117" y="35"/>
                  <a:pt x="123" y="49"/>
                </a:cubicBezTo>
                <a:cubicBezTo>
                  <a:pt x="115" y="52"/>
                  <a:pt x="106" y="54"/>
                  <a:pt x="96" y="54"/>
                </a:cubicBezTo>
                <a:cubicBezTo>
                  <a:pt x="96" y="13"/>
                  <a:pt x="96" y="13"/>
                  <a:pt x="96" y="13"/>
                </a:cubicBezTo>
                <a:close/>
                <a:moveTo>
                  <a:pt x="96" y="60"/>
                </a:moveTo>
                <a:cubicBezTo>
                  <a:pt x="106" y="60"/>
                  <a:pt x="117" y="58"/>
                  <a:pt x="126" y="55"/>
                </a:cubicBezTo>
                <a:cubicBezTo>
                  <a:pt x="129" y="66"/>
                  <a:pt x="132" y="77"/>
                  <a:pt x="132" y="89"/>
                </a:cubicBezTo>
                <a:cubicBezTo>
                  <a:pt x="96" y="89"/>
                  <a:pt x="96" y="89"/>
                  <a:pt x="96" y="89"/>
                </a:cubicBezTo>
                <a:cubicBezTo>
                  <a:pt x="96" y="60"/>
                  <a:pt x="96" y="60"/>
                  <a:pt x="96" y="60"/>
                </a:cubicBezTo>
                <a:close/>
                <a:moveTo>
                  <a:pt x="96" y="96"/>
                </a:moveTo>
                <a:cubicBezTo>
                  <a:pt x="132" y="96"/>
                  <a:pt x="132" y="96"/>
                  <a:pt x="132" y="96"/>
                </a:cubicBezTo>
                <a:cubicBezTo>
                  <a:pt x="132" y="111"/>
                  <a:pt x="129" y="124"/>
                  <a:pt x="123" y="136"/>
                </a:cubicBezTo>
                <a:cubicBezTo>
                  <a:pt x="115" y="135"/>
                  <a:pt x="106" y="133"/>
                  <a:pt x="96" y="132"/>
                </a:cubicBezTo>
                <a:cubicBezTo>
                  <a:pt x="96" y="96"/>
                  <a:pt x="96" y="96"/>
                  <a:pt x="96" y="96"/>
                </a:cubicBezTo>
                <a:close/>
                <a:moveTo>
                  <a:pt x="96" y="174"/>
                </a:moveTo>
                <a:cubicBezTo>
                  <a:pt x="96" y="138"/>
                  <a:pt x="96" y="138"/>
                  <a:pt x="96" y="138"/>
                </a:cubicBezTo>
                <a:cubicBezTo>
                  <a:pt x="104" y="138"/>
                  <a:pt x="113" y="140"/>
                  <a:pt x="121" y="143"/>
                </a:cubicBezTo>
                <a:cubicBezTo>
                  <a:pt x="115" y="155"/>
                  <a:pt x="106" y="166"/>
                  <a:pt x="96" y="174"/>
                </a:cubicBezTo>
                <a:close/>
                <a:moveTo>
                  <a:pt x="106" y="172"/>
                </a:moveTo>
                <a:cubicBezTo>
                  <a:pt x="115" y="165"/>
                  <a:pt x="121" y="155"/>
                  <a:pt x="126" y="144"/>
                </a:cubicBezTo>
                <a:cubicBezTo>
                  <a:pt x="134" y="147"/>
                  <a:pt x="140" y="150"/>
                  <a:pt x="147" y="155"/>
                </a:cubicBezTo>
                <a:cubicBezTo>
                  <a:pt x="136" y="165"/>
                  <a:pt x="121" y="171"/>
                  <a:pt x="106" y="172"/>
                </a:cubicBezTo>
                <a:close/>
                <a:moveTo>
                  <a:pt x="150" y="150"/>
                </a:moveTo>
                <a:cubicBezTo>
                  <a:pt x="144" y="146"/>
                  <a:pt x="137" y="143"/>
                  <a:pt x="129" y="140"/>
                </a:cubicBezTo>
                <a:cubicBezTo>
                  <a:pt x="134" y="125"/>
                  <a:pt x="137" y="111"/>
                  <a:pt x="139" y="96"/>
                </a:cubicBezTo>
                <a:cubicBezTo>
                  <a:pt x="175" y="96"/>
                  <a:pt x="175" y="96"/>
                  <a:pt x="175" y="96"/>
                </a:cubicBezTo>
                <a:cubicBezTo>
                  <a:pt x="174" y="118"/>
                  <a:pt x="164" y="136"/>
                  <a:pt x="150" y="15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pic>
        <p:nvPicPr>
          <p:cNvPr id="21" name="Imagen 20">
            <a:extLst>
              <a:ext uri="{FF2B5EF4-FFF2-40B4-BE49-F238E27FC236}">
                <a16:creationId xmlns:a16="http://schemas.microsoft.com/office/drawing/2014/main" id="{AF8BF39F-E5A3-9612-EDF9-42440D6083D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9795" y="6368290"/>
            <a:ext cx="1498186" cy="239305"/>
          </a:xfrm>
          <a:prstGeom prst="rect">
            <a:avLst/>
          </a:prstGeom>
        </p:spPr>
      </p:pic>
      <p:pic>
        <p:nvPicPr>
          <p:cNvPr id="22" name="Imagen 21">
            <a:extLst>
              <a:ext uri="{FF2B5EF4-FFF2-40B4-BE49-F238E27FC236}">
                <a16:creationId xmlns:a16="http://schemas.microsoft.com/office/drawing/2014/main" id="{6D9451F0-CDEE-3BFB-BF28-E17EFCC536AA}"/>
              </a:ext>
            </a:extLst>
          </p:cNvPr>
          <p:cNvPicPr>
            <a:picLocks noChangeAspect="1"/>
          </p:cNvPicPr>
          <p:nvPr/>
        </p:nvPicPr>
        <p:blipFill>
          <a:blip r:embed="rId3"/>
          <a:stretch>
            <a:fillRect/>
          </a:stretch>
        </p:blipFill>
        <p:spPr>
          <a:xfrm>
            <a:off x="10547350" y="6165838"/>
            <a:ext cx="1360142" cy="644208"/>
          </a:xfrm>
          <a:prstGeom prst="rect">
            <a:avLst/>
          </a:prstGeom>
        </p:spPr>
      </p:pic>
    </p:spTree>
    <p:extLst>
      <p:ext uri="{BB962C8B-B14F-4D97-AF65-F5344CB8AC3E}">
        <p14:creationId xmlns:p14="http://schemas.microsoft.com/office/powerpoint/2010/main" val="264032571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val 273">
            <a:extLst>
              <a:ext uri="{FF2B5EF4-FFF2-40B4-BE49-F238E27FC236}">
                <a16:creationId xmlns:a16="http://schemas.microsoft.com/office/drawing/2014/main" id="{8C60EDDE-85B3-0A9C-8E4D-0482995886B1}"/>
              </a:ext>
            </a:extLst>
          </p:cNvPr>
          <p:cNvSpPr>
            <a:spLocks noChangeArrowheads="1"/>
          </p:cNvSpPr>
          <p:nvPr/>
        </p:nvSpPr>
        <p:spPr bwMode="auto">
          <a:xfrm>
            <a:off x="4792502" y="2584111"/>
            <a:ext cx="2550262" cy="2546436"/>
          </a:xfrm>
          <a:prstGeom prst="ellipse">
            <a:avLst/>
          </a:prstGeom>
          <a:solidFill>
            <a:schemeClr val="bg1"/>
          </a:solidFill>
          <a:ln>
            <a:noFill/>
          </a:ln>
          <a:effectLst/>
        </p:spPr>
        <p:txBody>
          <a:bodyPr vert="horz" wrap="square" lIns="91440" tIns="45720" rIns="91440" bIns="45720" numCol="1" anchor="t" anchorCtr="0" compatLnSpc="1">
            <a:prstTxWarp prst="textNoShape">
              <a:avLst/>
            </a:prstTxWarp>
          </a:bodyPr>
          <a:lstStyle/>
          <a:p>
            <a:endParaRPr lang="en-GB"/>
          </a:p>
        </p:txBody>
      </p:sp>
      <p:sp>
        <p:nvSpPr>
          <p:cNvPr id="3" name="Oval 273">
            <a:extLst>
              <a:ext uri="{FF2B5EF4-FFF2-40B4-BE49-F238E27FC236}">
                <a16:creationId xmlns:a16="http://schemas.microsoft.com/office/drawing/2014/main" id="{A9C22889-5611-6C51-D23D-E89C150D4B19}"/>
              </a:ext>
            </a:extLst>
          </p:cNvPr>
          <p:cNvSpPr>
            <a:spLocks noChangeArrowheads="1"/>
          </p:cNvSpPr>
          <p:nvPr/>
        </p:nvSpPr>
        <p:spPr bwMode="auto">
          <a:xfrm>
            <a:off x="8553582" y="2584111"/>
            <a:ext cx="2550262" cy="2546436"/>
          </a:xfrm>
          <a:prstGeom prst="ellipse">
            <a:avLst/>
          </a:prstGeom>
          <a:solidFill>
            <a:schemeClr val="bg1"/>
          </a:solidFill>
          <a:ln>
            <a:noFill/>
          </a:ln>
          <a:effectLst/>
        </p:spPr>
        <p:txBody>
          <a:bodyPr vert="horz" wrap="square" lIns="91440" tIns="45720" rIns="91440" bIns="45720" numCol="1" anchor="t" anchorCtr="0" compatLnSpc="1">
            <a:prstTxWarp prst="textNoShape">
              <a:avLst/>
            </a:prstTxWarp>
          </a:bodyPr>
          <a:lstStyle/>
          <a:p>
            <a:endParaRPr lang="en-GB"/>
          </a:p>
        </p:txBody>
      </p:sp>
      <p:sp>
        <p:nvSpPr>
          <p:cNvPr id="4" name="Oval 273">
            <a:extLst>
              <a:ext uri="{FF2B5EF4-FFF2-40B4-BE49-F238E27FC236}">
                <a16:creationId xmlns:a16="http://schemas.microsoft.com/office/drawing/2014/main" id="{935F5382-67E8-84E0-A92F-F35D99AF3F40}"/>
              </a:ext>
            </a:extLst>
          </p:cNvPr>
          <p:cNvSpPr>
            <a:spLocks noChangeArrowheads="1"/>
          </p:cNvSpPr>
          <p:nvPr/>
        </p:nvSpPr>
        <p:spPr bwMode="auto">
          <a:xfrm>
            <a:off x="1041425" y="2584111"/>
            <a:ext cx="2550262" cy="2546436"/>
          </a:xfrm>
          <a:prstGeom prst="ellipse">
            <a:avLst/>
          </a:prstGeom>
          <a:solidFill>
            <a:schemeClr val="bg1"/>
          </a:solidFill>
          <a:ln>
            <a:noFill/>
          </a:ln>
          <a:effectLst/>
        </p:spPr>
        <p:txBody>
          <a:bodyPr vert="horz" wrap="square" lIns="91440" tIns="45720" rIns="91440" bIns="45720" numCol="1" anchor="t" anchorCtr="0" compatLnSpc="1">
            <a:prstTxWarp prst="textNoShape">
              <a:avLst/>
            </a:prstTxWarp>
          </a:bodyPr>
          <a:lstStyle/>
          <a:p>
            <a:endParaRPr lang="en-GB"/>
          </a:p>
        </p:txBody>
      </p:sp>
      <p:grpSp>
        <p:nvGrpSpPr>
          <p:cNvPr id="5" name="Group 4">
            <a:extLst>
              <a:ext uri="{FF2B5EF4-FFF2-40B4-BE49-F238E27FC236}">
                <a16:creationId xmlns:a16="http://schemas.microsoft.com/office/drawing/2014/main" id="{F8EF6DD0-02E9-B629-E5FF-E7F3A709423E}"/>
              </a:ext>
            </a:extLst>
          </p:cNvPr>
          <p:cNvGrpSpPr/>
          <p:nvPr/>
        </p:nvGrpSpPr>
        <p:grpSpPr>
          <a:xfrm>
            <a:off x="4498628" y="2170723"/>
            <a:ext cx="4253191" cy="3355975"/>
            <a:chOff x="4498628" y="2311400"/>
            <a:chExt cx="4253191" cy="3355975"/>
          </a:xfrm>
          <a:solidFill>
            <a:srgbClr val="FF9300"/>
          </a:solidFill>
        </p:grpSpPr>
        <p:sp>
          <p:nvSpPr>
            <p:cNvPr id="6" name="Freeform 388">
              <a:extLst>
                <a:ext uri="{FF2B5EF4-FFF2-40B4-BE49-F238E27FC236}">
                  <a16:creationId xmlns:a16="http://schemas.microsoft.com/office/drawing/2014/main" id="{89CAEAD9-741E-BCF4-26C2-FA33D17A97A0}"/>
                </a:ext>
              </a:extLst>
            </p:cNvPr>
            <p:cNvSpPr>
              <a:spLocks/>
            </p:cNvSpPr>
            <p:nvPr/>
          </p:nvSpPr>
          <p:spPr bwMode="auto">
            <a:xfrm>
              <a:off x="4498628" y="4207347"/>
              <a:ext cx="3514219" cy="1460028"/>
            </a:xfrm>
            <a:custGeom>
              <a:avLst/>
              <a:gdLst>
                <a:gd name="T0" fmla="*/ 1225 w 1255"/>
                <a:gd name="T1" fmla="*/ 0 h 522"/>
                <a:gd name="T2" fmla="*/ 1165 w 1255"/>
                <a:gd name="T3" fmla="*/ 0 h 522"/>
                <a:gd name="T4" fmla="*/ 1165 w 1255"/>
                <a:gd name="T5" fmla="*/ 0 h 522"/>
                <a:gd name="T6" fmla="*/ 1161 w 1255"/>
                <a:gd name="T7" fmla="*/ 0 h 522"/>
                <a:gd name="T8" fmla="*/ 1101 w 1255"/>
                <a:gd name="T9" fmla="*/ 0 h 522"/>
                <a:gd name="T10" fmla="*/ 1100 w 1255"/>
                <a:gd name="T11" fmla="*/ 0 h 522"/>
                <a:gd name="T12" fmla="*/ 1088 w 1255"/>
                <a:gd name="T13" fmla="*/ 62 h 522"/>
                <a:gd name="T14" fmla="*/ 566 w 1255"/>
                <a:gd name="T15" fmla="*/ 462 h 522"/>
                <a:gd name="T16" fmla="*/ 62 w 1255"/>
                <a:gd name="T17" fmla="*/ 116 h 522"/>
                <a:gd name="T18" fmla="*/ 23 w 1255"/>
                <a:gd name="T19" fmla="*/ 99 h 522"/>
                <a:gd name="T20" fmla="*/ 6 w 1255"/>
                <a:gd name="T21" fmla="*/ 138 h 522"/>
                <a:gd name="T22" fmla="*/ 223 w 1255"/>
                <a:gd name="T23" fmla="*/ 414 h 522"/>
                <a:gd name="T24" fmla="*/ 566 w 1255"/>
                <a:gd name="T25" fmla="*/ 522 h 522"/>
                <a:gd name="T26" fmla="*/ 1150 w 1255"/>
                <a:gd name="T27" fmla="*/ 62 h 522"/>
                <a:gd name="T28" fmla="*/ 1225 w 1255"/>
                <a:gd name="T29" fmla="*/ 62 h 522"/>
                <a:gd name="T30" fmla="*/ 1255 w 1255"/>
                <a:gd name="T31" fmla="*/ 31 h 522"/>
                <a:gd name="T32" fmla="*/ 1225 w 1255"/>
                <a:gd name="T33" fmla="*/ 0 h 5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255" h="522">
                  <a:moveTo>
                    <a:pt x="1225" y="0"/>
                  </a:moveTo>
                  <a:cubicBezTo>
                    <a:pt x="1165" y="0"/>
                    <a:pt x="1165" y="0"/>
                    <a:pt x="1165" y="0"/>
                  </a:cubicBezTo>
                  <a:cubicBezTo>
                    <a:pt x="1165" y="0"/>
                    <a:pt x="1165" y="0"/>
                    <a:pt x="1165" y="0"/>
                  </a:cubicBezTo>
                  <a:cubicBezTo>
                    <a:pt x="1161" y="0"/>
                    <a:pt x="1161" y="0"/>
                    <a:pt x="1161" y="0"/>
                  </a:cubicBezTo>
                  <a:cubicBezTo>
                    <a:pt x="1101" y="0"/>
                    <a:pt x="1101" y="0"/>
                    <a:pt x="1101" y="0"/>
                  </a:cubicBezTo>
                  <a:cubicBezTo>
                    <a:pt x="1100" y="0"/>
                    <a:pt x="1100" y="0"/>
                    <a:pt x="1100" y="0"/>
                  </a:cubicBezTo>
                  <a:cubicBezTo>
                    <a:pt x="1097" y="21"/>
                    <a:pt x="1093" y="42"/>
                    <a:pt x="1088" y="62"/>
                  </a:cubicBezTo>
                  <a:cubicBezTo>
                    <a:pt x="1026" y="292"/>
                    <a:pt x="815" y="462"/>
                    <a:pt x="566" y="462"/>
                  </a:cubicBezTo>
                  <a:cubicBezTo>
                    <a:pt x="344" y="462"/>
                    <a:pt x="142" y="323"/>
                    <a:pt x="62" y="116"/>
                  </a:cubicBezTo>
                  <a:cubicBezTo>
                    <a:pt x="56" y="101"/>
                    <a:pt x="39" y="93"/>
                    <a:pt x="23" y="99"/>
                  </a:cubicBezTo>
                  <a:cubicBezTo>
                    <a:pt x="8" y="105"/>
                    <a:pt x="0" y="122"/>
                    <a:pt x="6" y="138"/>
                  </a:cubicBezTo>
                  <a:cubicBezTo>
                    <a:pt x="49" y="250"/>
                    <a:pt x="124" y="345"/>
                    <a:pt x="223" y="414"/>
                  </a:cubicBezTo>
                  <a:cubicBezTo>
                    <a:pt x="324" y="485"/>
                    <a:pt x="442" y="522"/>
                    <a:pt x="566" y="522"/>
                  </a:cubicBezTo>
                  <a:cubicBezTo>
                    <a:pt x="849" y="522"/>
                    <a:pt x="1086" y="325"/>
                    <a:pt x="1150" y="62"/>
                  </a:cubicBezTo>
                  <a:cubicBezTo>
                    <a:pt x="1225" y="62"/>
                    <a:pt x="1225" y="62"/>
                    <a:pt x="1225" y="62"/>
                  </a:cubicBezTo>
                  <a:cubicBezTo>
                    <a:pt x="1242" y="62"/>
                    <a:pt x="1255" y="48"/>
                    <a:pt x="1255" y="31"/>
                  </a:cubicBezTo>
                  <a:cubicBezTo>
                    <a:pt x="1255" y="14"/>
                    <a:pt x="1242" y="0"/>
                    <a:pt x="122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7" name="Freeform 389">
              <a:extLst>
                <a:ext uri="{FF2B5EF4-FFF2-40B4-BE49-F238E27FC236}">
                  <a16:creationId xmlns:a16="http://schemas.microsoft.com/office/drawing/2014/main" id="{1E0B6428-0D08-84FA-0729-146F2688A8A4}"/>
                </a:ext>
              </a:extLst>
            </p:cNvPr>
            <p:cNvSpPr>
              <a:spLocks/>
            </p:cNvSpPr>
            <p:nvPr/>
          </p:nvSpPr>
          <p:spPr bwMode="auto">
            <a:xfrm>
              <a:off x="4504599" y="2311400"/>
              <a:ext cx="4247220" cy="2049713"/>
            </a:xfrm>
            <a:custGeom>
              <a:avLst/>
              <a:gdLst>
                <a:gd name="T0" fmla="*/ 1507 w 1517"/>
                <a:gd name="T1" fmla="*/ 578 h 733"/>
                <a:gd name="T2" fmla="*/ 1378 w 1517"/>
                <a:gd name="T3" fmla="*/ 466 h 733"/>
                <a:gd name="T4" fmla="*/ 1339 w 1517"/>
                <a:gd name="T5" fmla="*/ 468 h 733"/>
                <a:gd name="T6" fmla="*/ 1341 w 1517"/>
                <a:gd name="T7" fmla="*/ 508 h 733"/>
                <a:gd name="T8" fmla="*/ 1341 w 1517"/>
                <a:gd name="T9" fmla="*/ 508 h 733"/>
                <a:gd name="T10" fmla="*/ 1410 w 1517"/>
                <a:gd name="T11" fmla="*/ 565 h 733"/>
                <a:gd name="T12" fmla="*/ 1163 w 1517"/>
                <a:gd name="T13" fmla="*/ 565 h 733"/>
                <a:gd name="T14" fmla="*/ 564 w 1517"/>
                <a:gd name="T15" fmla="*/ 0 h 733"/>
                <a:gd name="T16" fmla="*/ 223 w 1517"/>
                <a:gd name="T17" fmla="*/ 107 h 733"/>
                <a:gd name="T18" fmla="*/ 6 w 1517"/>
                <a:gd name="T19" fmla="*/ 379 h 733"/>
                <a:gd name="T20" fmla="*/ 23 w 1517"/>
                <a:gd name="T21" fmla="*/ 418 h 733"/>
                <a:gd name="T22" fmla="*/ 62 w 1517"/>
                <a:gd name="T23" fmla="*/ 401 h 733"/>
                <a:gd name="T24" fmla="*/ 564 w 1517"/>
                <a:gd name="T25" fmla="*/ 60 h 733"/>
                <a:gd name="T26" fmla="*/ 1103 w 1517"/>
                <a:gd name="T27" fmla="*/ 565 h 733"/>
                <a:gd name="T28" fmla="*/ 1104 w 1517"/>
                <a:gd name="T29" fmla="*/ 600 h 733"/>
                <a:gd name="T30" fmla="*/ 1103 w 1517"/>
                <a:gd name="T31" fmla="*/ 629 h 733"/>
                <a:gd name="T32" fmla="*/ 1157 w 1517"/>
                <a:gd name="T33" fmla="*/ 629 h 733"/>
                <a:gd name="T34" fmla="*/ 1157 w 1517"/>
                <a:gd name="T35" fmla="*/ 629 h 733"/>
                <a:gd name="T36" fmla="*/ 1163 w 1517"/>
                <a:gd name="T37" fmla="*/ 629 h 733"/>
                <a:gd name="T38" fmla="*/ 1411 w 1517"/>
                <a:gd name="T39" fmla="*/ 629 h 733"/>
                <a:gd name="T40" fmla="*/ 1342 w 1517"/>
                <a:gd name="T41" fmla="*/ 684 h 733"/>
                <a:gd name="T42" fmla="*/ 1340 w 1517"/>
                <a:gd name="T43" fmla="*/ 723 h 733"/>
                <a:gd name="T44" fmla="*/ 1361 w 1517"/>
                <a:gd name="T45" fmla="*/ 733 h 733"/>
                <a:gd name="T46" fmla="*/ 1379 w 1517"/>
                <a:gd name="T47" fmla="*/ 726 h 733"/>
                <a:gd name="T48" fmla="*/ 1507 w 1517"/>
                <a:gd name="T49" fmla="*/ 619 h 733"/>
                <a:gd name="T50" fmla="*/ 1517 w 1517"/>
                <a:gd name="T51" fmla="*/ 599 h 733"/>
                <a:gd name="T52" fmla="*/ 1507 w 1517"/>
                <a:gd name="T53" fmla="*/ 578 h 7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517" h="733">
                  <a:moveTo>
                    <a:pt x="1507" y="578"/>
                  </a:moveTo>
                  <a:cubicBezTo>
                    <a:pt x="1378" y="466"/>
                    <a:pt x="1378" y="466"/>
                    <a:pt x="1378" y="466"/>
                  </a:cubicBezTo>
                  <a:cubicBezTo>
                    <a:pt x="1367" y="456"/>
                    <a:pt x="1349" y="457"/>
                    <a:pt x="1339" y="468"/>
                  </a:cubicBezTo>
                  <a:cubicBezTo>
                    <a:pt x="1328" y="480"/>
                    <a:pt x="1329" y="497"/>
                    <a:pt x="1341" y="508"/>
                  </a:cubicBezTo>
                  <a:cubicBezTo>
                    <a:pt x="1341" y="508"/>
                    <a:pt x="1341" y="508"/>
                    <a:pt x="1341" y="508"/>
                  </a:cubicBezTo>
                  <a:cubicBezTo>
                    <a:pt x="1410" y="565"/>
                    <a:pt x="1410" y="565"/>
                    <a:pt x="1410" y="565"/>
                  </a:cubicBezTo>
                  <a:cubicBezTo>
                    <a:pt x="1163" y="565"/>
                    <a:pt x="1163" y="565"/>
                    <a:pt x="1163" y="565"/>
                  </a:cubicBezTo>
                  <a:cubicBezTo>
                    <a:pt x="1145" y="251"/>
                    <a:pt x="883" y="0"/>
                    <a:pt x="564" y="0"/>
                  </a:cubicBezTo>
                  <a:cubicBezTo>
                    <a:pt x="441" y="0"/>
                    <a:pt x="324" y="37"/>
                    <a:pt x="223" y="107"/>
                  </a:cubicBezTo>
                  <a:cubicBezTo>
                    <a:pt x="125" y="174"/>
                    <a:pt x="50" y="269"/>
                    <a:pt x="6" y="379"/>
                  </a:cubicBezTo>
                  <a:cubicBezTo>
                    <a:pt x="0" y="394"/>
                    <a:pt x="8" y="412"/>
                    <a:pt x="23" y="418"/>
                  </a:cubicBezTo>
                  <a:cubicBezTo>
                    <a:pt x="38" y="424"/>
                    <a:pt x="56" y="417"/>
                    <a:pt x="62" y="401"/>
                  </a:cubicBezTo>
                  <a:cubicBezTo>
                    <a:pt x="144" y="194"/>
                    <a:pt x="341" y="60"/>
                    <a:pt x="564" y="60"/>
                  </a:cubicBezTo>
                  <a:cubicBezTo>
                    <a:pt x="850" y="60"/>
                    <a:pt x="1085" y="284"/>
                    <a:pt x="1103" y="565"/>
                  </a:cubicBezTo>
                  <a:cubicBezTo>
                    <a:pt x="1103" y="577"/>
                    <a:pt x="1104" y="588"/>
                    <a:pt x="1104" y="600"/>
                  </a:cubicBezTo>
                  <a:cubicBezTo>
                    <a:pt x="1104" y="610"/>
                    <a:pt x="1104" y="619"/>
                    <a:pt x="1103" y="629"/>
                  </a:cubicBezTo>
                  <a:cubicBezTo>
                    <a:pt x="1157" y="629"/>
                    <a:pt x="1157" y="629"/>
                    <a:pt x="1157" y="629"/>
                  </a:cubicBezTo>
                  <a:cubicBezTo>
                    <a:pt x="1157" y="629"/>
                    <a:pt x="1157" y="629"/>
                    <a:pt x="1157" y="629"/>
                  </a:cubicBezTo>
                  <a:cubicBezTo>
                    <a:pt x="1163" y="629"/>
                    <a:pt x="1163" y="629"/>
                    <a:pt x="1163" y="629"/>
                  </a:cubicBezTo>
                  <a:cubicBezTo>
                    <a:pt x="1411" y="629"/>
                    <a:pt x="1411" y="629"/>
                    <a:pt x="1411" y="629"/>
                  </a:cubicBezTo>
                  <a:cubicBezTo>
                    <a:pt x="1342" y="684"/>
                    <a:pt x="1342" y="684"/>
                    <a:pt x="1342" y="684"/>
                  </a:cubicBezTo>
                  <a:cubicBezTo>
                    <a:pt x="1331" y="694"/>
                    <a:pt x="1329" y="712"/>
                    <a:pt x="1340" y="723"/>
                  </a:cubicBezTo>
                  <a:cubicBezTo>
                    <a:pt x="1345" y="730"/>
                    <a:pt x="1353" y="733"/>
                    <a:pt x="1361" y="733"/>
                  </a:cubicBezTo>
                  <a:cubicBezTo>
                    <a:pt x="1367" y="733"/>
                    <a:pt x="1374" y="731"/>
                    <a:pt x="1379" y="726"/>
                  </a:cubicBezTo>
                  <a:cubicBezTo>
                    <a:pt x="1507" y="619"/>
                    <a:pt x="1507" y="619"/>
                    <a:pt x="1507" y="619"/>
                  </a:cubicBezTo>
                  <a:cubicBezTo>
                    <a:pt x="1513" y="614"/>
                    <a:pt x="1517" y="607"/>
                    <a:pt x="1517" y="599"/>
                  </a:cubicBezTo>
                  <a:cubicBezTo>
                    <a:pt x="1517" y="591"/>
                    <a:pt x="1513" y="583"/>
                    <a:pt x="1507" y="57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sp>
        <p:nvSpPr>
          <p:cNvPr id="9" name="Freeform 392">
            <a:extLst>
              <a:ext uri="{FF2B5EF4-FFF2-40B4-BE49-F238E27FC236}">
                <a16:creationId xmlns:a16="http://schemas.microsoft.com/office/drawing/2014/main" id="{37DD0D9B-6F40-8DB2-C2C5-308CA0E124DC}"/>
              </a:ext>
            </a:extLst>
          </p:cNvPr>
          <p:cNvSpPr>
            <a:spLocks/>
          </p:cNvSpPr>
          <p:nvPr/>
        </p:nvSpPr>
        <p:spPr bwMode="auto">
          <a:xfrm>
            <a:off x="642540" y="2176694"/>
            <a:ext cx="4323356" cy="3344032"/>
          </a:xfrm>
          <a:custGeom>
            <a:avLst/>
            <a:gdLst>
              <a:gd name="T0" fmla="*/ 1534 w 1544"/>
              <a:gd name="T1" fmla="*/ 576 h 1196"/>
              <a:gd name="T2" fmla="*/ 1409 w 1544"/>
              <a:gd name="T3" fmla="*/ 464 h 1196"/>
              <a:gd name="T4" fmla="*/ 1370 w 1544"/>
              <a:gd name="T5" fmla="*/ 466 h 1196"/>
              <a:gd name="T6" fmla="*/ 1372 w 1544"/>
              <a:gd name="T7" fmla="*/ 506 h 1196"/>
              <a:gd name="T8" fmla="*/ 1372 w 1544"/>
              <a:gd name="T9" fmla="*/ 506 h 1196"/>
              <a:gd name="T10" fmla="*/ 1437 w 1544"/>
              <a:gd name="T11" fmla="*/ 563 h 1196"/>
              <a:gd name="T12" fmla="*/ 1194 w 1544"/>
              <a:gd name="T13" fmla="*/ 563 h 1196"/>
              <a:gd name="T14" fmla="*/ 597 w 1544"/>
              <a:gd name="T15" fmla="*/ 0 h 1196"/>
              <a:gd name="T16" fmla="*/ 0 w 1544"/>
              <a:gd name="T17" fmla="*/ 598 h 1196"/>
              <a:gd name="T18" fmla="*/ 597 w 1544"/>
              <a:gd name="T19" fmla="*/ 1196 h 1196"/>
              <a:gd name="T20" fmla="*/ 1179 w 1544"/>
              <a:gd name="T21" fmla="*/ 738 h 1196"/>
              <a:gd name="T22" fmla="*/ 1250 w 1544"/>
              <a:gd name="T23" fmla="*/ 738 h 1196"/>
              <a:gd name="T24" fmla="*/ 1280 w 1544"/>
              <a:gd name="T25" fmla="*/ 707 h 1196"/>
              <a:gd name="T26" fmla="*/ 1250 w 1544"/>
              <a:gd name="T27" fmla="*/ 676 h 1196"/>
              <a:gd name="T28" fmla="*/ 1190 w 1544"/>
              <a:gd name="T29" fmla="*/ 676 h 1196"/>
              <a:gd name="T30" fmla="*/ 1190 w 1544"/>
              <a:gd name="T31" fmla="*/ 676 h 1196"/>
              <a:gd name="T32" fmla="*/ 1126 w 1544"/>
              <a:gd name="T33" fmla="*/ 676 h 1196"/>
              <a:gd name="T34" fmla="*/ 597 w 1544"/>
              <a:gd name="T35" fmla="*/ 1132 h 1196"/>
              <a:gd name="T36" fmla="*/ 63 w 1544"/>
              <a:gd name="T37" fmla="*/ 598 h 1196"/>
              <a:gd name="T38" fmla="*/ 597 w 1544"/>
              <a:gd name="T39" fmla="*/ 64 h 1196"/>
              <a:gd name="T40" fmla="*/ 1131 w 1544"/>
              <a:gd name="T41" fmla="*/ 598 h 1196"/>
              <a:gd name="T42" fmla="*/ 1131 w 1544"/>
              <a:gd name="T43" fmla="*/ 627 h 1196"/>
              <a:gd name="T44" fmla="*/ 1184 w 1544"/>
              <a:gd name="T45" fmla="*/ 627 h 1196"/>
              <a:gd name="T46" fmla="*/ 1184 w 1544"/>
              <a:gd name="T47" fmla="*/ 627 h 1196"/>
              <a:gd name="T48" fmla="*/ 1438 w 1544"/>
              <a:gd name="T49" fmla="*/ 627 h 1196"/>
              <a:gd name="T50" fmla="*/ 1373 w 1544"/>
              <a:gd name="T51" fmla="*/ 686 h 1196"/>
              <a:gd name="T52" fmla="*/ 1371 w 1544"/>
              <a:gd name="T53" fmla="*/ 725 h 1196"/>
              <a:gd name="T54" fmla="*/ 1392 w 1544"/>
              <a:gd name="T55" fmla="*/ 735 h 1196"/>
              <a:gd name="T56" fmla="*/ 1410 w 1544"/>
              <a:gd name="T57" fmla="*/ 728 h 1196"/>
              <a:gd name="T58" fmla="*/ 1534 w 1544"/>
              <a:gd name="T59" fmla="*/ 617 h 1196"/>
              <a:gd name="T60" fmla="*/ 1544 w 1544"/>
              <a:gd name="T61" fmla="*/ 597 h 1196"/>
              <a:gd name="T62" fmla="*/ 1534 w 1544"/>
              <a:gd name="T63" fmla="*/ 576 h 11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544" h="1196">
                <a:moveTo>
                  <a:pt x="1534" y="576"/>
                </a:moveTo>
                <a:cubicBezTo>
                  <a:pt x="1409" y="464"/>
                  <a:pt x="1409" y="464"/>
                  <a:pt x="1409" y="464"/>
                </a:cubicBezTo>
                <a:cubicBezTo>
                  <a:pt x="1398" y="454"/>
                  <a:pt x="1380" y="455"/>
                  <a:pt x="1370" y="466"/>
                </a:cubicBezTo>
                <a:cubicBezTo>
                  <a:pt x="1359" y="478"/>
                  <a:pt x="1360" y="495"/>
                  <a:pt x="1372" y="506"/>
                </a:cubicBezTo>
                <a:cubicBezTo>
                  <a:pt x="1372" y="506"/>
                  <a:pt x="1372" y="506"/>
                  <a:pt x="1372" y="506"/>
                </a:cubicBezTo>
                <a:cubicBezTo>
                  <a:pt x="1437" y="563"/>
                  <a:pt x="1437" y="563"/>
                  <a:pt x="1437" y="563"/>
                </a:cubicBezTo>
                <a:cubicBezTo>
                  <a:pt x="1194" y="563"/>
                  <a:pt x="1194" y="563"/>
                  <a:pt x="1194" y="563"/>
                </a:cubicBezTo>
                <a:cubicBezTo>
                  <a:pt x="1176" y="249"/>
                  <a:pt x="916" y="0"/>
                  <a:pt x="597" y="0"/>
                </a:cubicBezTo>
                <a:cubicBezTo>
                  <a:pt x="267" y="0"/>
                  <a:pt x="0" y="268"/>
                  <a:pt x="0" y="598"/>
                </a:cubicBezTo>
                <a:cubicBezTo>
                  <a:pt x="0" y="928"/>
                  <a:pt x="267" y="1196"/>
                  <a:pt x="597" y="1196"/>
                </a:cubicBezTo>
                <a:cubicBezTo>
                  <a:pt x="880" y="1196"/>
                  <a:pt x="1116" y="1001"/>
                  <a:pt x="1179" y="738"/>
                </a:cubicBezTo>
                <a:cubicBezTo>
                  <a:pt x="1250" y="738"/>
                  <a:pt x="1250" y="738"/>
                  <a:pt x="1250" y="738"/>
                </a:cubicBezTo>
                <a:cubicBezTo>
                  <a:pt x="1267" y="738"/>
                  <a:pt x="1280" y="724"/>
                  <a:pt x="1280" y="707"/>
                </a:cubicBezTo>
                <a:cubicBezTo>
                  <a:pt x="1280" y="690"/>
                  <a:pt x="1267" y="676"/>
                  <a:pt x="1250" y="676"/>
                </a:cubicBezTo>
                <a:cubicBezTo>
                  <a:pt x="1190" y="676"/>
                  <a:pt x="1190" y="676"/>
                  <a:pt x="1190" y="676"/>
                </a:cubicBezTo>
                <a:cubicBezTo>
                  <a:pt x="1190" y="676"/>
                  <a:pt x="1190" y="676"/>
                  <a:pt x="1190" y="676"/>
                </a:cubicBezTo>
                <a:cubicBezTo>
                  <a:pt x="1126" y="676"/>
                  <a:pt x="1126" y="676"/>
                  <a:pt x="1126" y="676"/>
                </a:cubicBezTo>
                <a:cubicBezTo>
                  <a:pt x="1088" y="934"/>
                  <a:pt x="866" y="1132"/>
                  <a:pt x="597" y="1132"/>
                </a:cubicBezTo>
                <a:cubicBezTo>
                  <a:pt x="302" y="1132"/>
                  <a:pt x="63" y="893"/>
                  <a:pt x="63" y="598"/>
                </a:cubicBezTo>
                <a:cubicBezTo>
                  <a:pt x="63" y="303"/>
                  <a:pt x="302" y="64"/>
                  <a:pt x="597" y="64"/>
                </a:cubicBezTo>
                <a:cubicBezTo>
                  <a:pt x="892" y="64"/>
                  <a:pt x="1131" y="303"/>
                  <a:pt x="1131" y="598"/>
                </a:cubicBezTo>
                <a:cubicBezTo>
                  <a:pt x="1131" y="608"/>
                  <a:pt x="1131" y="617"/>
                  <a:pt x="1131" y="627"/>
                </a:cubicBezTo>
                <a:cubicBezTo>
                  <a:pt x="1184" y="627"/>
                  <a:pt x="1184" y="627"/>
                  <a:pt x="1184" y="627"/>
                </a:cubicBezTo>
                <a:cubicBezTo>
                  <a:pt x="1184" y="627"/>
                  <a:pt x="1184" y="627"/>
                  <a:pt x="1184" y="627"/>
                </a:cubicBezTo>
                <a:cubicBezTo>
                  <a:pt x="1438" y="627"/>
                  <a:pt x="1438" y="627"/>
                  <a:pt x="1438" y="627"/>
                </a:cubicBezTo>
                <a:cubicBezTo>
                  <a:pt x="1373" y="686"/>
                  <a:pt x="1373" y="686"/>
                  <a:pt x="1373" y="686"/>
                </a:cubicBezTo>
                <a:cubicBezTo>
                  <a:pt x="1362" y="696"/>
                  <a:pt x="1360" y="714"/>
                  <a:pt x="1371" y="725"/>
                </a:cubicBezTo>
                <a:cubicBezTo>
                  <a:pt x="1376" y="732"/>
                  <a:pt x="1384" y="735"/>
                  <a:pt x="1392" y="735"/>
                </a:cubicBezTo>
                <a:cubicBezTo>
                  <a:pt x="1398" y="735"/>
                  <a:pt x="1405" y="733"/>
                  <a:pt x="1410" y="728"/>
                </a:cubicBezTo>
                <a:cubicBezTo>
                  <a:pt x="1534" y="617"/>
                  <a:pt x="1534" y="617"/>
                  <a:pt x="1534" y="617"/>
                </a:cubicBezTo>
                <a:cubicBezTo>
                  <a:pt x="1540" y="612"/>
                  <a:pt x="1544" y="605"/>
                  <a:pt x="1544" y="597"/>
                </a:cubicBezTo>
                <a:cubicBezTo>
                  <a:pt x="1544" y="589"/>
                  <a:pt x="1540" y="581"/>
                  <a:pt x="1534" y="576"/>
                </a:cubicBezTo>
                <a:close/>
              </a:path>
            </a:pathLst>
          </a:custGeom>
          <a:solidFill>
            <a:srgbClr val="605FC0"/>
          </a:solidFill>
          <a:ln>
            <a:noFill/>
          </a:ln>
        </p:spPr>
        <p:txBody>
          <a:bodyPr vert="horz" wrap="square" lIns="91440" tIns="45720" rIns="91440" bIns="45720" numCol="1" anchor="t" anchorCtr="0" compatLnSpc="1">
            <a:prstTxWarp prst="textNoShape">
              <a:avLst/>
            </a:prstTxWarp>
          </a:bodyPr>
          <a:lstStyle/>
          <a:p>
            <a:endParaRPr lang="en-GB"/>
          </a:p>
        </p:txBody>
      </p:sp>
      <p:sp>
        <p:nvSpPr>
          <p:cNvPr id="11" name="Freeform 394">
            <a:extLst>
              <a:ext uri="{FF2B5EF4-FFF2-40B4-BE49-F238E27FC236}">
                <a16:creationId xmlns:a16="http://schemas.microsoft.com/office/drawing/2014/main" id="{9D7BBF2B-C590-C5B9-A317-B178CA2E2AE7}"/>
              </a:ext>
            </a:extLst>
          </p:cNvPr>
          <p:cNvSpPr>
            <a:spLocks/>
          </p:cNvSpPr>
          <p:nvPr/>
        </p:nvSpPr>
        <p:spPr bwMode="auto">
          <a:xfrm>
            <a:off x="8284550" y="2170723"/>
            <a:ext cx="3264910" cy="3355975"/>
          </a:xfrm>
          <a:custGeom>
            <a:avLst/>
            <a:gdLst>
              <a:gd name="T0" fmla="*/ 566 w 1166"/>
              <a:gd name="T1" fmla="*/ 1200 h 1200"/>
              <a:gd name="T2" fmla="*/ 223 w 1166"/>
              <a:gd name="T3" fmla="*/ 1092 h 1200"/>
              <a:gd name="T4" fmla="*/ 6 w 1166"/>
              <a:gd name="T5" fmla="*/ 816 h 1200"/>
              <a:gd name="T6" fmla="*/ 23 w 1166"/>
              <a:gd name="T7" fmla="*/ 777 h 1200"/>
              <a:gd name="T8" fmla="*/ 62 w 1166"/>
              <a:gd name="T9" fmla="*/ 794 h 1200"/>
              <a:gd name="T10" fmla="*/ 566 w 1166"/>
              <a:gd name="T11" fmla="*/ 1140 h 1200"/>
              <a:gd name="T12" fmla="*/ 1106 w 1166"/>
              <a:gd name="T13" fmla="*/ 600 h 1200"/>
              <a:gd name="T14" fmla="*/ 566 w 1166"/>
              <a:gd name="T15" fmla="*/ 60 h 1200"/>
              <a:gd name="T16" fmla="*/ 64 w 1166"/>
              <a:gd name="T17" fmla="*/ 401 h 1200"/>
              <a:gd name="T18" fmla="*/ 25 w 1166"/>
              <a:gd name="T19" fmla="*/ 418 h 1200"/>
              <a:gd name="T20" fmla="*/ 8 w 1166"/>
              <a:gd name="T21" fmla="*/ 379 h 1200"/>
              <a:gd name="T22" fmla="*/ 225 w 1166"/>
              <a:gd name="T23" fmla="*/ 107 h 1200"/>
              <a:gd name="T24" fmla="*/ 566 w 1166"/>
              <a:gd name="T25" fmla="*/ 0 h 1200"/>
              <a:gd name="T26" fmla="*/ 1166 w 1166"/>
              <a:gd name="T27" fmla="*/ 600 h 1200"/>
              <a:gd name="T28" fmla="*/ 566 w 1166"/>
              <a:gd name="T29" fmla="*/ 1200 h 1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166" h="1200">
                <a:moveTo>
                  <a:pt x="566" y="1200"/>
                </a:moveTo>
                <a:cubicBezTo>
                  <a:pt x="442" y="1200"/>
                  <a:pt x="324" y="1163"/>
                  <a:pt x="223" y="1092"/>
                </a:cubicBezTo>
                <a:cubicBezTo>
                  <a:pt x="124" y="1023"/>
                  <a:pt x="49" y="928"/>
                  <a:pt x="6" y="816"/>
                </a:cubicBezTo>
                <a:cubicBezTo>
                  <a:pt x="0" y="800"/>
                  <a:pt x="8" y="783"/>
                  <a:pt x="23" y="777"/>
                </a:cubicBezTo>
                <a:cubicBezTo>
                  <a:pt x="39" y="771"/>
                  <a:pt x="56" y="779"/>
                  <a:pt x="62" y="794"/>
                </a:cubicBezTo>
                <a:cubicBezTo>
                  <a:pt x="142" y="1001"/>
                  <a:pt x="344" y="1140"/>
                  <a:pt x="566" y="1140"/>
                </a:cubicBezTo>
                <a:cubicBezTo>
                  <a:pt x="864" y="1140"/>
                  <a:pt x="1106" y="898"/>
                  <a:pt x="1106" y="600"/>
                </a:cubicBezTo>
                <a:cubicBezTo>
                  <a:pt x="1106" y="303"/>
                  <a:pt x="864" y="60"/>
                  <a:pt x="566" y="60"/>
                </a:cubicBezTo>
                <a:cubicBezTo>
                  <a:pt x="343" y="60"/>
                  <a:pt x="146" y="194"/>
                  <a:pt x="64" y="401"/>
                </a:cubicBezTo>
                <a:cubicBezTo>
                  <a:pt x="58" y="417"/>
                  <a:pt x="40" y="424"/>
                  <a:pt x="25" y="418"/>
                </a:cubicBezTo>
                <a:cubicBezTo>
                  <a:pt x="10" y="412"/>
                  <a:pt x="2" y="394"/>
                  <a:pt x="8" y="379"/>
                </a:cubicBezTo>
                <a:cubicBezTo>
                  <a:pt x="52" y="269"/>
                  <a:pt x="127" y="174"/>
                  <a:pt x="225" y="107"/>
                </a:cubicBezTo>
                <a:cubicBezTo>
                  <a:pt x="326" y="37"/>
                  <a:pt x="443" y="0"/>
                  <a:pt x="566" y="0"/>
                </a:cubicBezTo>
                <a:cubicBezTo>
                  <a:pt x="897" y="0"/>
                  <a:pt x="1166" y="269"/>
                  <a:pt x="1166" y="600"/>
                </a:cubicBezTo>
                <a:cubicBezTo>
                  <a:pt x="1166" y="931"/>
                  <a:pt x="897" y="1200"/>
                  <a:pt x="566" y="1200"/>
                </a:cubicBez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endParaRPr lang="en-GB"/>
          </a:p>
        </p:txBody>
      </p:sp>
      <p:sp>
        <p:nvSpPr>
          <p:cNvPr id="13" name="Subtitle 2">
            <a:extLst>
              <a:ext uri="{FF2B5EF4-FFF2-40B4-BE49-F238E27FC236}">
                <a16:creationId xmlns:a16="http://schemas.microsoft.com/office/drawing/2014/main" id="{35EAD10C-F353-E454-128E-252D33A7E785}"/>
              </a:ext>
            </a:extLst>
          </p:cNvPr>
          <p:cNvSpPr txBox="1">
            <a:spLocks/>
          </p:cNvSpPr>
          <p:nvPr/>
        </p:nvSpPr>
        <p:spPr>
          <a:xfrm>
            <a:off x="1195380" y="3862797"/>
            <a:ext cx="2242352" cy="91728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ts val="1550"/>
              </a:lnSpc>
              <a:spcBef>
                <a:spcPts val="0"/>
              </a:spcBef>
              <a:buNone/>
            </a:pPr>
            <a:r>
              <a:rPr lang="en-US" sz="9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Lorem ipsum dolor sit amet, consectetur adipiscing elit, sed do eiusmod tempor is incididunt ut labore et dolore</a:t>
            </a:r>
          </a:p>
        </p:txBody>
      </p:sp>
      <p:sp>
        <p:nvSpPr>
          <p:cNvPr id="14" name="Rectangle 13">
            <a:extLst>
              <a:ext uri="{FF2B5EF4-FFF2-40B4-BE49-F238E27FC236}">
                <a16:creationId xmlns:a16="http://schemas.microsoft.com/office/drawing/2014/main" id="{E1AE2845-3125-2E70-6965-969D9C0F7446}"/>
              </a:ext>
            </a:extLst>
          </p:cNvPr>
          <p:cNvSpPr/>
          <p:nvPr/>
        </p:nvSpPr>
        <p:spPr>
          <a:xfrm>
            <a:off x="1320582" y="3589071"/>
            <a:ext cx="1991948" cy="323165"/>
          </a:xfrm>
          <a:prstGeom prst="rect">
            <a:avLst/>
          </a:prstGeom>
        </p:spPr>
        <p:txBody>
          <a:bodyPr wrap="square">
            <a:spAutoFit/>
          </a:bodyPr>
          <a:lstStyle/>
          <a:p>
            <a:pPr algn="ctr"/>
            <a:r>
              <a:rPr lang="en-GB" sz="1500" b="1" dirty="0" err="1">
                <a:latin typeface="Open Sans" panose="020B0606030504020204" pitchFamily="34" charset="0"/>
                <a:ea typeface="Open Sans" panose="020B0606030504020204" pitchFamily="34" charset="0"/>
                <a:cs typeface="Open Sans" panose="020B0606030504020204" pitchFamily="34" charset="0"/>
              </a:rPr>
              <a:t>Título</a:t>
            </a:r>
            <a:endParaRPr lang="en-US" sz="1500" b="1" dirty="0">
              <a:latin typeface="Open Sans" panose="020B0606030504020204" pitchFamily="34" charset="0"/>
              <a:ea typeface="Open Sans" panose="020B0606030504020204" pitchFamily="34" charset="0"/>
              <a:cs typeface="Open Sans" panose="020B0606030504020204" pitchFamily="34" charset="0"/>
            </a:endParaRPr>
          </a:p>
        </p:txBody>
      </p:sp>
      <p:sp>
        <p:nvSpPr>
          <p:cNvPr id="15" name="Subtitle 2">
            <a:extLst>
              <a:ext uri="{FF2B5EF4-FFF2-40B4-BE49-F238E27FC236}">
                <a16:creationId xmlns:a16="http://schemas.microsoft.com/office/drawing/2014/main" id="{AC789270-873F-C728-32A9-3D4E020F9CBD}"/>
              </a:ext>
            </a:extLst>
          </p:cNvPr>
          <p:cNvSpPr txBox="1">
            <a:spLocks/>
          </p:cNvSpPr>
          <p:nvPr/>
        </p:nvSpPr>
        <p:spPr>
          <a:xfrm>
            <a:off x="4946457" y="3862797"/>
            <a:ext cx="2242352" cy="91728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ts val="1550"/>
              </a:lnSpc>
              <a:spcBef>
                <a:spcPts val="0"/>
              </a:spcBef>
              <a:buNone/>
            </a:pPr>
            <a:r>
              <a:rPr lang="en-US" sz="9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Lorem ipsum dolor sit amet, consectetur adipiscing elit, sed do eiusmod tempor is incididunt ut labore et dolore</a:t>
            </a:r>
          </a:p>
        </p:txBody>
      </p:sp>
      <p:sp>
        <p:nvSpPr>
          <p:cNvPr id="16" name="Rectangle 15">
            <a:extLst>
              <a:ext uri="{FF2B5EF4-FFF2-40B4-BE49-F238E27FC236}">
                <a16:creationId xmlns:a16="http://schemas.microsoft.com/office/drawing/2014/main" id="{98040457-0C77-32FA-EB28-8499F12FEA0E}"/>
              </a:ext>
            </a:extLst>
          </p:cNvPr>
          <p:cNvSpPr/>
          <p:nvPr/>
        </p:nvSpPr>
        <p:spPr>
          <a:xfrm>
            <a:off x="5071659" y="3589071"/>
            <a:ext cx="1991948" cy="323165"/>
          </a:xfrm>
          <a:prstGeom prst="rect">
            <a:avLst/>
          </a:prstGeom>
        </p:spPr>
        <p:txBody>
          <a:bodyPr wrap="square">
            <a:spAutoFit/>
          </a:bodyPr>
          <a:lstStyle/>
          <a:p>
            <a:pPr algn="ctr"/>
            <a:r>
              <a:rPr lang="en-GB" sz="1500" b="1" dirty="0" err="1">
                <a:latin typeface="Open Sans" panose="020B0606030504020204" pitchFamily="34" charset="0"/>
                <a:ea typeface="Open Sans" panose="020B0606030504020204" pitchFamily="34" charset="0"/>
                <a:cs typeface="Open Sans" panose="020B0606030504020204" pitchFamily="34" charset="0"/>
              </a:rPr>
              <a:t>Título</a:t>
            </a:r>
            <a:endParaRPr lang="en-US" sz="1500" b="1" dirty="0">
              <a:latin typeface="Open Sans" panose="020B0606030504020204" pitchFamily="34" charset="0"/>
              <a:ea typeface="Open Sans" panose="020B0606030504020204" pitchFamily="34" charset="0"/>
              <a:cs typeface="Open Sans" panose="020B0606030504020204" pitchFamily="34" charset="0"/>
            </a:endParaRPr>
          </a:p>
        </p:txBody>
      </p:sp>
      <p:sp>
        <p:nvSpPr>
          <p:cNvPr id="17" name="Subtitle 2">
            <a:extLst>
              <a:ext uri="{FF2B5EF4-FFF2-40B4-BE49-F238E27FC236}">
                <a16:creationId xmlns:a16="http://schemas.microsoft.com/office/drawing/2014/main" id="{EF3F9195-14C0-A792-1F5D-12C5ABF08E65}"/>
              </a:ext>
            </a:extLst>
          </p:cNvPr>
          <p:cNvSpPr txBox="1">
            <a:spLocks/>
          </p:cNvSpPr>
          <p:nvPr/>
        </p:nvSpPr>
        <p:spPr>
          <a:xfrm>
            <a:off x="8707537" y="3862797"/>
            <a:ext cx="2242352" cy="91728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ts val="1550"/>
              </a:lnSpc>
              <a:spcBef>
                <a:spcPts val="0"/>
              </a:spcBef>
              <a:buNone/>
            </a:pPr>
            <a:r>
              <a:rPr lang="en-US" sz="9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Lorem ipsum dolor sit amet, consectetur adipiscing elit, sed do eiusmod tempor is incididunt ut labore et dolore</a:t>
            </a:r>
          </a:p>
        </p:txBody>
      </p:sp>
      <p:sp>
        <p:nvSpPr>
          <p:cNvPr id="18" name="Rectangle 17">
            <a:extLst>
              <a:ext uri="{FF2B5EF4-FFF2-40B4-BE49-F238E27FC236}">
                <a16:creationId xmlns:a16="http://schemas.microsoft.com/office/drawing/2014/main" id="{1E1EEAC8-691C-35BC-5275-F6B47EA22D8E}"/>
              </a:ext>
            </a:extLst>
          </p:cNvPr>
          <p:cNvSpPr/>
          <p:nvPr/>
        </p:nvSpPr>
        <p:spPr>
          <a:xfrm>
            <a:off x="8832739" y="3589071"/>
            <a:ext cx="1991948" cy="323165"/>
          </a:xfrm>
          <a:prstGeom prst="rect">
            <a:avLst/>
          </a:prstGeom>
        </p:spPr>
        <p:txBody>
          <a:bodyPr wrap="square">
            <a:spAutoFit/>
          </a:bodyPr>
          <a:lstStyle/>
          <a:p>
            <a:pPr algn="ctr"/>
            <a:r>
              <a:rPr lang="en-GB" sz="1500" b="1" dirty="0" err="1">
                <a:latin typeface="Open Sans" panose="020B0606030504020204" pitchFamily="34" charset="0"/>
                <a:ea typeface="Open Sans" panose="020B0606030504020204" pitchFamily="34" charset="0"/>
                <a:cs typeface="Open Sans" panose="020B0606030504020204" pitchFamily="34" charset="0"/>
              </a:rPr>
              <a:t>Título</a:t>
            </a:r>
            <a:endParaRPr lang="en-US" sz="1500" b="1" dirty="0">
              <a:latin typeface="Open Sans" panose="020B0606030504020204" pitchFamily="34" charset="0"/>
              <a:ea typeface="Open Sans" panose="020B0606030504020204" pitchFamily="34" charset="0"/>
              <a:cs typeface="Open Sans" panose="020B0606030504020204" pitchFamily="34" charset="0"/>
            </a:endParaRPr>
          </a:p>
        </p:txBody>
      </p:sp>
      <p:sp>
        <p:nvSpPr>
          <p:cNvPr id="19" name="TextBox 18">
            <a:extLst>
              <a:ext uri="{FF2B5EF4-FFF2-40B4-BE49-F238E27FC236}">
                <a16:creationId xmlns:a16="http://schemas.microsoft.com/office/drawing/2014/main" id="{E02A0661-24DD-C651-6302-1F32D54D08B9}"/>
              </a:ext>
            </a:extLst>
          </p:cNvPr>
          <p:cNvSpPr txBox="1"/>
          <p:nvPr/>
        </p:nvSpPr>
        <p:spPr>
          <a:xfrm>
            <a:off x="4795484" y="570480"/>
            <a:ext cx="2601033" cy="630942"/>
          </a:xfrm>
          <a:prstGeom prst="rect">
            <a:avLst/>
          </a:prstGeom>
          <a:noFill/>
        </p:spPr>
        <p:txBody>
          <a:bodyPr wrap="none" rtlCol="0">
            <a:spAutoFit/>
          </a:bodyPr>
          <a:lstStyle/>
          <a:p>
            <a:pPr algn="ctr"/>
            <a:r>
              <a:rPr lang="en-US" sz="3500" b="1" i="0" dirty="0" err="1">
                <a:effectLst/>
                <a:latin typeface="Open Sans" panose="020B0606030504020204" pitchFamily="34" charset="0"/>
                <a:ea typeface="Open Sans" panose="020B0606030504020204" pitchFamily="34" charset="0"/>
                <a:cs typeface="Open Sans" panose="020B0606030504020204" pitchFamily="34" charset="0"/>
              </a:rPr>
              <a:t>Infografías</a:t>
            </a:r>
            <a:endParaRPr lang="en-US" sz="3500" b="1" i="0" dirty="0">
              <a:effectLst/>
              <a:latin typeface="Open Sans" panose="020B0606030504020204" pitchFamily="34" charset="0"/>
              <a:ea typeface="Open Sans" panose="020B0606030504020204" pitchFamily="34" charset="0"/>
              <a:cs typeface="Open Sans" panose="020B0606030504020204" pitchFamily="34" charset="0"/>
            </a:endParaRPr>
          </a:p>
        </p:txBody>
      </p:sp>
      <p:sp>
        <p:nvSpPr>
          <p:cNvPr id="20" name="Freeform 233">
            <a:extLst>
              <a:ext uri="{FF2B5EF4-FFF2-40B4-BE49-F238E27FC236}">
                <a16:creationId xmlns:a16="http://schemas.microsoft.com/office/drawing/2014/main" id="{39F44402-4FD4-9D23-9D57-0F0C079C2171}"/>
              </a:ext>
            </a:extLst>
          </p:cNvPr>
          <p:cNvSpPr>
            <a:spLocks noChangeAspect="1" noEditPoints="1"/>
          </p:cNvSpPr>
          <p:nvPr/>
        </p:nvSpPr>
        <p:spPr bwMode="auto">
          <a:xfrm>
            <a:off x="5790718" y="2902060"/>
            <a:ext cx="553831" cy="553212"/>
          </a:xfrm>
          <a:custGeom>
            <a:avLst/>
            <a:gdLst>
              <a:gd name="T0" fmla="*/ 425 w 449"/>
              <a:gd name="T1" fmla="*/ 61 h 448"/>
              <a:gd name="T2" fmla="*/ 403 w 449"/>
              <a:gd name="T3" fmla="*/ 28 h 448"/>
              <a:gd name="T4" fmla="*/ 70 w 449"/>
              <a:gd name="T5" fmla="*/ 0 h 448"/>
              <a:gd name="T6" fmla="*/ 45 w 449"/>
              <a:gd name="T7" fmla="*/ 60 h 448"/>
              <a:gd name="T8" fmla="*/ 0 w 449"/>
              <a:gd name="T9" fmla="*/ 85 h 448"/>
              <a:gd name="T10" fmla="*/ 34 w 449"/>
              <a:gd name="T11" fmla="*/ 374 h 448"/>
              <a:gd name="T12" fmla="*/ 169 w 449"/>
              <a:gd name="T13" fmla="*/ 399 h 448"/>
              <a:gd name="T14" fmla="*/ 143 w 449"/>
              <a:gd name="T15" fmla="*/ 434 h 448"/>
              <a:gd name="T16" fmla="*/ 306 w 449"/>
              <a:gd name="T17" fmla="*/ 434 h 448"/>
              <a:gd name="T18" fmla="*/ 272 w 449"/>
              <a:gd name="T19" fmla="*/ 374 h 448"/>
              <a:gd name="T20" fmla="*/ 442 w 449"/>
              <a:gd name="T21" fmla="*/ 362 h 448"/>
              <a:gd name="T22" fmla="*/ 15 w 449"/>
              <a:gd name="T23" fmla="*/ 309 h 448"/>
              <a:gd name="T24" fmla="*/ 45 w 449"/>
              <a:gd name="T25" fmla="*/ 75 h 448"/>
              <a:gd name="T26" fmla="*/ 60 w 449"/>
              <a:gd name="T27" fmla="*/ 293 h 448"/>
              <a:gd name="T28" fmla="*/ 74 w 449"/>
              <a:gd name="T29" fmla="*/ 15 h 448"/>
              <a:gd name="T30" fmla="*/ 372 w 449"/>
              <a:gd name="T31" fmla="*/ 15 h 448"/>
              <a:gd name="T32" fmla="*/ 389 w 449"/>
              <a:gd name="T33" fmla="*/ 299 h 448"/>
              <a:gd name="T34" fmla="*/ 422 w 449"/>
              <a:gd name="T35" fmla="*/ 76 h 448"/>
              <a:gd name="T36" fmla="*/ 434 w 449"/>
              <a:gd name="T37" fmla="*/ 309 h 448"/>
              <a:gd name="T38" fmla="*/ 15 w 449"/>
              <a:gd name="T39" fmla="*/ 309 h 448"/>
              <a:gd name="T40" fmla="*/ 175 w 449"/>
              <a:gd name="T41" fmla="*/ 433 h 448"/>
              <a:gd name="T42" fmla="*/ 197 w 449"/>
              <a:gd name="T43" fmla="*/ 374 h 448"/>
              <a:gd name="T44" fmla="*/ 273 w 449"/>
              <a:gd name="T45" fmla="*/ 431 h 448"/>
              <a:gd name="T46" fmla="*/ 415 w 449"/>
              <a:gd name="T47" fmla="*/ 359 h 448"/>
              <a:gd name="T48" fmla="*/ 15 w 449"/>
              <a:gd name="T49" fmla="*/ 329 h 448"/>
              <a:gd name="T50" fmla="*/ 297 w 449"/>
              <a:gd name="T51" fmla="*/ 95 h 448"/>
              <a:gd name="T52" fmla="*/ 243 w 449"/>
              <a:gd name="T53" fmla="*/ 43 h 448"/>
              <a:gd name="T54" fmla="*/ 152 w 449"/>
              <a:gd name="T55" fmla="*/ 126 h 448"/>
              <a:gd name="T56" fmla="*/ 96 w 449"/>
              <a:gd name="T57" fmla="*/ 143 h 448"/>
              <a:gd name="T58" fmla="*/ 118 w 449"/>
              <a:gd name="T59" fmla="*/ 233 h 448"/>
              <a:gd name="T60" fmla="*/ 168 w 449"/>
              <a:gd name="T61" fmla="*/ 285 h 448"/>
              <a:gd name="T62" fmla="*/ 176 w 449"/>
              <a:gd name="T63" fmla="*/ 221 h 448"/>
              <a:gd name="T64" fmla="*/ 283 w 449"/>
              <a:gd name="T65" fmla="*/ 246 h 448"/>
              <a:gd name="T66" fmla="*/ 297 w 449"/>
              <a:gd name="T67" fmla="*/ 95 h 448"/>
              <a:gd name="T68" fmla="*/ 148 w 449"/>
              <a:gd name="T69" fmla="*/ 225 h 448"/>
              <a:gd name="T70" fmla="*/ 120 w 449"/>
              <a:gd name="T71" fmla="*/ 214 h 448"/>
              <a:gd name="T72" fmla="*/ 147 w 449"/>
              <a:gd name="T73" fmla="*/ 144 h 448"/>
              <a:gd name="T74" fmla="*/ 256 w 449"/>
              <a:gd name="T75" fmla="*/ 215 h 448"/>
              <a:gd name="T76" fmla="*/ 162 w 449"/>
              <a:gd name="T77" fmla="*/ 142 h 448"/>
              <a:gd name="T78" fmla="*/ 247 w 449"/>
              <a:gd name="T79" fmla="*/ 85 h 448"/>
              <a:gd name="T80" fmla="*/ 307 w 449"/>
              <a:gd name="T81" fmla="*/ 246 h 448"/>
              <a:gd name="T82" fmla="*/ 256 w 449"/>
              <a:gd name="T83" fmla="*/ 55 h 448"/>
              <a:gd name="T84" fmla="*/ 279 w 449"/>
              <a:gd name="T85" fmla="*/ 81 h 448"/>
              <a:gd name="T86" fmla="*/ 325 w 449"/>
              <a:gd name="T87" fmla="*/ 145 h 448"/>
              <a:gd name="T88" fmla="*/ 322 w 449"/>
              <a:gd name="T89" fmla="*/ 130 h 448"/>
              <a:gd name="T90" fmla="*/ 363 w 449"/>
              <a:gd name="T91" fmla="*/ 224 h 448"/>
              <a:gd name="T92" fmla="*/ 333 w 449"/>
              <a:gd name="T93" fmla="*/ 209 h 448"/>
              <a:gd name="T94" fmla="*/ 302 w 449"/>
              <a:gd name="T95" fmla="*/ 62 h 448"/>
              <a:gd name="T96" fmla="*/ 120 w 449"/>
              <a:gd name="T97" fmla="*/ 31 h 448"/>
              <a:gd name="T98" fmla="*/ 120 w 449"/>
              <a:gd name="T99" fmla="*/ 45 h 448"/>
              <a:gd name="T100" fmla="*/ 75 w 449"/>
              <a:gd name="T101" fmla="*/ 31 h 448"/>
              <a:gd name="T102" fmla="*/ 90 w 449"/>
              <a:gd name="T103" fmla="*/ 31 h 448"/>
              <a:gd name="T104" fmla="*/ 135 w 449"/>
              <a:gd name="T105" fmla="*/ 45 h 4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449" h="448">
                <a:moveTo>
                  <a:pt x="449" y="190"/>
                </a:moveTo>
                <a:cubicBezTo>
                  <a:pt x="449" y="157"/>
                  <a:pt x="449" y="124"/>
                  <a:pt x="449" y="92"/>
                </a:cubicBezTo>
                <a:cubicBezTo>
                  <a:pt x="448" y="76"/>
                  <a:pt x="439" y="64"/>
                  <a:pt x="425" y="61"/>
                </a:cubicBezTo>
                <a:cubicBezTo>
                  <a:pt x="419" y="60"/>
                  <a:pt x="412" y="60"/>
                  <a:pt x="404" y="60"/>
                </a:cubicBezTo>
                <a:cubicBezTo>
                  <a:pt x="404" y="58"/>
                  <a:pt x="404" y="56"/>
                  <a:pt x="404" y="54"/>
                </a:cubicBezTo>
                <a:cubicBezTo>
                  <a:pt x="404" y="45"/>
                  <a:pt x="404" y="36"/>
                  <a:pt x="403" y="28"/>
                </a:cubicBezTo>
                <a:cubicBezTo>
                  <a:pt x="402" y="14"/>
                  <a:pt x="394" y="5"/>
                  <a:pt x="380" y="1"/>
                </a:cubicBezTo>
                <a:cubicBezTo>
                  <a:pt x="380" y="1"/>
                  <a:pt x="379" y="1"/>
                  <a:pt x="379" y="0"/>
                </a:cubicBezTo>
                <a:cubicBezTo>
                  <a:pt x="70" y="0"/>
                  <a:pt x="70" y="0"/>
                  <a:pt x="70" y="0"/>
                </a:cubicBezTo>
                <a:cubicBezTo>
                  <a:pt x="66" y="3"/>
                  <a:pt x="61" y="4"/>
                  <a:pt x="57" y="7"/>
                </a:cubicBezTo>
                <a:cubicBezTo>
                  <a:pt x="48" y="13"/>
                  <a:pt x="45" y="22"/>
                  <a:pt x="45" y="32"/>
                </a:cubicBezTo>
                <a:cubicBezTo>
                  <a:pt x="45" y="41"/>
                  <a:pt x="45" y="50"/>
                  <a:pt x="45" y="60"/>
                </a:cubicBezTo>
                <a:cubicBezTo>
                  <a:pt x="39" y="60"/>
                  <a:pt x="34" y="60"/>
                  <a:pt x="28" y="60"/>
                </a:cubicBezTo>
                <a:cubicBezTo>
                  <a:pt x="14" y="62"/>
                  <a:pt x="5" y="70"/>
                  <a:pt x="1" y="83"/>
                </a:cubicBezTo>
                <a:cubicBezTo>
                  <a:pt x="1" y="84"/>
                  <a:pt x="1" y="85"/>
                  <a:pt x="0" y="85"/>
                </a:cubicBezTo>
                <a:cubicBezTo>
                  <a:pt x="0" y="349"/>
                  <a:pt x="0" y="349"/>
                  <a:pt x="0" y="349"/>
                </a:cubicBezTo>
                <a:cubicBezTo>
                  <a:pt x="4" y="354"/>
                  <a:pt x="6" y="360"/>
                  <a:pt x="10" y="365"/>
                </a:cubicBezTo>
                <a:cubicBezTo>
                  <a:pt x="16" y="372"/>
                  <a:pt x="25" y="374"/>
                  <a:pt x="34" y="374"/>
                </a:cubicBezTo>
                <a:cubicBezTo>
                  <a:pt x="80" y="374"/>
                  <a:pt x="125" y="374"/>
                  <a:pt x="171" y="374"/>
                </a:cubicBezTo>
                <a:cubicBezTo>
                  <a:pt x="177" y="374"/>
                  <a:pt x="177" y="374"/>
                  <a:pt x="177" y="374"/>
                </a:cubicBezTo>
                <a:cubicBezTo>
                  <a:pt x="174" y="383"/>
                  <a:pt x="172" y="391"/>
                  <a:pt x="169" y="399"/>
                </a:cubicBezTo>
                <a:cubicBezTo>
                  <a:pt x="166" y="410"/>
                  <a:pt x="163" y="420"/>
                  <a:pt x="160" y="430"/>
                </a:cubicBezTo>
                <a:cubicBezTo>
                  <a:pt x="159" y="433"/>
                  <a:pt x="158" y="434"/>
                  <a:pt x="156" y="434"/>
                </a:cubicBezTo>
                <a:cubicBezTo>
                  <a:pt x="152" y="433"/>
                  <a:pt x="147" y="434"/>
                  <a:pt x="143" y="434"/>
                </a:cubicBezTo>
                <a:cubicBezTo>
                  <a:pt x="143" y="448"/>
                  <a:pt x="143" y="448"/>
                  <a:pt x="143" y="448"/>
                </a:cubicBezTo>
                <a:cubicBezTo>
                  <a:pt x="306" y="448"/>
                  <a:pt x="306" y="448"/>
                  <a:pt x="306" y="448"/>
                </a:cubicBezTo>
                <a:cubicBezTo>
                  <a:pt x="306" y="434"/>
                  <a:pt x="306" y="434"/>
                  <a:pt x="306" y="434"/>
                </a:cubicBezTo>
                <a:cubicBezTo>
                  <a:pt x="302" y="434"/>
                  <a:pt x="297" y="434"/>
                  <a:pt x="293" y="433"/>
                </a:cubicBezTo>
                <a:cubicBezTo>
                  <a:pt x="292" y="433"/>
                  <a:pt x="290" y="432"/>
                  <a:pt x="289" y="431"/>
                </a:cubicBezTo>
                <a:cubicBezTo>
                  <a:pt x="283" y="413"/>
                  <a:pt x="278" y="394"/>
                  <a:pt x="272" y="374"/>
                </a:cubicBezTo>
                <a:cubicBezTo>
                  <a:pt x="277" y="374"/>
                  <a:pt x="277" y="374"/>
                  <a:pt x="277" y="374"/>
                </a:cubicBezTo>
                <a:cubicBezTo>
                  <a:pt x="323" y="374"/>
                  <a:pt x="370" y="374"/>
                  <a:pt x="416" y="374"/>
                </a:cubicBezTo>
                <a:cubicBezTo>
                  <a:pt x="426" y="374"/>
                  <a:pt x="436" y="371"/>
                  <a:pt x="442" y="362"/>
                </a:cubicBezTo>
                <a:cubicBezTo>
                  <a:pt x="447" y="356"/>
                  <a:pt x="449" y="349"/>
                  <a:pt x="449" y="341"/>
                </a:cubicBezTo>
                <a:cubicBezTo>
                  <a:pt x="449" y="291"/>
                  <a:pt x="449" y="240"/>
                  <a:pt x="449" y="190"/>
                </a:cubicBezTo>
                <a:close/>
                <a:moveTo>
                  <a:pt x="15" y="309"/>
                </a:moveTo>
                <a:cubicBezTo>
                  <a:pt x="15" y="237"/>
                  <a:pt x="15" y="165"/>
                  <a:pt x="15" y="93"/>
                </a:cubicBezTo>
                <a:cubicBezTo>
                  <a:pt x="15" y="81"/>
                  <a:pt x="21" y="75"/>
                  <a:pt x="34" y="75"/>
                </a:cubicBezTo>
                <a:cubicBezTo>
                  <a:pt x="37" y="75"/>
                  <a:pt x="41" y="75"/>
                  <a:pt x="45" y="75"/>
                </a:cubicBezTo>
                <a:cubicBezTo>
                  <a:pt x="45" y="299"/>
                  <a:pt x="45" y="299"/>
                  <a:pt x="45" y="299"/>
                </a:cubicBezTo>
                <a:cubicBezTo>
                  <a:pt x="60" y="299"/>
                  <a:pt x="60" y="299"/>
                  <a:pt x="60" y="299"/>
                </a:cubicBezTo>
                <a:cubicBezTo>
                  <a:pt x="60" y="293"/>
                  <a:pt x="60" y="293"/>
                  <a:pt x="60" y="293"/>
                </a:cubicBezTo>
                <a:cubicBezTo>
                  <a:pt x="60" y="207"/>
                  <a:pt x="60" y="121"/>
                  <a:pt x="60" y="35"/>
                </a:cubicBezTo>
                <a:cubicBezTo>
                  <a:pt x="60" y="32"/>
                  <a:pt x="60" y="30"/>
                  <a:pt x="61" y="28"/>
                </a:cubicBezTo>
                <a:cubicBezTo>
                  <a:pt x="62" y="21"/>
                  <a:pt x="67" y="16"/>
                  <a:pt x="74" y="15"/>
                </a:cubicBezTo>
                <a:cubicBezTo>
                  <a:pt x="75" y="15"/>
                  <a:pt x="77" y="15"/>
                  <a:pt x="78" y="15"/>
                </a:cubicBezTo>
                <a:cubicBezTo>
                  <a:pt x="176" y="15"/>
                  <a:pt x="273" y="15"/>
                  <a:pt x="371" y="15"/>
                </a:cubicBezTo>
                <a:cubicBezTo>
                  <a:pt x="371" y="15"/>
                  <a:pt x="372" y="15"/>
                  <a:pt x="372" y="15"/>
                </a:cubicBezTo>
                <a:cubicBezTo>
                  <a:pt x="383" y="15"/>
                  <a:pt x="389" y="21"/>
                  <a:pt x="389" y="32"/>
                </a:cubicBezTo>
                <a:cubicBezTo>
                  <a:pt x="389" y="40"/>
                  <a:pt x="389" y="48"/>
                  <a:pt x="389" y="56"/>
                </a:cubicBezTo>
                <a:cubicBezTo>
                  <a:pt x="389" y="299"/>
                  <a:pt x="389" y="299"/>
                  <a:pt x="389" y="299"/>
                </a:cubicBezTo>
                <a:cubicBezTo>
                  <a:pt x="404" y="299"/>
                  <a:pt x="404" y="299"/>
                  <a:pt x="404" y="299"/>
                </a:cubicBezTo>
                <a:cubicBezTo>
                  <a:pt x="404" y="75"/>
                  <a:pt x="404" y="75"/>
                  <a:pt x="404" y="75"/>
                </a:cubicBezTo>
                <a:cubicBezTo>
                  <a:pt x="410" y="75"/>
                  <a:pt x="416" y="75"/>
                  <a:pt x="422" y="76"/>
                </a:cubicBezTo>
                <a:cubicBezTo>
                  <a:pt x="429" y="77"/>
                  <a:pt x="433" y="82"/>
                  <a:pt x="434" y="89"/>
                </a:cubicBezTo>
                <a:cubicBezTo>
                  <a:pt x="434" y="90"/>
                  <a:pt x="434" y="91"/>
                  <a:pt x="434" y="92"/>
                </a:cubicBezTo>
                <a:cubicBezTo>
                  <a:pt x="434" y="165"/>
                  <a:pt x="434" y="237"/>
                  <a:pt x="434" y="309"/>
                </a:cubicBezTo>
                <a:cubicBezTo>
                  <a:pt x="434" y="314"/>
                  <a:pt x="434" y="314"/>
                  <a:pt x="434" y="314"/>
                </a:cubicBezTo>
                <a:cubicBezTo>
                  <a:pt x="15" y="314"/>
                  <a:pt x="15" y="314"/>
                  <a:pt x="15" y="314"/>
                </a:cubicBezTo>
                <a:lnTo>
                  <a:pt x="15" y="309"/>
                </a:lnTo>
                <a:close/>
                <a:moveTo>
                  <a:pt x="273" y="431"/>
                </a:moveTo>
                <a:cubicBezTo>
                  <a:pt x="274" y="432"/>
                  <a:pt x="274" y="432"/>
                  <a:pt x="274" y="433"/>
                </a:cubicBezTo>
                <a:cubicBezTo>
                  <a:pt x="175" y="433"/>
                  <a:pt x="175" y="433"/>
                  <a:pt x="175" y="433"/>
                </a:cubicBezTo>
                <a:cubicBezTo>
                  <a:pt x="175" y="432"/>
                  <a:pt x="176" y="431"/>
                  <a:pt x="176" y="430"/>
                </a:cubicBezTo>
                <a:cubicBezTo>
                  <a:pt x="181" y="412"/>
                  <a:pt x="186" y="395"/>
                  <a:pt x="191" y="378"/>
                </a:cubicBezTo>
                <a:cubicBezTo>
                  <a:pt x="192" y="375"/>
                  <a:pt x="194" y="374"/>
                  <a:pt x="197" y="374"/>
                </a:cubicBezTo>
                <a:cubicBezTo>
                  <a:pt x="215" y="374"/>
                  <a:pt x="234" y="374"/>
                  <a:pt x="252" y="374"/>
                </a:cubicBezTo>
                <a:cubicBezTo>
                  <a:pt x="255" y="374"/>
                  <a:pt x="256" y="374"/>
                  <a:pt x="257" y="377"/>
                </a:cubicBezTo>
                <a:cubicBezTo>
                  <a:pt x="262" y="395"/>
                  <a:pt x="268" y="413"/>
                  <a:pt x="273" y="431"/>
                </a:cubicBezTo>
                <a:close/>
                <a:moveTo>
                  <a:pt x="433" y="345"/>
                </a:moveTo>
                <a:cubicBezTo>
                  <a:pt x="433" y="352"/>
                  <a:pt x="428" y="358"/>
                  <a:pt x="421" y="359"/>
                </a:cubicBezTo>
                <a:cubicBezTo>
                  <a:pt x="419" y="359"/>
                  <a:pt x="417" y="359"/>
                  <a:pt x="415" y="359"/>
                </a:cubicBezTo>
                <a:cubicBezTo>
                  <a:pt x="288" y="359"/>
                  <a:pt x="161" y="359"/>
                  <a:pt x="34" y="359"/>
                </a:cubicBezTo>
                <a:cubicBezTo>
                  <a:pt x="21" y="359"/>
                  <a:pt x="15" y="353"/>
                  <a:pt x="15" y="340"/>
                </a:cubicBezTo>
                <a:cubicBezTo>
                  <a:pt x="15" y="337"/>
                  <a:pt x="15" y="333"/>
                  <a:pt x="15" y="329"/>
                </a:cubicBezTo>
                <a:cubicBezTo>
                  <a:pt x="434" y="329"/>
                  <a:pt x="434" y="329"/>
                  <a:pt x="434" y="329"/>
                </a:cubicBezTo>
                <a:cubicBezTo>
                  <a:pt x="434" y="335"/>
                  <a:pt x="434" y="340"/>
                  <a:pt x="433" y="345"/>
                </a:cubicBezTo>
                <a:close/>
                <a:moveTo>
                  <a:pt x="297" y="95"/>
                </a:moveTo>
                <a:cubicBezTo>
                  <a:pt x="293" y="78"/>
                  <a:pt x="290" y="62"/>
                  <a:pt x="286" y="46"/>
                </a:cubicBezTo>
                <a:cubicBezTo>
                  <a:pt x="283" y="37"/>
                  <a:pt x="275" y="31"/>
                  <a:pt x="266" y="30"/>
                </a:cubicBezTo>
                <a:cubicBezTo>
                  <a:pt x="256" y="30"/>
                  <a:pt x="248" y="34"/>
                  <a:pt x="243" y="43"/>
                </a:cubicBezTo>
                <a:cubicBezTo>
                  <a:pt x="240" y="50"/>
                  <a:pt x="241" y="57"/>
                  <a:pt x="243" y="65"/>
                </a:cubicBezTo>
                <a:cubicBezTo>
                  <a:pt x="243" y="67"/>
                  <a:pt x="243" y="69"/>
                  <a:pt x="240" y="71"/>
                </a:cubicBezTo>
                <a:cubicBezTo>
                  <a:pt x="211" y="89"/>
                  <a:pt x="182" y="108"/>
                  <a:pt x="152" y="126"/>
                </a:cubicBezTo>
                <a:cubicBezTo>
                  <a:pt x="150" y="127"/>
                  <a:pt x="148" y="128"/>
                  <a:pt x="146" y="129"/>
                </a:cubicBezTo>
                <a:cubicBezTo>
                  <a:pt x="138" y="131"/>
                  <a:pt x="131" y="132"/>
                  <a:pt x="124" y="134"/>
                </a:cubicBezTo>
                <a:cubicBezTo>
                  <a:pt x="114" y="136"/>
                  <a:pt x="105" y="137"/>
                  <a:pt x="96" y="143"/>
                </a:cubicBezTo>
                <a:cubicBezTo>
                  <a:pt x="79" y="155"/>
                  <a:pt x="73" y="172"/>
                  <a:pt x="77" y="192"/>
                </a:cubicBezTo>
                <a:cubicBezTo>
                  <a:pt x="80" y="210"/>
                  <a:pt x="94" y="224"/>
                  <a:pt x="113" y="228"/>
                </a:cubicBezTo>
                <a:cubicBezTo>
                  <a:pt x="116" y="229"/>
                  <a:pt x="117" y="230"/>
                  <a:pt x="118" y="233"/>
                </a:cubicBezTo>
                <a:cubicBezTo>
                  <a:pt x="122" y="250"/>
                  <a:pt x="125" y="267"/>
                  <a:pt x="129" y="284"/>
                </a:cubicBezTo>
                <a:cubicBezTo>
                  <a:pt x="131" y="291"/>
                  <a:pt x="134" y="293"/>
                  <a:pt x="141" y="291"/>
                </a:cubicBezTo>
                <a:cubicBezTo>
                  <a:pt x="150" y="289"/>
                  <a:pt x="159" y="287"/>
                  <a:pt x="168" y="285"/>
                </a:cubicBezTo>
                <a:cubicBezTo>
                  <a:pt x="174" y="284"/>
                  <a:pt x="176" y="280"/>
                  <a:pt x="175" y="274"/>
                </a:cubicBezTo>
                <a:cubicBezTo>
                  <a:pt x="171" y="256"/>
                  <a:pt x="167" y="239"/>
                  <a:pt x="163" y="220"/>
                </a:cubicBezTo>
                <a:cubicBezTo>
                  <a:pt x="168" y="220"/>
                  <a:pt x="172" y="220"/>
                  <a:pt x="176" y="221"/>
                </a:cubicBezTo>
                <a:cubicBezTo>
                  <a:pt x="208" y="224"/>
                  <a:pt x="239" y="228"/>
                  <a:pt x="271" y="232"/>
                </a:cubicBezTo>
                <a:cubicBezTo>
                  <a:pt x="280" y="233"/>
                  <a:pt x="280" y="233"/>
                  <a:pt x="282" y="242"/>
                </a:cubicBezTo>
                <a:cubicBezTo>
                  <a:pt x="283" y="243"/>
                  <a:pt x="283" y="245"/>
                  <a:pt x="283" y="246"/>
                </a:cubicBezTo>
                <a:cubicBezTo>
                  <a:pt x="287" y="258"/>
                  <a:pt x="301" y="264"/>
                  <a:pt x="313" y="260"/>
                </a:cubicBezTo>
                <a:cubicBezTo>
                  <a:pt x="325" y="256"/>
                  <a:pt x="331" y="245"/>
                  <a:pt x="327" y="231"/>
                </a:cubicBezTo>
                <a:cubicBezTo>
                  <a:pt x="317" y="185"/>
                  <a:pt x="307" y="140"/>
                  <a:pt x="297" y="95"/>
                </a:cubicBezTo>
                <a:close/>
                <a:moveTo>
                  <a:pt x="143" y="275"/>
                </a:moveTo>
                <a:cubicBezTo>
                  <a:pt x="139" y="260"/>
                  <a:pt x="136" y="244"/>
                  <a:pt x="132" y="228"/>
                </a:cubicBezTo>
                <a:cubicBezTo>
                  <a:pt x="138" y="227"/>
                  <a:pt x="143" y="226"/>
                  <a:pt x="148" y="225"/>
                </a:cubicBezTo>
                <a:cubicBezTo>
                  <a:pt x="152" y="240"/>
                  <a:pt x="156" y="256"/>
                  <a:pt x="159" y="272"/>
                </a:cubicBezTo>
                <a:cubicBezTo>
                  <a:pt x="154" y="273"/>
                  <a:pt x="148" y="274"/>
                  <a:pt x="143" y="275"/>
                </a:cubicBezTo>
                <a:close/>
                <a:moveTo>
                  <a:pt x="120" y="214"/>
                </a:moveTo>
                <a:cubicBezTo>
                  <a:pt x="105" y="214"/>
                  <a:pt x="93" y="202"/>
                  <a:pt x="91" y="187"/>
                </a:cubicBezTo>
                <a:cubicBezTo>
                  <a:pt x="89" y="172"/>
                  <a:pt x="97" y="157"/>
                  <a:pt x="111" y="153"/>
                </a:cubicBezTo>
                <a:cubicBezTo>
                  <a:pt x="122" y="149"/>
                  <a:pt x="134" y="147"/>
                  <a:pt x="147" y="144"/>
                </a:cubicBezTo>
                <a:cubicBezTo>
                  <a:pt x="151" y="165"/>
                  <a:pt x="156" y="186"/>
                  <a:pt x="161" y="207"/>
                </a:cubicBezTo>
                <a:cubicBezTo>
                  <a:pt x="147" y="210"/>
                  <a:pt x="133" y="213"/>
                  <a:pt x="120" y="214"/>
                </a:cubicBezTo>
                <a:close/>
                <a:moveTo>
                  <a:pt x="256" y="215"/>
                </a:moveTo>
                <a:cubicBezTo>
                  <a:pt x="231" y="212"/>
                  <a:pt x="205" y="209"/>
                  <a:pt x="180" y="206"/>
                </a:cubicBezTo>
                <a:cubicBezTo>
                  <a:pt x="177" y="206"/>
                  <a:pt x="176" y="205"/>
                  <a:pt x="175" y="202"/>
                </a:cubicBezTo>
                <a:cubicBezTo>
                  <a:pt x="171" y="182"/>
                  <a:pt x="166" y="162"/>
                  <a:pt x="162" y="142"/>
                </a:cubicBezTo>
                <a:cubicBezTo>
                  <a:pt x="161" y="140"/>
                  <a:pt x="161" y="138"/>
                  <a:pt x="163" y="137"/>
                </a:cubicBezTo>
                <a:cubicBezTo>
                  <a:pt x="191" y="120"/>
                  <a:pt x="218" y="103"/>
                  <a:pt x="245" y="85"/>
                </a:cubicBezTo>
                <a:cubicBezTo>
                  <a:pt x="246" y="85"/>
                  <a:pt x="246" y="85"/>
                  <a:pt x="247" y="85"/>
                </a:cubicBezTo>
                <a:cubicBezTo>
                  <a:pt x="257" y="129"/>
                  <a:pt x="267" y="173"/>
                  <a:pt x="277" y="218"/>
                </a:cubicBezTo>
                <a:cubicBezTo>
                  <a:pt x="269" y="217"/>
                  <a:pt x="263" y="216"/>
                  <a:pt x="256" y="215"/>
                </a:cubicBezTo>
                <a:close/>
                <a:moveTo>
                  <a:pt x="307" y="246"/>
                </a:moveTo>
                <a:cubicBezTo>
                  <a:pt x="302" y="248"/>
                  <a:pt x="298" y="244"/>
                  <a:pt x="296" y="237"/>
                </a:cubicBezTo>
                <a:cubicBezTo>
                  <a:pt x="283" y="177"/>
                  <a:pt x="270" y="118"/>
                  <a:pt x="257" y="59"/>
                </a:cubicBezTo>
                <a:cubicBezTo>
                  <a:pt x="256" y="57"/>
                  <a:pt x="256" y="55"/>
                  <a:pt x="256" y="55"/>
                </a:cubicBezTo>
                <a:cubicBezTo>
                  <a:pt x="256" y="49"/>
                  <a:pt x="259" y="46"/>
                  <a:pt x="263" y="45"/>
                </a:cubicBezTo>
                <a:cubicBezTo>
                  <a:pt x="267" y="45"/>
                  <a:pt x="271" y="47"/>
                  <a:pt x="272" y="52"/>
                </a:cubicBezTo>
                <a:cubicBezTo>
                  <a:pt x="275" y="62"/>
                  <a:pt x="277" y="71"/>
                  <a:pt x="279" y="81"/>
                </a:cubicBezTo>
                <a:cubicBezTo>
                  <a:pt x="290" y="132"/>
                  <a:pt x="301" y="182"/>
                  <a:pt x="313" y="233"/>
                </a:cubicBezTo>
                <a:cubicBezTo>
                  <a:pt x="314" y="240"/>
                  <a:pt x="312" y="245"/>
                  <a:pt x="307" y="246"/>
                </a:cubicBezTo>
                <a:close/>
                <a:moveTo>
                  <a:pt x="325" y="145"/>
                </a:moveTo>
                <a:cubicBezTo>
                  <a:pt x="338" y="142"/>
                  <a:pt x="351" y="139"/>
                  <a:pt x="363" y="136"/>
                </a:cubicBezTo>
                <a:cubicBezTo>
                  <a:pt x="362" y="131"/>
                  <a:pt x="361" y="127"/>
                  <a:pt x="360" y="122"/>
                </a:cubicBezTo>
                <a:cubicBezTo>
                  <a:pt x="347" y="124"/>
                  <a:pt x="334" y="127"/>
                  <a:pt x="322" y="130"/>
                </a:cubicBezTo>
                <a:cubicBezTo>
                  <a:pt x="323" y="135"/>
                  <a:pt x="324" y="140"/>
                  <a:pt x="325" y="145"/>
                </a:cubicBezTo>
                <a:close/>
                <a:moveTo>
                  <a:pt x="333" y="209"/>
                </a:moveTo>
                <a:cubicBezTo>
                  <a:pt x="343" y="214"/>
                  <a:pt x="353" y="219"/>
                  <a:pt x="363" y="224"/>
                </a:cubicBezTo>
                <a:cubicBezTo>
                  <a:pt x="365" y="219"/>
                  <a:pt x="367" y="215"/>
                  <a:pt x="370" y="210"/>
                </a:cubicBezTo>
                <a:cubicBezTo>
                  <a:pt x="360" y="205"/>
                  <a:pt x="350" y="200"/>
                  <a:pt x="340" y="195"/>
                </a:cubicBezTo>
                <a:cubicBezTo>
                  <a:pt x="338" y="200"/>
                  <a:pt x="336" y="204"/>
                  <a:pt x="333" y="209"/>
                </a:cubicBezTo>
                <a:close/>
                <a:moveTo>
                  <a:pt x="333" y="50"/>
                </a:moveTo>
                <a:cubicBezTo>
                  <a:pt x="330" y="47"/>
                  <a:pt x="327" y="44"/>
                  <a:pt x="324" y="40"/>
                </a:cubicBezTo>
                <a:cubicBezTo>
                  <a:pt x="317" y="48"/>
                  <a:pt x="309" y="55"/>
                  <a:pt x="302" y="62"/>
                </a:cubicBezTo>
                <a:cubicBezTo>
                  <a:pt x="305" y="65"/>
                  <a:pt x="309" y="69"/>
                  <a:pt x="312" y="72"/>
                </a:cubicBezTo>
                <a:cubicBezTo>
                  <a:pt x="319" y="65"/>
                  <a:pt x="326" y="57"/>
                  <a:pt x="333" y="50"/>
                </a:cubicBezTo>
                <a:close/>
                <a:moveTo>
                  <a:pt x="120" y="31"/>
                </a:moveTo>
                <a:cubicBezTo>
                  <a:pt x="105" y="31"/>
                  <a:pt x="105" y="31"/>
                  <a:pt x="105" y="31"/>
                </a:cubicBezTo>
                <a:cubicBezTo>
                  <a:pt x="105" y="45"/>
                  <a:pt x="105" y="45"/>
                  <a:pt x="105" y="45"/>
                </a:cubicBezTo>
                <a:cubicBezTo>
                  <a:pt x="120" y="45"/>
                  <a:pt x="120" y="45"/>
                  <a:pt x="120" y="45"/>
                </a:cubicBezTo>
                <a:lnTo>
                  <a:pt x="120" y="31"/>
                </a:lnTo>
                <a:close/>
                <a:moveTo>
                  <a:pt x="90" y="31"/>
                </a:moveTo>
                <a:cubicBezTo>
                  <a:pt x="75" y="31"/>
                  <a:pt x="75" y="31"/>
                  <a:pt x="75" y="31"/>
                </a:cubicBezTo>
                <a:cubicBezTo>
                  <a:pt x="75" y="45"/>
                  <a:pt x="75" y="45"/>
                  <a:pt x="75" y="45"/>
                </a:cubicBezTo>
                <a:cubicBezTo>
                  <a:pt x="90" y="45"/>
                  <a:pt x="90" y="45"/>
                  <a:pt x="90" y="45"/>
                </a:cubicBezTo>
                <a:lnTo>
                  <a:pt x="90" y="31"/>
                </a:lnTo>
                <a:close/>
                <a:moveTo>
                  <a:pt x="150" y="31"/>
                </a:moveTo>
                <a:cubicBezTo>
                  <a:pt x="135" y="31"/>
                  <a:pt x="135" y="31"/>
                  <a:pt x="135" y="31"/>
                </a:cubicBezTo>
                <a:cubicBezTo>
                  <a:pt x="135" y="45"/>
                  <a:pt x="135" y="45"/>
                  <a:pt x="135" y="45"/>
                </a:cubicBezTo>
                <a:cubicBezTo>
                  <a:pt x="150" y="45"/>
                  <a:pt x="150" y="45"/>
                  <a:pt x="150" y="45"/>
                </a:cubicBezTo>
                <a:lnTo>
                  <a:pt x="150" y="31"/>
                </a:ln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endParaRPr lang="en-US"/>
          </a:p>
        </p:txBody>
      </p:sp>
      <p:sp>
        <p:nvSpPr>
          <p:cNvPr id="21" name="Freeform 5">
            <a:extLst>
              <a:ext uri="{FF2B5EF4-FFF2-40B4-BE49-F238E27FC236}">
                <a16:creationId xmlns:a16="http://schemas.microsoft.com/office/drawing/2014/main" id="{EA941B0E-11CF-441F-63C1-C8F79A9E119D}"/>
              </a:ext>
            </a:extLst>
          </p:cNvPr>
          <p:cNvSpPr>
            <a:spLocks noChangeAspect="1" noEditPoints="1"/>
          </p:cNvSpPr>
          <p:nvPr/>
        </p:nvSpPr>
        <p:spPr bwMode="auto">
          <a:xfrm>
            <a:off x="9552107" y="2908752"/>
            <a:ext cx="553212" cy="539828"/>
          </a:xfrm>
          <a:custGeom>
            <a:avLst/>
            <a:gdLst>
              <a:gd name="T0" fmla="*/ 48 w 1639"/>
              <a:gd name="T1" fmla="*/ 1155 h 1599"/>
              <a:gd name="T2" fmla="*/ 205 w 1639"/>
              <a:gd name="T3" fmla="*/ 132 h 1599"/>
              <a:gd name="T4" fmla="*/ 0 w 1639"/>
              <a:gd name="T5" fmla="*/ 158 h 1599"/>
              <a:gd name="T6" fmla="*/ 231 w 1639"/>
              <a:gd name="T7" fmla="*/ 1236 h 1599"/>
              <a:gd name="T8" fmla="*/ 527 w 1639"/>
              <a:gd name="T9" fmla="*/ 1342 h 1599"/>
              <a:gd name="T10" fmla="*/ 425 w 1639"/>
              <a:gd name="T11" fmla="*/ 1593 h 1599"/>
              <a:gd name="T12" fmla="*/ 596 w 1639"/>
              <a:gd name="T13" fmla="*/ 1341 h 1599"/>
              <a:gd name="T14" fmla="*/ 974 w 1639"/>
              <a:gd name="T15" fmla="*/ 1586 h 1599"/>
              <a:gd name="T16" fmla="*/ 910 w 1639"/>
              <a:gd name="T17" fmla="*/ 1357 h 1599"/>
              <a:gd name="T18" fmla="*/ 1197 w 1639"/>
              <a:gd name="T19" fmla="*/ 1279 h 1599"/>
              <a:gd name="T20" fmla="*/ 1338 w 1639"/>
              <a:gd name="T21" fmla="*/ 1234 h 1599"/>
              <a:gd name="T22" fmla="*/ 1149 w 1639"/>
              <a:gd name="T23" fmla="*/ 1281 h 1599"/>
              <a:gd name="T24" fmla="*/ 282 w 1639"/>
              <a:gd name="T25" fmla="*/ 1270 h 1599"/>
              <a:gd name="T26" fmla="*/ 1149 w 1639"/>
              <a:gd name="T27" fmla="*/ 1249 h 1599"/>
              <a:gd name="T28" fmla="*/ 1570 w 1639"/>
              <a:gd name="T29" fmla="*/ 714 h 1599"/>
              <a:gd name="T30" fmla="*/ 1337 w 1639"/>
              <a:gd name="T31" fmla="*/ 1071 h 1599"/>
              <a:gd name="T32" fmla="*/ 1639 w 1639"/>
              <a:gd name="T33" fmla="*/ 1275 h 1599"/>
              <a:gd name="T34" fmla="*/ 994 w 1639"/>
              <a:gd name="T35" fmla="*/ 758 h 1599"/>
              <a:gd name="T36" fmla="*/ 1556 w 1639"/>
              <a:gd name="T37" fmla="*/ 1296 h 1599"/>
              <a:gd name="T38" fmla="*/ 1387 w 1639"/>
              <a:gd name="T39" fmla="*/ 1041 h 1599"/>
              <a:gd name="T40" fmla="*/ 1556 w 1639"/>
              <a:gd name="T41" fmla="*/ 1296 h 1599"/>
              <a:gd name="T42" fmla="*/ 1092 w 1639"/>
              <a:gd name="T43" fmla="*/ 260 h 1599"/>
              <a:gd name="T44" fmla="*/ 857 w 1639"/>
              <a:gd name="T45" fmla="*/ 547 h 1599"/>
              <a:gd name="T46" fmla="*/ 692 w 1639"/>
              <a:gd name="T47" fmla="*/ 530 h 1599"/>
              <a:gd name="T48" fmla="*/ 517 w 1639"/>
              <a:gd name="T49" fmla="*/ 530 h 1599"/>
              <a:gd name="T50" fmla="*/ 306 w 1639"/>
              <a:gd name="T51" fmla="*/ 642 h 1599"/>
              <a:gd name="T52" fmla="*/ 542 w 1639"/>
              <a:gd name="T53" fmla="*/ 571 h 1599"/>
              <a:gd name="T54" fmla="*/ 731 w 1639"/>
              <a:gd name="T55" fmla="*/ 607 h 1599"/>
              <a:gd name="T56" fmla="*/ 895 w 1639"/>
              <a:gd name="T57" fmla="*/ 595 h 1599"/>
              <a:gd name="T58" fmla="*/ 1077 w 1639"/>
              <a:gd name="T59" fmla="*/ 326 h 1599"/>
              <a:gd name="T60" fmla="*/ 386 w 1639"/>
              <a:gd name="T61" fmla="*/ 664 h 1599"/>
              <a:gd name="T62" fmla="*/ 386 w 1639"/>
              <a:gd name="T63" fmla="*/ 664 h 1599"/>
              <a:gd name="T64" fmla="*/ 637 w 1639"/>
              <a:gd name="T65" fmla="*/ 508 h 1599"/>
              <a:gd name="T66" fmla="*/ 825 w 1639"/>
              <a:gd name="T67" fmla="*/ 601 h 1599"/>
              <a:gd name="T68" fmla="*/ 296 w 1639"/>
              <a:gd name="T69" fmla="*/ 155 h 1599"/>
              <a:gd name="T70" fmla="*/ 1383 w 1639"/>
              <a:gd name="T71" fmla="*/ 407 h 1599"/>
              <a:gd name="T72" fmla="*/ 1430 w 1639"/>
              <a:gd name="T73" fmla="*/ 184 h 1599"/>
              <a:gd name="T74" fmla="*/ 848 w 1639"/>
              <a:gd name="T75" fmla="*/ 95 h 1599"/>
              <a:gd name="T76" fmla="*/ 583 w 1639"/>
              <a:gd name="T77" fmla="*/ 56 h 1599"/>
              <a:gd name="T78" fmla="*/ 285 w 1639"/>
              <a:gd name="T79" fmla="*/ 107 h 1599"/>
              <a:gd name="T80" fmla="*/ 779 w 1639"/>
              <a:gd name="T81" fmla="*/ 48 h 1599"/>
              <a:gd name="T82" fmla="*/ 715 w 1639"/>
              <a:gd name="T83" fmla="*/ 107 h 1599"/>
              <a:gd name="T84" fmla="*/ 532 w 1639"/>
              <a:gd name="T85" fmla="*/ 1063 h 1599"/>
              <a:gd name="T86" fmla="*/ 678 w 1639"/>
              <a:gd name="T87" fmla="*/ 744 h 1599"/>
              <a:gd name="T88" fmla="*/ 532 w 1639"/>
              <a:gd name="T89" fmla="*/ 904 h 1599"/>
              <a:gd name="T90" fmla="*/ 630 w 1639"/>
              <a:gd name="T91" fmla="*/ 1032 h 1599"/>
              <a:gd name="T92" fmla="*/ 580 w 1639"/>
              <a:gd name="T93" fmla="*/ 773 h 1599"/>
              <a:gd name="T94" fmla="*/ 782 w 1639"/>
              <a:gd name="T95" fmla="*/ 836 h 1599"/>
              <a:gd name="T96" fmla="*/ 865 w 1639"/>
              <a:gd name="T97" fmla="*/ 1096 h 1599"/>
              <a:gd name="T98" fmla="*/ 837 w 1639"/>
              <a:gd name="T99" fmla="*/ 1048 h 1599"/>
              <a:gd name="T100" fmla="*/ 812 w 1639"/>
              <a:gd name="T101" fmla="*/ 883 h 1599"/>
              <a:gd name="T102" fmla="*/ 458 w 1639"/>
              <a:gd name="T103" fmla="*/ 866 h 1599"/>
              <a:gd name="T104" fmla="*/ 312 w 1639"/>
              <a:gd name="T105" fmla="*/ 1067 h 1599"/>
              <a:gd name="T106" fmla="*/ 458 w 1639"/>
              <a:gd name="T107" fmla="*/ 967 h 1599"/>
              <a:gd name="T108" fmla="*/ 360 w 1639"/>
              <a:gd name="T109" fmla="*/ 895 h 1599"/>
              <a:gd name="T110" fmla="*/ 410 w 1639"/>
              <a:gd name="T111" fmla="*/ 1037 h 1599"/>
              <a:gd name="T112" fmla="*/ 997 w 1639"/>
              <a:gd name="T113" fmla="*/ 978 h 1599"/>
              <a:gd name="T114" fmla="*/ 1045 w 1639"/>
              <a:gd name="T115" fmla="*/ 1096 h 1599"/>
              <a:gd name="T116" fmla="*/ 1093 w 1639"/>
              <a:gd name="T117" fmla="*/ 1048 h 1599"/>
              <a:gd name="T118" fmla="*/ 1467 w 1639"/>
              <a:gd name="T119" fmla="*/ 661 h 1599"/>
              <a:gd name="T120" fmla="*/ 1439 w 1639"/>
              <a:gd name="T121" fmla="*/ 758 h 1599"/>
              <a:gd name="T122" fmla="*/ 1367 w 1639"/>
              <a:gd name="T123" fmla="*/ 610 h 1599"/>
              <a:gd name="T124" fmla="*/ 1037 w 1639"/>
              <a:gd name="T125" fmla="*/ 806 h 15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639" h="1599">
                <a:moveTo>
                  <a:pt x="1339" y="1186"/>
                </a:moveTo>
                <a:cubicBezTo>
                  <a:pt x="1334" y="1185"/>
                  <a:pt x="1329" y="1186"/>
                  <a:pt x="1324" y="1186"/>
                </a:cubicBezTo>
                <a:cubicBezTo>
                  <a:pt x="909" y="1186"/>
                  <a:pt x="494" y="1186"/>
                  <a:pt x="79" y="1186"/>
                </a:cubicBezTo>
                <a:cubicBezTo>
                  <a:pt x="54" y="1186"/>
                  <a:pt x="48" y="1180"/>
                  <a:pt x="48" y="1155"/>
                </a:cubicBezTo>
                <a:cubicBezTo>
                  <a:pt x="48" y="832"/>
                  <a:pt x="48" y="509"/>
                  <a:pt x="48" y="187"/>
                </a:cubicBezTo>
                <a:cubicBezTo>
                  <a:pt x="48" y="161"/>
                  <a:pt x="54" y="155"/>
                  <a:pt x="79" y="155"/>
                </a:cubicBezTo>
                <a:cubicBezTo>
                  <a:pt x="111" y="155"/>
                  <a:pt x="143" y="156"/>
                  <a:pt x="175" y="155"/>
                </a:cubicBezTo>
                <a:cubicBezTo>
                  <a:pt x="194" y="155"/>
                  <a:pt x="205" y="147"/>
                  <a:pt x="205" y="132"/>
                </a:cubicBezTo>
                <a:cubicBezTo>
                  <a:pt x="205" y="117"/>
                  <a:pt x="194" y="108"/>
                  <a:pt x="176" y="107"/>
                </a:cubicBezTo>
                <a:cubicBezTo>
                  <a:pt x="140" y="107"/>
                  <a:pt x="105" y="107"/>
                  <a:pt x="70" y="108"/>
                </a:cubicBezTo>
                <a:cubicBezTo>
                  <a:pt x="44" y="108"/>
                  <a:pt x="23" y="119"/>
                  <a:pt x="9" y="142"/>
                </a:cubicBezTo>
                <a:cubicBezTo>
                  <a:pt x="6" y="148"/>
                  <a:pt x="6" y="154"/>
                  <a:pt x="0" y="158"/>
                </a:cubicBezTo>
                <a:cubicBezTo>
                  <a:pt x="0" y="1183"/>
                  <a:pt x="0" y="1183"/>
                  <a:pt x="0" y="1183"/>
                </a:cubicBezTo>
                <a:cubicBezTo>
                  <a:pt x="17" y="1224"/>
                  <a:pt x="49" y="1237"/>
                  <a:pt x="92" y="1234"/>
                </a:cubicBezTo>
                <a:cubicBezTo>
                  <a:pt x="126" y="1232"/>
                  <a:pt x="159" y="1233"/>
                  <a:pt x="193" y="1234"/>
                </a:cubicBezTo>
                <a:cubicBezTo>
                  <a:pt x="206" y="1234"/>
                  <a:pt x="223" y="1228"/>
                  <a:pt x="231" y="1236"/>
                </a:cubicBezTo>
                <a:cubicBezTo>
                  <a:pt x="239" y="1244"/>
                  <a:pt x="234" y="1262"/>
                  <a:pt x="234" y="1275"/>
                </a:cubicBezTo>
                <a:cubicBezTo>
                  <a:pt x="234" y="1321"/>
                  <a:pt x="254" y="1341"/>
                  <a:pt x="300" y="1341"/>
                </a:cubicBezTo>
                <a:cubicBezTo>
                  <a:pt x="370" y="1341"/>
                  <a:pt x="439" y="1341"/>
                  <a:pt x="509" y="1341"/>
                </a:cubicBezTo>
                <a:cubicBezTo>
                  <a:pt x="515" y="1341"/>
                  <a:pt x="520" y="1342"/>
                  <a:pt x="527" y="1342"/>
                </a:cubicBezTo>
                <a:cubicBezTo>
                  <a:pt x="524" y="1349"/>
                  <a:pt x="522" y="1354"/>
                  <a:pt x="520" y="1358"/>
                </a:cubicBezTo>
                <a:cubicBezTo>
                  <a:pt x="487" y="1423"/>
                  <a:pt x="454" y="1487"/>
                  <a:pt x="421" y="1551"/>
                </a:cubicBezTo>
                <a:cubicBezTo>
                  <a:pt x="418" y="1557"/>
                  <a:pt x="415" y="1562"/>
                  <a:pt x="414" y="1567"/>
                </a:cubicBezTo>
                <a:cubicBezTo>
                  <a:pt x="411" y="1579"/>
                  <a:pt x="415" y="1588"/>
                  <a:pt x="425" y="1593"/>
                </a:cubicBezTo>
                <a:cubicBezTo>
                  <a:pt x="435" y="1599"/>
                  <a:pt x="446" y="1598"/>
                  <a:pt x="454" y="1589"/>
                </a:cubicBezTo>
                <a:cubicBezTo>
                  <a:pt x="458" y="1584"/>
                  <a:pt x="461" y="1578"/>
                  <a:pt x="464" y="1572"/>
                </a:cubicBezTo>
                <a:cubicBezTo>
                  <a:pt x="501" y="1499"/>
                  <a:pt x="539" y="1427"/>
                  <a:pt x="576" y="1353"/>
                </a:cubicBezTo>
                <a:cubicBezTo>
                  <a:pt x="581" y="1344"/>
                  <a:pt x="586" y="1341"/>
                  <a:pt x="596" y="1341"/>
                </a:cubicBezTo>
                <a:cubicBezTo>
                  <a:pt x="675" y="1341"/>
                  <a:pt x="754" y="1341"/>
                  <a:pt x="833" y="1341"/>
                </a:cubicBezTo>
                <a:cubicBezTo>
                  <a:pt x="845" y="1341"/>
                  <a:pt x="850" y="1345"/>
                  <a:pt x="855" y="1354"/>
                </a:cubicBezTo>
                <a:cubicBezTo>
                  <a:pt x="892" y="1428"/>
                  <a:pt x="929" y="1500"/>
                  <a:pt x="967" y="1573"/>
                </a:cubicBezTo>
                <a:cubicBezTo>
                  <a:pt x="969" y="1578"/>
                  <a:pt x="971" y="1582"/>
                  <a:pt x="974" y="1586"/>
                </a:cubicBezTo>
                <a:cubicBezTo>
                  <a:pt x="982" y="1597"/>
                  <a:pt x="993" y="1599"/>
                  <a:pt x="1005" y="1593"/>
                </a:cubicBezTo>
                <a:cubicBezTo>
                  <a:pt x="1015" y="1587"/>
                  <a:pt x="1020" y="1577"/>
                  <a:pt x="1015" y="1565"/>
                </a:cubicBezTo>
                <a:cubicBezTo>
                  <a:pt x="1013" y="1560"/>
                  <a:pt x="1011" y="1555"/>
                  <a:pt x="1009" y="1550"/>
                </a:cubicBezTo>
                <a:cubicBezTo>
                  <a:pt x="976" y="1486"/>
                  <a:pt x="943" y="1422"/>
                  <a:pt x="910" y="1357"/>
                </a:cubicBezTo>
                <a:cubicBezTo>
                  <a:pt x="908" y="1352"/>
                  <a:pt x="903" y="1348"/>
                  <a:pt x="904" y="1341"/>
                </a:cubicBezTo>
                <a:cubicBezTo>
                  <a:pt x="913" y="1341"/>
                  <a:pt x="921" y="1341"/>
                  <a:pt x="929" y="1341"/>
                </a:cubicBezTo>
                <a:cubicBezTo>
                  <a:pt x="998" y="1341"/>
                  <a:pt x="1067" y="1341"/>
                  <a:pt x="1135" y="1341"/>
                </a:cubicBezTo>
                <a:cubicBezTo>
                  <a:pt x="1175" y="1341"/>
                  <a:pt x="1196" y="1319"/>
                  <a:pt x="1197" y="1279"/>
                </a:cubicBezTo>
                <a:cubicBezTo>
                  <a:pt x="1197" y="1267"/>
                  <a:pt x="1197" y="1255"/>
                  <a:pt x="1197" y="1243"/>
                </a:cubicBezTo>
                <a:cubicBezTo>
                  <a:pt x="1196" y="1236"/>
                  <a:pt x="1199" y="1233"/>
                  <a:pt x="1206" y="1234"/>
                </a:cubicBezTo>
                <a:cubicBezTo>
                  <a:pt x="1224" y="1234"/>
                  <a:pt x="1242" y="1234"/>
                  <a:pt x="1260" y="1234"/>
                </a:cubicBezTo>
                <a:cubicBezTo>
                  <a:pt x="1286" y="1234"/>
                  <a:pt x="1312" y="1234"/>
                  <a:pt x="1338" y="1234"/>
                </a:cubicBezTo>
                <a:cubicBezTo>
                  <a:pt x="1355" y="1233"/>
                  <a:pt x="1364" y="1223"/>
                  <a:pt x="1364" y="1209"/>
                </a:cubicBezTo>
                <a:cubicBezTo>
                  <a:pt x="1364" y="1195"/>
                  <a:pt x="1354" y="1187"/>
                  <a:pt x="1339" y="1186"/>
                </a:cubicBezTo>
                <a:close/>
                <a:moveTo>
                  <a:pt x="1149" y="1249"/>
                </a:moveTo>
                <a:cubicBezTo>
                  <a:pt x="1148" y="1260"/>
                  <a:pt x="1149" y="1271"/>
                  <a:pt x="1149" y="1281"/>
                </a:cubicBezTo>
                <a:cubicBezTo>
                  <a:pt x="1149" y="1290"/>
                  <a:pt x="1145" y="1293"/>
                  <a:pt x="1137" y="1293"/>
                </a:cubicBezTo>
                <a:cubicBezTo>
                  <a:pt x="1134" y="1293"/>
                  <a:pt x="1130" y="1293"/>
                  <a:pt x="1126" y="1293"/>
                </a:cubicBezTo>
                <a:cubicBezTo>
                  <a:pt x="852" y="1293"/>
                  <a:pt x="578" y="1293"/>
                  <a:pt x="304" y="1293"/>
                </a:cubicBezTo>
                <a:cubicBezTo>
                  <a:pt x="282" y="1293"/>
                  <a:pt x="282" y="1293"/>
                  <a:pt x="282" y="1270"/>
                </a:cubicBezTo>
                <a:cubicBezTo>
                  <a:pt x="282" y="1234"/>
                  <a:pt x="282" y="1234"/>
                  <a:pt x="318" y="1234"/>
                </a:cubicBezTo>
                <a:cubicBezTo>
                  <a:pt x="717" y="1234"/>
                  <a:pt x="717" y="1234"/>
                  <a:pt x="717" y="1234"/>
                </a:cubicBezTo>
                <a:cubicBezTo>
                  <a:pt x="855" y="1234"/>
                  <a:pt x="994" y="1234"/>
                  <a:pt x="1132" y="1233"/>
                </a:cubicBezTo>
                <a:cubicBezTo>
                  <a:pt x="1145" y="1233"/>
                  <a:pt x="1151" y="1235"/>
                  <a:pt x="1149" y="1249"/>
                </a:cubicBezTo>
                <a:close/>
                <a:moveTo>
                  <a:pt x="1619" y="1194"/>
                </a:moveTo>
                <a:cubicBezTo>
                  <a:pt x="1579" y="1126"/>
                  <a:pt x="1541" y="1058"/>
                  <a:pt x="1500" y="990"/>
                </a:cubicBezTo>
                <a:cubicBezTo>
                  <a:pt x="1490" y="974"/>
                  <a:pt x="1492" y="965"/>
                  <a:pt x="1504" y="951"/>
                </a:cubicBezTo>
                <a:cubicBezTo>
                  <a:pt x="1560" y="882"/>
                  <a:pt x="1583" y="801"/>
                  <a:pt x="1570" y="714"/>
                </a:cubicBezTo>
                <a:cubicBezTo>
                  <a:pt x="1543" y="520"/>
                  <a:pt x="1357" y="402"/>
                  <a:pt x="1169" y="455"/>
                </a:cubicBezTo>
                <a:cubicBezTo>
                  <a:pt x="1001" y="503"/>
                  <a:pt x="904" y="694"/>
                  <a:pt x="963" y="857"/>
                </a:cubicBezTo>
                <a:cubicBezTo>
                  <a:pt x="1018" y="1008"/>
                  <a:pt x="1162" y="1091"/>
                  <a:pt x="1320" y="1063"/>
                </a:cubicBezTo>
                <a:cubicBezTo>
                  <a:pt x="1329" y="1061"/>
                  <a:pt x="1333" y="1064"/>
                  <a:pt x="1337" y="1071"/>
                </a:cubicBezTo>
                <a:cubicBezTo>
                  <a:pt x="1357" y="1107"/>
                  <a:pt x="1378" y="1143"/>
                  <a:pt x="1399" y="1179"/>
                </a:cubicBezTo>
                <a:cubicBezTo>
                  <a:pt x="1422" y="1219"/>
                  <a:pt x="1445" y="1260"/>
                  <a:pt x="1469" y="1300"/>
                </a:cubicBezTo>
                <a:cubicBezTo>
                  <a:pt x="1505" y="1357"/>
                  <a:pt x="1581" y="1360"/>
                  <a:pt x="1621" y="1307"/>
                </a:cubicBezTo>
                <a:cubicBezTo>
                  <a:pt x="1629" y="1297"/>
                  <a:pt x="1630" y="1284"/>
                  <a:pt x="1639" y="1275"/>
                </a:cubicBezTo>
                <a:cubicBezTo>
                  <a:pt x="1639" y="1237"/>
                  <a:pt x="1639" y="1237"/>
                  <a:pt x="1639" y="1237"/>
                </a:cubicBezTo>
                <a:cubicBezTo>
                  <a:pt x="1632" y="1223"/>
                  <a:pt x="1627" y="1208"/>
                  <a:pt x="1619" y="1194"/>
                </a:cubicBezTo>
                <a:close/>
                <a:moveTo>
                  <a:pt x="1262" y="1021"/>
                </a:moveTo>
                <a:cubicBezTo>
                  <a:pt x="1113" y="1019"/>
                  <a:pt x="994" y="903"/>
                  <a:pt x="994" y="758"/>
                </a:cubicBezTo>
                <a:cubicBezTo>
                  <a:pt x="995" y="608"/>
                  <a:pt x="1113" y="489"/>
                  <a:pt x="1260" y="490"/>
                </a:cubicBezTo>
                <a:cubicBezTo>
                  <a:pt x="1405" y="490"/>
                  <a:pt x="1526" y="610"/>
                  <a:pt x="1525" y="752"/>
                </a:cubicBezTo>
                <a:cubicBezTo>
                  <a:pt x="1524" y="902"/>
                  <a:pt x="1407" y="1022"/>
                  <a:pt x="1262" y="1021"/>
                </a:cubicBezTo>
                <a:close/>
                <a:moveTo>
                  <a:pt x="1556" y="1296"/>
                </a:moveTo>
                <a:cubicBezTo>
                  <a:pt x="1537" y="1300"/>
                  <a:pt x="1520" y="1292"/>
                  <a:pt x="1508" y="1272"/>
                </a:cubicBezTo>
                <a:cubicBezTo>
                  <a:pt x="1483" y="1229"/>
                  <a:pt x="1458" y="1186"/>
                  <a:pt x="1433" y="1142"/>
                </a:cubicBezTo>
                <a:cubicBezTo>
                  <a:pt x="1417" y="1113"/>
                  <a:pt x="1400" y="1084"/>
                  <a:pt x="1383" y="1055"/>
                </a:cubicBezTo>
                <a:cubicBezTo>
                  <a:pt x="1379" y="1048"/>
                  <a:pt x="1379" y="1045"/>
                  <a:pt x="1387" y="1041"/>
                </a:cubicBezTo>
                <a:cubicBezTo>
                  <a:pt x="1410" y="1032"/>
                  <a:pt x="1431" y="1018"/>
                  <a:pt x="1452" y="1003"/>
                </a:cubicBezTo>
                <a:cubicBezTo>
                  <a:pt x="1461" y="1018"/>
                  <a:pt x="1470" y="1033"/>
                  <a:pt x="1479" y="1048"/>
                </a:cubicBezTo>
                <a:cubicBezTo>
                  <a:pt x="1513" y="1108"/>
                  <a:pt x="1548" y="1168"/>
                  <a:pt x="1582" y="1228"/>
                </a:cubicBezTo>
                <a:cubicBezTo>
                  <a:pt x="1599" y="1258"/>
                  <a:pt x="1587" y="1289"/>
                  <a:pt x="1556" y="1296"/>
                </a:cubicBezTo>
                <a:close/>
                <a:moveTo>
                  <a:pt x="1014" y="410"/>
                </a:moveTo>
                <a:cubicBezTo>
                  <a:pt x="1018" y="404"/>
                  <a:pt x="1022" y="401"/>
                  <a:pt x="1030" y="403"/>
                </a:cubicBezTo>
                <a:cubicBezTo>
                  <a:pt x="1067" y="411"/>
                  <a:pt x="1104" y="391"/>
                  <a:pt x="1119" y="357"/>
                </a:cubicBezTo>
                <a:cubicBezTo>
                  <a:pt x="1134" y="323"/>
                  <a:pt x="1122" y="282"/>
                  <a:pt x="1092" y="260"/>
                </a:cubicBezTo>
                <a:cubicBezTo>
                  <a:pt x="1063" y="239"/>
                  <a:pt x="1022" y="240"/>
                  <a:pt x="994" y="264"/>
                </a:cubicBezTo>
                <a:cubicBezTo>
                  <a:pt x="965" y="289"/>
                  <a:pt x="957" y="329"/>
                  <a:pt x="976" y="364"/>
                </a:cubicBezTo>
                <a:cubicBezTo>
                  <a:pt x="980" y="371"/>
                  <a:pt x="980" y="376"/>
                  <a:pt x="975" y="382"/>
                </a:cubicBezTo>
                <a:cubicBezTo>
                  <a:pt x="936" y="437"/>
                  <a:pt x="896" y="492"/>
                  <a:pt x="857" y="547"/>
                </a:cubicBezTo>
                <a:cubicBezTo>
                  <a:pt x="853" y="554"/>
                  <a:pt x="848" y="557"/>
                  <a:pt x="840" y="555"/>
                </a:cubicBezTo>
                <a:cubicBezTo>
                  <a:pt x="817" y="549"/>
                  <a:pt x="797" y="555"/>
                  <a:pt x="778" y="569"/>
                </a:cubicBezTo>
                <a:cubicBezTo>
                  <a:pt x="772" y="573"/>
                  <a:pt x="768" y="573"/>
                  <a:pt x="762" y="569"/>
                </a:cubicBezTo>
                <a:cubicBezTo>
                  <a:pt x="739" y="556"/>
                  <a:pt x="716" y="543"/>
                  <a:pt x="692" y="530"/>
                </a:cubicBezTo>
                <a:cubicBezTo>
                  <a:pt x="686" y="526"/>
                  <a:pt x="684" y="522"/>
                  <a:pt x="684" y="515"/>
                </a:cubicBezTo>
                <a:cubicBezTo>
                  <a:pt x="687" y="466"/>
                  <a:pt x="651" y="428"/>
                  <a:pt x="605" y="428"/>
                </a:cubicBezTo>
                <a:cubicBezTo>
                  <a:pt x="558" y="428"/>
                  <a:pt x="524" y="465"/>
                  <a:pt x="526" y="515"/>
                </a:cubicBezTo>
                <a:cubicBezTo>
                  <a:pt x="526" y="523"/>
                  <a:pt x="524" y="526"/>
                  <a:pt x="517" y="530"/>
                </a:cubicBezTo>
                <a:cubicBezTo>
                  <a:pt x="495" y="542"/>
                  <a:pt x="473" y="555"/>
                  <a:pt x="451" y="568"/>
                </a:cubicBezTo>
                <a:cubicBezTo>
                  <a:pt x="442" y="573"/>
                  <a:pt x="437" y="572"/>
                  <a:pt x="429" y="567"/>
                </a:cubicBezTo>
                <a:cubicBezTo>
                  <a:pt x="400" y="548"/>
                  <a:pt x="370" y="548"/>
                  <a:pt x="342" y="566"/>
                </a:cubicBezTo>
                <a:cubicBezTo>
                  <a:pt x="314" y="583"/>
                  <a:pt x="301" y="610"/>
                  <a:pt x="306" y="642"/>
                </a:cubicBezTo>
                <a:cubicBezTo>
                  <a:pt x="311" y="687"/>
                  <a:pt x="349" y="716"/>
                  <a:pt x="394" y="712"/>
                </a:cubicBezTo>
                <a:cubicBezTo>
                  <a:pt x="435" y="708"/>
                  <a:pt x="466" y="672"/>
                  <a:pt x="464" y="628"/>
                </a:cubicBezTo>
                <a:cubicBezTo>
                  <a:pt x="464" y="621"/>
                  <a:pt x="463" y="615"/>
                  <a:pt x="471" y="611"/>
                </a:cubicBezTo>
                <a:cubicBezTo>
                  <a:pt x="495" y="598"/>
                  <a:pt x="519" y="585"/>
                  <a:pt x="542" y="571"/>
                </a:cubicBezTo>
                <a:cubicBezTo>
                  <a:pt x="548" y="567"/>
                  <a:pt x="552" y="568"/>
                  <a:pt x="558" y="572"/>
                </a:cubicBezTo>
                <a:cubicBezTo>
                  <a:pt x="589" y="593"/>
                  <a:pt x="620" y="593"/>
                  <a:pt x="651" y="572"/>
                </a:cubicBezTo>
                <a:cubicBezTo>
                  <a:pt x="658" y="568"/>
                  <a:pt x="662" y="568"/>
                  <a:pt x="669" y="571"/>
                </a:cubicBezTo>
                <a:cubicBezTo>
                  <a:pt x="689" y="583"/>
                  <a:pt x="710" y="595"/>
                  <a:pt x="731" y="607"/>
                </a:cubicBezTo>
                <a:cubicBezTo>
                  <a:pt x="741" y="612"/>
                  <a:pt x="750" y="618"/>
                  <a:pt x="746" y="631"/>
                </a:cubicBezTo>
                <a:cubicBezTo>
                  <a:pt x="745" y="665"/>
                  <a:pt x="765" y="695"/>
                  <a:pt x="796" y="707"/>
                </a:cubicBezTo>
                <a:cubicBezTo>
                  <a:pt x="826" y="719"/>
                  <a:pt x="862" y="711"/>
                  <a:pt x="884" y="687"/>
                </a:cubicBezTo>
                <a:cubicBezTo>
                  <a:pt x="907" y="662"/>
                  <a:pt x="912" y="625"/>
                  <a:pt x="895" y="595"/>
                </a:cubicBezTo>
                <a:cubicBezTo>
                  <a:pt x="892" y="588"/>
                  <a:pt x="889" y="584"/>
                  <a:pt x="895" y="576"/>
                </a:cubicBezTo>
                <a:cubicBezTo>
                  <a:pt x="935" y="521"/>
                  <a:pt x="975" y="465"/>
                  <a:pt x="1014" y="410"/>
                </a:cubicBezTo>
                <a:close/>
                <a:moveTo>
                  <a:pt x="1045" y="293"/>
                </a:moveTo>
                <a:cubicBezTo>
                  <a:pt x="1062" y="293"/>
                  <a:pt x="1078" y="308"/>
                  <a:pt x="1077" y="326"/>
                </a:cubicBezTo>
                <a:cubicBezTo>
                  <a:pt x="1077" y="343"/>
                  <a:pt x="1062" y="357"/>
                  <a:pt x="1045" y="357"/>
                </a:cubicBezTo>
                <a:cubicBezTo>
                  <a:pt x="1028" y="357"/>
                  <a:pt x="1014" y="342"/>
                  <a:pt x="1014" y="325"/>
                </a:cubicBezTo>
                <a:cubicBezTo>
                  <a:pt x="1014" y="308"/>
                  <a:pt x="1028" y="293"/>
                  <a:pt x="1045" y="293"/>
                </a:cubicBezTo>
                <a:close/>
                <a:moveTo>
                  <a:pt x="386" y="664"/>
                </a:moveTo>
                <a:cubicBezTo>
                  <a:pt x="368" y="665"/>
                  <a:pt x="353" y="650"/>
                  <a:pt x="353" y="633"/>
                </a:cubicBezTo>
                <a:cubicBezTo>
                  <a:pt x="353" y="616"/>
                  <a:pt x="368" y="601"/>
                  <a:pt x="384" y="601"/>
                </a:cubicBezTo>
                <a:cubicBezTo>
                  <a:pt x="401" y="601"/>
                  <a:pt x="416" y="615"/>
                  <a:pt x="416" y="632"/>
                </a:cubicBezTo>
                <a:cubicBezTo>
                  <a:pt x="417" y="649"/>
                  <a:pt x="403" y="664"/>
                  <a:pt x="386" y="664"/>
                </a:cubicBezTo>
                <a:close/>
                <a:moveTo>
                  <a:pt x="605" y="539"/>
                </a:moveTo>
                <a:cubicBezTo>
                  <a:pt x="587" y="539"/>
                  <a:pt x="572" y="524"/>
                  <a:pt x="573" y="506"/>
                </a:cubicBezTo>
                <a:cubicBezTo>
                  <a:pt x="574" y="489"/>
                  <a:pt x="590" y="475"/>
                  <a:pt x="606" y="476"/>
                </a:cubicBezTo>
                <a:cubicBezTo>
                  <a:pt x="623" y="477"/>
                  <a:pt x="637" y="492"/>
                  <a:pt x="637" y="508"/>
                </a:cubicBezTo>
                <a:cubicBezTo>
                  <a:pt x="636" y="525"/>
                  <a:pt x="622" y="539"/>
                  <a:pt x="605" y="539"/>
                </a:cubicBezTo>
                <a:close/>
                <a:moveTo>
                  <a:pt x="824" y="664"/>
                </a:moveTo>
                <a:cubicBezTo>
                  <a:pt x="807" y="664"/>
                  <a:pt x="793" y="650"/>
                  <a:pt x="794" y="632"/>
                </a:cubicBezTo>
                <a:cubicBezTo>
                  <a:pt x="794" y="615"/>
                  <a:pt x="809" y="601"/>
                  <a:pt x="825" y="601"/>
                </a:cubicBezTo>
                <a:cubicBezTo>
                  <a:pt x="842" y="601"/>
                  <a:pt x="857" y="616"/>
                  <a:pt x="857" y="632"/>
                </a:cubicBezTo>
                <a:cubicBezTo>
                  <a:pt x="857" y="650"/>
                  <a:pt x="842" y="665"/>
                  <a:pt x="824" y="664"/>
                </a:cubicBezTo>
                <a:close/>
                <a:moveTo>
                  <a:pt x="285" y="155"/>
                </a:moveTo>
                <a:cubicBezTo>
                  <a:pt x="289" y="155"/>
                  <a:pt x="293" y="155"/>
                  <a:pt x="296" y="155"/>
                </a:cubicBezTo>
                <a:cubicBezTo>
                  <a:pt x="648" y="155"/>
                  <a:pt x="999" y="155"/>
                  <a:pt x="1350" y="155"/>
                </a:cubicBezTo>
                <a:cubicBezTo>
                  <a:pt x="1376" y="155"/>
                  <a:pt x="1382" y="161"/>
                  <a:pt x="1382" y="187"/>
                </a:cubicBezTo>
                <a:cubicBezTo>
                  <a:pt x="1382" y="255"/>
                  <a:pt x="1382" y="323"/>
                  <a:pt x="1382" y="391"/>
                </a:cubicBezTo>
                <a:cubicBezTo>
                  <a:pt x="1382" y="396"/>
                  <a:pt x="1382" y="401"/>
                  <a:pt x="1383" y="407"/>
                </a:cubicBezTo>
                <a:cubicBezTo>
                  <a:pt x="1384" y="419"/>
                  <a:pt x="1392" y="426"/>
                  <a:pt x="1404" y="427"/>
                </a:cubicBezTo>
                <a:cubicBezTo>
                  <a:pt x="1416" y="428"/>
                  <a:pt x="1424" y="423"/>
                  <a:pt x="1428" y="411"/>
                </a:cubicBezTo>
                <a:cubicBezTo>
                  <a:pt x="1430" y="406"/>
                  <a:pt x="1430" y="399"/>
                  <a:pt x="1430" y="394"/>
                </a:cubicBezTo>
                <a:cubicBezTo>
                  <a:pt x="1430" y="324"/>
                  <a:pt x="1430" y="254"/>
                  <a:pt x="1430" y="184"/>
                </a:cubicBezTo>
                <a:cubicBezTo>
                  <a:pt x="1430" y="135"/>
                  <a:pt x="1402" y="108"/>
                  <a:pt x="1354" y="107"/>
                </a:cubicBezTo>
                <a:cubicBezTo>
                  <a:pt x="1302" y="107"/>
                  <a:pt x="1251" y="107"/>
                  <a:pt x="1199" y="107"/>
                </a:cubicBezTo>
                <a:cubicBezTo>
                  <a:pt x="1086" y="107"/>
                  <a:pt x="974" y="107"/>
                  <a:pt x="861" y="108"/>
                </a:cubicBezTo>
                <a:cubicBezTo>
                  <a:pt x="851" y="108"/>
                  <a:pt x="847" y="106"/>
                  <a:pt x="848" y="95"/>
                </a:cubicBezTo>
                <a:cubicBezTo>
                  <a:pt x="849" y="83"/>
                  <a:pt x="849" y="70"/>
                  <a:pt x="848" y="58"/>
                </a:cubicBezTo>
                <a:cubicBezTo>
                  <a:pt x="847" y="27"/>
                  <a:pt x="824" y="2"/>
                  <a:pt x="794" y="1"/>
                </a:cubicBezTo>
                <a:cubicBezTo>
                  <a:pt x="741" y="0"/>
                  <a:pt x="688" y="0"/>
                  <a:pt x="635" y="2"/>
                </a:cubicBezTo>
                <a:cubicBezTo>
                  <a:pt x="606" y="2"/>
                  <a:pt x="584" y="27"/>
                  <a:pt x="583" y="56"/>
                </a:cubicBezTo>
                <a:cubicBezTo>
                  <a:pt x="582" y="69"/>
                  <a:pt x="582" y="82"/>
                  <a:pt x="582" y="94"/>
                </a:cubicBezTo>
                <a:cubicBezTo>
                  <a:pt x="583" y="105"/>
                  <a:pt x="580" y="108"/>
                  <a:pt x="569" y="108"/>
                </a:cubicBezTo>
                <a:cubicBezTo>
                  <a:pt x="522" y="107"/>
                  <a:pt x="474" y="107"/>
                  <a:pt x="427" y="107"/>
                </a:cubicBezTo>
                <a:cubicBezTo>
                  <a:pt x="379" y="107"/>
                  <a:pt x="332" y="107"/>
                  <a:pt x="285" y="107"/>
                </a:cubicBezTo>
                <a:cubicBezTo>
                  <a:pt x="265" y="108"/>
                  <a:pt x="253" y="117"/>
                  <a:pt x="253" y="132"/>
                </a:cubicBezTo>
                <a:cubicBezTo>
                  <a:pt x="254" y="147"/>
                  <a:pt x="265" y="155"/>
                  <a:pt x="285" y="155"/>
                </a:cubicBezTo>
                <a:close/>
                <a:moveTo>
                  <a:pt x="676" y="48"/>
                </a:moveTo>
                <a:cubicBezTo>
                  <a:pt x="711" y="48"/>
                  <a:pt x="745" y="48"/>
                  <a:pt x="779" y="48"/>
                </a:cubicBezTo>
                <a:cubicBezTo>
                  <a:pt x="798" y="48"/>
                  <a:pt x="800" y="51"/>
                  <a:pt x="800" y="69"/>
                </a:cubicBezTo>
                <a:cubicBezTo>
                  <a:pt x="800" y="81"/>
                  <a:pt x="804" y="97"/>
                  <a:pt x="798" y="105"/>
                </a:cubicBezTo>
                <a:cubicBezTo>
                  <a:pt x="791" y="113"/>
                  <a:pt x="774" y="107"/>
                  <a:pt x="762" y="107"/>
                </a:cubicBezTo>
                <a:cubicBezTo>
                  <a:pt x="746" y="108"/>
                  <a:pt x="731" y="107"/>
                  <a:pt x="715" y="107"/>
                </a:cubicBezTo>
                <a:cubicBezTo>
                  <a:pt x="691" y="107"/>
                  <a:pt x="667" y="107"/>
                  <a:pt x="642" y="108"/>
                </a:cubicBezTo>
                <a:cubicBezTo>
                  <a:pt x="632" y="108"/>
                  <a:pt x="630" y="105"/>
                  <a:pt x="630" y="95"/>
                </a:cubicBezTo>
                <a:cubicBezTo>
                  <a:pt x="631" y="42"/>
                  <a:pt x="623" y="49"/>
                  <a:pt x="676" y="48"/>
                </a:cubicBezTo>
                <a:close/>
                <a:moveTo>
                  <a:pt x="532" y="1063"/>
                </a:moveTo>
                <a:cubicBezTo>
                  <a:pt x="532" y="1087"/>
                  <a:pt x="540" y="1096"/>
                  <a:pt x="564" y="1096"/>
                </a:cubicBezTo>
                <a:cubicBezTo>
                  <a:pt x="591" y="1096"/>
                  <a:pt x="619" y="1096"/>
                  <a:pt x="646" y="1096"/>
                </a:cubicBezTo>
                <a:cubicBezTo>
                  <a:pt x="669" y="1096"/>
                  <a:pt x="678" y="1087"/>
                  <a:pt x="678" y="1064"/>
                </a:cubicBezTo>
                <a:cubicBezTo>
                  <a:pt x="678" y="957"/>
                  <a:pt x="678" y="851"/>
                  <a:pt x="678" y="744"/>
                </a:cubicBezTo>
                <a:cubicBezTo>
                  <a:pt x="678" y="721"/>
                  <a:pt x="669" y="713"/>
                  <a:pt x="645" y="713"/>
                </a:cubicBezTo>
                <a:cubicBezTo>
                  <a:pt x="619" y="712"/>
                  <a:pt x="592" y="712"/>
                  <a:pt x="566" y="713"/>
                </a:cubicBezTo>
                <a:cubicBezTo>
                  <a:pt x="540" y="713"/>
                  <a:pt x="532" y="721"/>
                  <a:pt x="532" y="746"/>
                </a:cubicBezTo>
                <a:cubicBezTo>
                  <a:pt x="532" y="799"/>
                  <a:pt x="532" y="852"/>
                  <a:pt x="532" y="904"/>
                </a:cubicBezTo>
                <a:cubicBezTo>
                  <a:pt x="532" y="957"/>
                  <a:pt x="532" y="1010"/>
                  <a:pt x="532" y="1063"/>
                </a:cubicBezTo>
                <a:close/>
                <a:moveTo>
                  <a:pt x="592" y="760"/>
                </a:moveTo>
                <a:cubicBezTo>
                  <a:pt x="630" y="760"/>
                  <a:pt x="630" y="760"/>
                  <a:pt x="630" y="797"/>
                </a:cubicBezTo>
                <a:cubicBezTo>
                  <a:pt x="630" y="876"/>
                  <a:pt x="630" y="954"/>
                  <a:pt x="630" y="1032"/>
                </a:cubicBezTo>
                <a:cubicBezTo>
                  <a:pt x="630" y="1045"/>
                  <a:pt x="627" y="1048"/>
                  <a:pt x="614" y="1048"/>
                </a:cubicBezTo>
                <a:cubicBezTo>
                  <a:pt x="580" y="1047"/>
                  <a:pt x="580" y="1048"/>
                  <a:pt x="580" y="1013"/>
                </a:cubicBezTo>
                <a:cubicBezTo>
                  <a:pt x="580" y="904"/>
                  <a:pt x="580" y="904"/>
                  <a:pt x="580" y="904"/>
                </a:cubicBezTo>
                <a:cubicBezTo>
                  <a:pt x="580" y="860"/>
                  <a:pt x="580" y="817"/>
                  <a:pt x="580" y="773"/>
                </a:cubicBezTo>
                <a:cubicBezTo>
                  <a:pt x="580" y="763"/>
                  <a:pt x="582" y="760"/>
                  <a:pt x="592" y="760"/>
                </a:cubicBezTo>
                <a:close/>
                <a:moveTo>
                  <a:pt x="898" y="865"/>
                </a:moveTo>
                <a:cubicBezTo>
                  <a:pt x="898" y="844"/>
                  <a:pt x="889" y="836"/>
                  <a:pt x="868" y="836"/>
                </a:cubicBezTo>
                <a:cubicBezTo>
                  <a:pt x="840" y="835"/>
                  <a:pt x="811" y="835"/>
                  <a:pt x="782" y="836"/>
                </a:cubicBezTo>
                <a:cubicBezTo>
                  <a:pt x="761" y="836"/>
                  <a:pt x="752" y="845"/>
                  <a:pt x="752" y="866"/>
                </a:cubicBezTo>
                <a:cubicBezTo>
                  <a:pt x="752" y="932"/>
                  <a:pt x="752" y="999"/>
                  <a:pt x="752" y="1065"/>
                </a:cubicBezTo>
                <a:cubicBezTo>
                  <a:pt x="752" y="1087"/>
                  <a:pt x="761" y="1096"/>
                  <a:pt x="783" y="1096"/>
                </a:cubicBezTo>
                <a:cubicBezTo>
                  <a:pt x="811" y="1096"/>
                  <a:pt x="838" y="1096"/>
                  <a:pt x="865" y="1096"/>
                </a:cubicBezTo>
                <a:cubicBezTo>
                  <a:pt x="890" y="1096"/>
                  <a:pt x="898" y="1088"/>
                  <a:pt x="898" y="1063"/>
                </a:cubicBezTo>
                <a:cubicBezTo>
                  <a:pt x="898" y="1031"/>
                  <a:pt x="898" y="998"/>
                  <a:pt x="898" y="966"/>
                </a:cubicBezTo>
                <a:cubicBezTo>
                  <a:pt x="898" y="932"/>
                  <a:pt x="898" y="899"/>
                  <a:pt x="898" y="865"/>
                </a:cubicBezTo>
                <a:close/>
                <a:moveTo>
                  <a:pt x="837" y="1048"/>
                </a:moveTo>
                <a:cubicBezTo>
                  <a:pt x="800" y="1048"/>
                  <a:pt x="800" y="1049"/>
                  <a:pt x="800" y="1011"/>
                </a:cubicBezTo>
                <a:cubicBezTo>
                  <a:pt x="800" y="965"/>
                  <a:pt x="800" y="965"/>
                  <a:pt x="800" y="965"/>
                </a:cubicBezTo>
                <a:cubicBezTo>
                  <a:pt x="800" y="942"/>
                  <a:pt x="801" y="919"/>
                  <a:pt x="800" y="896"/>
                </a:cubicBezTo>
                <a:cubicBezTo>
                  <a:pt x="800" y="887"/>
                  <a:pt x="801" y="883"/>
                  <a:pt x="812" y="883"/>
                </a:cubicBezTo>
                <a:cubicBezTo>
                  <a:pt x="850" y="883"/>
                  <a:pt x="850" y="882"/>
                  <a:pt x="850" y="921"/>
                </a:cubicBezTo>
                <a:cubicBezTo>
                  <a:pt x="850" y="959"/>
                  <a:pt x="850" y="997"/>
                  <a:pt x="850" y="1034"/>
                </a:cubicBezTo>
                <a:cubicBezTo>
                  <a:pt x="850" y="1044"/>
                  <a:pt x="849" y="1048"/>
                  <a:pt x="837" y="1048"/>
                </a:cubicBezTo>
                <a:close/>
                <a:moveTo>
                  <a:pt x="458" y="866"/>
                </a:moveTo>
                <a:cubicBezTo>
                  <a:pt x="457" y="844"/>
                  <a:pt x="449" y="836"/>
                  <a:pt x="427" y="836"/>
                </a:cubicBezTo>
                <a:cubicBezTo>
                  <a:pt x="399" y="835"/>
                  <a:pt x="370" y="835"/>
                  <a:pt x="341" y="836"/>
                </a:cubicBezTo>
                <a:cubicBezTo>
                  <a:pt x="321" y="836"/>
                  <a:pt x="312" y="844"/>
                  <a:pt x="312" y="864"/>
                </a:cubicBezTo>
                <a:cubicBezTo>
                  <a:pt x="311" y="931"/>
                  <a:pt x="311" y="999"/>
                  <a:pt x="312" y="1067"/>
                </a:cubicBezTo>
                <a:cubicBezTo>
                  <a:pt x="312" y="1087"/>
                  <a:pt x="321" y="1096"/>
                  <a:pt x="342" y="1096"/>
                </a:cubicBezTo>
                <a:cubicBezTo>
                  <a:pt x="370" y="1096"/>
                  <a:pt x="398" y="1096"/>
                  <a:pt x="427" y="1096"/>
                </a:cubicBezTo>
                <a:cubicBezTo>
                  <a:pt x="449" y="1096"/>
                  <a:pt x="457" y="1087"/>
                  <a:pt x="458" y="1064"/>
                </a:cubicBezTo>
                <a:cubicBezTo>
                  <a:pt x="458" y="1032"/>
                  <a:pt x="458" y="999"/>
                  <a:pt x="458" y="967"/>
                </a:cubicBezTo>
                <a:cubicBezTo>
                  <a:pt x="458" y="933"/>
                  <a:pt x="458" y="900"/>
                  <a:pt x="458" y="866"/>
                </a:cubicBezTo>
                <a:close/>
                <a:moveTo>
                  <a:pt x="399" y="1048"/>
                </a:moveTo>
                <a:cubicBezTo>
                  <a:pt x="360" y="1049"/>
                  <a:pt x="360" y="1050"/>
                  <a:pt x="360" y="1010"/>
                </a:cubicBezTo>
                <a:cubicBezTo>
                  <a:pt x="360" y="972"/>
                  <a:pt x="360" y="934"/>
                  <a:pt x="360" y="895"/>
                </a:cubicBezTo>
                <a:cubicBezTo>
                  <a:pt x="359" y="887"/>
                  <a:pt x="361" y="884"/>
                  <a:pt x="371" y="883"/>
                </a:cubicBezTo>
                <a:cubicBezTo>
                  <a:pt x="410" y="882"/>
                  <a:pt x="410" y="882"/>
                  <a:pt x="410" y="920"/>
                </a:cubicBezTo>
                <a:cubicBezTo>
                  <a:pt x="410" y="967"/>
                  <a:pt x="410" y="967"/>
                  <a:pt x="410" y="967"/>
                </a:cubicBezTo>
                <a:cubicBezTo>
                  <a:pt x="410" y="990"/>
                  <a:pt x="409" y="1013"/>
                  <a:pt x="410" y="1037"/>
                </a:cubicBezTo>
                <a:cubicBezTo>
                  <a:pt x="410" y="1045"/>
                  <a:pt x="408" y="1048"/>
                  <a:pt x="399" y="1048"/>
                </a:cubicBezTo>
                <a:close/>
                <a:moveTo>
                  <a:pt x="1021" y="1009"/>
                </a:moveTo>
                <a:cubicBezTo>
                  <a:pt x="1021" y="1007"/>
                  <a:pt x="1021" y="1006"/>
                  <a:pt x="1021" y="1004"/>
                </a:cubicBezTo>
                <a:cubicBezTo>
                  <a:pt x="1020" y="988"/>
                  <a:pt x="1011" y="978"/>
                  <a:pt x="997" y="978"/>
                </a:cubicBezTo>
                <a:cubicBezTo>
                  <a:pt x="983" y="977"/>
                  <a:pt x="973" y="988"/>
                  <a:pt x="973" y="1005"/>
                </a:cubicBezTo>
                <a:cubicBezTo>
                  <a:pt x="973" y="1026"/>
                  <a:pt x="973" y="1047"/>
                  <a:pt x="973" y="1068"/>
                </a:cubicBezTo>
                <a:cubicBezTo>
                  <a:pt x="973" y="1086"/>
                  <a:pt x="982" y="1095"/>
                  <a:pt x="1000" y="1096"/>
                </a:cubicBezTo>
                <a:cubicBezTo>
                  <a:pt x="1015" y="1096"/>
                  <a:pt x="1030" y="1096"/>
                  <a:pt x="1045" y="1096"/>
                </a:cubicBezTo>
                <a:cubicBezTo>
                  <a:pt x="1045" y="1096"/>
                  <a:pt x="1045" y="1096"/>
                  <a:pt x="1045" y="1096"/>
                </a:cubicBezTo>
                <a:cubicBezTo>
                  <a:pt x="1062" y="1096"/>
                  <a:pt x="1078" y="1096"/>
                  <a:pt x="1095" y="1095"/>
                </a:cubicBezTo>
                <a:cubicBezTo>
                  <a:pt x="1110" y="1094"/>
                  <a:pt x="1118" y="1084"/>
                  <a:pt x="1118" y="1070"/>
                </a:cubicBezTo>
                <a:cubicBezTo>
                  <a:pt x="1117" y="1057"/>
                  <a:pt x="1107" y="1049"/>
                  <a:pt x="1093" y="1048"/>
                </a:cubicBezTo>
                <a:cubicBezTo>
                  <a:pt x="1082" y="1047"/>
                  <a:pt x="1072" y="1048"/>
                  <a:pt x="1061" y="1048"/>
                </a:cubicBezTo>
                <a:cubicBezTo>
                  <a:pt x="1048" y="1048"/>
                  <a:pt x="1032" y="1052"/>
                  <a:pt x="1024" y="1046"/>
                </a:cubicBezTo>
                <a:cubicBezTo>
                  <a:pt x="1015" y="1039"/>
                  <a:pt x="1022" y="1022"/>
                  <a:pt x="1021" y="1009"/>
                </a:cubicBezTo>
                <a:close/>
                <a:moveTo>
                  <a:pt x="1467" y="661"/>
                </a:moveTo>
                <a:cubicBezTo>
                  <a:pt x="1460" y="647"/>
                  <a:pt x="1448" y="642"/>
                  <a:pt x="1436" y="646"/>
                </a:cubicBezTo>
                <a:cubicBezTo>
                  <a:pt x="1423" y="651"/>
                  <a:pt x="1418" y="664"/>
                  <a:pt x="1423" y="679"/>
                </a:cubicBezTo>
                <a:cubicBezTo>
                  <a:pt x="1425" y="686"/>
                  <a:pt x="1428" y="692"/>
                  <a:pt x="1430" y="699"/>
                </a:cubicBezTo>
                <a:cubicBezTo>
                  <a:pt x="1436" y="718"/>
                  <a:pt x="1440" y="738"/>
                  <a:pt x="1439" y="758"/>
                </a:cubicBezTo>
                <a:cubicBezTo>
                  <a:pt x="1434" y="868"/>
                  <a:pt x="1345" y="946"/>
                  <a:pt x="1238" y="933"/>
                </a:cubicBezTo>
                <a:cubicBezTo>
                  <a:pt x="1146" y="923"/>
                  <a:pt x="1076" y="842"/>
                  <a:pt x="1080" y="750"/>
                </a:cubicBezTo>
                <a:cubicBezTo>
                  <a:pt x="1084" y="654"/>
                  <a:pt x="1160" y="578"/>
                  <a:pt x="1254" y="576"/>
                </a:cubicBezTo>
                <a:cubicBezTo>
                  <a:pt x="1296" y="575"/>
                  <a:pt x="1333" y="587"/>
                  <a:pt x="1367" y="610"/>
                </a:cubicBezTo>
                <a:cubicBezTo>
                  <a:pt x="1381" y="620"/>
                  <a:pt x="1394" y="618"/>
                  <a:pt x="1402" y="606"/>
                </a:cubicBezTo>
                <a:cubicBezTo>
                  <a:pt x="1410" y="595"/>
                  <a:pt x="1407" y="581"/>
                  <a:pt x="1394" y="572"/>
                </a:cubicBezTo>
                <a:cubicBezTo>
                  <a:pt x="1337" y="531"/>
                  <a:pt x="1274" y="517"/>
                  <a:pt x="1206" y="534"/>
                </a:cubicBezTo>
                <a:cubicBezTo>
                  <a:pt x="1084" y="564"/>
                  <a:pt x="1011" y="682"/>
                  <a:pt x="1037" y="806"/>
                </a:cubicBezTo>
                <a:cubicBezTo>
                  <a:pt x="1062" y="924"/>
                  <a:pt x="1184" y="1003"/>
                  <a:pt x="1302" y="979"/>
                </a:cubicBezTo>
                <a:cubicBezTo>
                  <a:pt x="1409" y="956"/>
                  <a:pt x="1481" y="873"/>
                  <a:pt x="1487" y="764"/>
                </a:cubicBezTo>
                <a:cubicBezTo>
                  <a:pt x="1489" y="728"/>
                  <a:pt x="1482" y="694"/>
                  <a:pt x="1467" y="661"/>
                </a:cubicBez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endParaRPr lang="en-US"/>
          </a:p>
        </p:txBody>
      </p:sp>
      <p:sp>
        <p:nvSpPr>
          <p:cNvPr id="22" name="Freeform 42">
            <a:extLst>
              <a:ext uri="{FF2B5EF4-FFF2-40B4-BE49-F238E27FC236}">
                <a16:creationId xmlns:a16="http://schemas.microsoft.com/office/drawing/2014/main" id="{901F82A4-689A-9DA2-6F3A-0463AE594BA6}"/>
              </a:ext>
            </a:extLst>
          </p:cNvPr>
          <p:cNvSpPr>
            <a:spLocks noChangeAspect="1" noEditPoints="1"/>
          </p:cNvSpPr>
          <p:nvPr/>
        </p:nvSpPr>
        <p:spPr bwMode="auto">
          <a:xfrm>
            <a:off x="2098817" y="2902060"/>
            <a:ext cx="435479" cy="553212"/>
          </a:xfrm>
          <a:custGeom>
            <a:avLst/>
            <a:gdLst>
              <a:gd name="T0" fmla="*/ 91 w 97"/>
              <a:gd name="T1" fmla="*/ 0 h 123"/>
              <a:gd name="T2" fmla="*/ 64 w 97"/>
              <a:gd name="T3" fmla="*/ 10 h 123"/>
              <a:gd name="T4" fmla="*/ 64 w 97"/>
              <a:gd name="T5" fmla="*/ 14 h 123"/>
              <a:gd name="T6" fmla="*/ 2 w 97"/>
              <a:gd name="T7" fmla="*/ 58 h 123"/>
              <a:gd name="T8" fmla="*/ 2 w 97"/>
              <a:gd name="T9" fmla="*/ 63 h 123"/>
              <a:gd name="T10" fmla="*/ 86 w 97"/>
              <a:gd name="T11" fmla="*/ 27 h 123"/>
              <a:gd name="T12" fmla="*/ 96 w 97"/>
              <a:gd name="T13" fmla="*/ 31 h 123"/>
              <a:gd name="T14" fmla="*/ 92 w 97"/>
              <a:gd name="T15" fmla="*/ 2 h 123"/>
              <a:gd name="T16" fmla="*/ 85 w 97"/>
              <a:gd name="T17" fmla="*/ 22 h 123"/>
              <a:gd name="T18" fmla="*/ 23 w 97"/>
              <a:gd name="T19" fmla="*/ 61 h 123"/>
              <a:gd name="T20" fmla="*/ 75 w 97"/>
              <a:gd name="T21" fmla="*/ 15 h 123"/>
              <a:gd name="T22" fmla="*/ 88 w 97"/>
              <a:gd name="T23" fmla="*/ 5 h 123"/>
              <a:gd name="T24" fmla="*/ 86 w 97"/>
              <a:gd name="T25" fmla="*/ 22 h 123"/>
              <a:gd name="T26" fmla="*/ 10 w 97"/>
              <a:gd name="T27" fmla="*/ 87 h 123"/>
              <a:gd name="T28" fmla="*/ 2 w 97"/>
              <a:gd name="T29" fmla="*/ 114 h 123"/>
              <a:gd name="T30" fmla="*/ 20 w 97"/>
              <a:gd name="T31" fmla="*/ 123 h 123"/>
              <a:gd name="T32" fmla="*/ 28 w 97"/>
              <a:gd name="T33" fmla="*/ 97 h 123"/>
              <a:gd name="T34" fmla="*/ 24 w 97"/>
              <a:gd name="T35" fmla="*/ 114 h 123"/>
              <a:gd name="T36" fmla="*/ 10 w 97"/>
              <a:gd name="T37" fmla="*/ 119 h 123"/>
              <a:gd name="T38" fmla="*/ 6 w 97"/>
              <a:gd name="T39" fmla="*/ 97 h 123"/>
              <a:gd name="T40" fmla="*/ 20 w 97"/>
              <a:gd name="T41" fmla="*/ 92 h 123"/>
              <a:gd name="T42" fmla="*/ 24 w 97"/>
              <a:gd name="T43" fmla="*/ 114 h 123"/>
              <a:gd name="T44" fmla="*/ 42 w 97"/>
              <a:gd name="T45" fmla="*/ 71 h 123"/>
              <a:gd name="T46" fmla="*/ 34 w 97"/>
              <a:gd name="T47" fmla="*/ 114 h 123"/>
              <a:gd name="T48" fmla="*/ 52 w 97"/>
              <a:gd name="T49" fmla="*/ 123 h 123"/>
              <a:gd name="T50" fmla="*/ 60 w 97"/>
              <a:gd name="T51" fmla="*/ 81 h 123"/>
              <a:gd name="T52" fmla="*/ 56 w 97"/>
              <a:gd name="T53" fmla="*/ 114 h 123"/>
              <a:gd name="T54" fmla="*/ 42 w 97"/>
              <a:gd name="T55" fmla="*/ 119 h 123"/>
              <a:gd name="T56" fmla="*/ 39 w 97"/>
              <a:gd name="T57" fmla="*/ 81 h 123"/>
              <a:gd name="T58" fmla="*/ 52 w 97"/>
              <a:gd name="T59" fmla="*/ 76 h 123"/>
              <a:gd name="T60" fmla="*/ 56 w 97"/>
              <a:gd name="T61" fmla="*/ 114 h 123"/>
              <a:gd name="T62" fmla="*/ 77 w 97"/>
              <a:gd name="T63" fmla="*/ 52 h 123"/>
              <a:gd name="T64" fmla="*/ 69 w 97"/>
              <a:gd name="T65" fmla="*/ 114 h 123"/>
              <a:gd name="T66" fmla="*/ 88 w 97"/>
              <a:gd name="T67" fmla="*/ 123 h 123"/>
              <a:gd name="T68" fmla="*/ 95 w 97"/>
              <a:gd name="T69" fmla="*/ 62 h 123"/>
              <a:gd name="T70" fmla="*/ 91 w 97"/>
              <a:gd name="T71" fmla="*/ 114 h 123"/>
              <a:gd name="T72" fmla="*/ 77 w 97"/>
              <a:gd name="T73" fmla="*/ 119 h 123"/>
              <a:gd name="T74" fmla="*/ 74 w 97"/>
              <a:gd name="T75" fmla="*/ 62 h 123"/>
              <a:gd name="T76" fmla="*/ 88 w 97"/>
              <a:gd name="T77" fmla="*/ 57 h 123"/>
              <a:gd name="T78" fmla="*/ 91 w 97"/>
              <a:gd name="T79" fmla="*/ 114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97" h="123">
                <a:moveTo>
                  <a:pt x="92" y="2"/>
                </a:moveTo>
                <a:cubicBezTo>
                  <a:pt x="92" y="1"/>
                  <a:pt x="91" y="0"/>
                  <a:pt x="91" y="0"/>
                </a:cubicBezTo>
                <a:cubicBezTo>
                  <a:pt x="90" y="0"/>
                  <a:pt x="89" y="0"/>
                  <a:pt x="89" y="0"/>
                </a:cubicBezTo>
                <a:cubicBezTo>
                  <a:pt x="64" y="10"/>
                  <a:pt x="64" y="10"/>
                  <a:pt x="64" y="10"/>
                </a:cubicBezTo>
                <a:cubicBezTo>
                  <a:pt x="63" y="11"/>
                  <a:pt x="63" y="11"/>
                  <a:pt x="63" y="12"/>
                </a:cubicBezTo>
                <a:cubicBezTo>
                  <a:pt x="63" y="13"/>
                  <a:pt x="63" y="14"/>
                  <a:pt x="64" y="14"/>
                </a:cubicBezTo>
                <a:cubicBezTo>
                  <a:pt x="71" y="18"/>
                  <a:pt x="71" y="18"/>
                  <a:pt x="71" y="18"/>
                </a:cubicBezTo>
                <a:cubicBezTo>
                  <a:pt x="52" y="62"/>
                  <a:pt x="4" y="58"/>
                  <a:pt x="2" y="58"/>
                </a:cubicBezTo>
                <a:cubicBezTo>
                  <a:pt x="1" y="58"/>
                  <a:pt x="0" y="59"/>
                  <a:pt x="0" y="60"/>
                </a:cubicBezTo>
                <a:cubicBezTo>
                  <a:pt x="0" y="61"/>
                  <a:pt x="1" y="62"/>
                  <a:pt x="2" y="63"/>
                </a:cubicBezTo>
                <a:cubicBezTo>
                  <a:pt x="10" y="65"/>
                  <a:pt x="18" y="65"/>
                  <a:pt x="25" y="65"/>
                </a:cubicBezTo>
                <a:cubicBezTo>
                  <a:pt x="57" y="65"/>
                  <a:pt x="74" y="47"/>
                  <a:pt x="86" y="27"/>
                </a:cubicBezTo>
                <a:cubicBezTo>
                  <a:pt x="93" y="31"/>
                  <a:pt x="93" y="31"/>
                  <a:pt x="93" y="31"/>
                </a:cubicBezTo>
                <a:cubicBezTo>
                  <a:pt x="94" y="32"/>
                  <a:pt x="95" y="32"/>
                  <a:pt x="96" y="31"/>
                </a:cubicBezTo>
                <a:cubicBezTo>
                  <a:pt x="96" y="31"/>
                  <a:pt x="97" y="30"/>
                  <a:pt x="96" y="29"/>
                </a:cubicBezTo>
                <a:lnTo>
                  <a:pt x="92" y="2"/>
                </a:lnTo>
                <a:close/>
                <a:moveTo>
                  <a:pt x="86" y="22"/>
                </a:moveTo>
                <a:cubicBezTo>
                  <a:pt x="86" y="22"/>
                  <a:pt x="85" y="22"/>
                  <a:pt x="85" y="22"/>
                </a:cubicBezTo>
                <a:cubicBezTo>
                  <a:pt x="84" y="22"/>
                  <a:pt x="83" y="22"/>
                  <a:pt x="83" y="23"/>
                </a:cubicBezTo>
                <a:cubicBezTo>
                  <a:pt x="71" y="43"/>
                  <a:pt x="55" y="61"/>
                  <a:pt x="23" y="61"/>
                </a:cubicBezTo>
                <a:cubicBezTo>
                  <a:pt x="40" y="57"/>
                  <a:pt x="64" y="47"/>
                  <a:pt x="76" y="18"/>
                </a:cubicBezTo>
                <a:cubicBezTo>
                  <a:pt x="77" y="17"/>
                  <a:pt x="76" y="15"/>
                  <a:pt x="75" y="15"/>
                </a:cubicBezTo>
                <a:cubicBezTo>
                  <a:pt x="70" y="13"/>
                  <a:pt x="70" y="13"/>
                  <a:pt x="70" y="13"/>
                </a:cubicBezTo>
                <a:cubicBezTo>
                  <a:pt x="88" y="5"/>
                  <a:pt x="88" y="5"/>
                  <a:pt x="88" y="5"/>
                </a:cubicBezTo>
                <a:cubicBezTo>
                  <a:pt x="91" y="25"/>
                  <a:pt x="91" y="25"/>
                  <a:pt x="91" y="25"/>
                </a:cubicBezTo>
                <a:lnTo>
                  <a:pt x="86" y="22"/>
                </a:lnTo>
                <a:close/>
                <a:moveTo>
                  <a:pt x="20" y="87"/>
                </a:moveTo>
                <a:cubicBezTo>
                  <a:pt x="10" y="87"/>
                  <a:pt x="10" y="87"/>
                  <a:pt x="10" y="87"/>
                </a:cubicBezTo>
                <a:cubicBezTo>
                  <a:pt x="5" y="87"/>
                  <a:pt x="2" y="91"/>
                  <a:pt x="2" y="97"/>
                </a:cubicBezTo>
                <a:cubicBezTo>
                  <a:pt x="2" y="114"/>
                  <a:pt x="2" y="114"/>
                  <a:pt x="2" y="114"/>
                </a:cubicBezTo>
                <a:cubicBezTo>
                  <a:pt x="2" y="119"/>
                  <a:pt x="5" y="123"/>
                  <a:pt x="10" y="123"/>
                </a:cubicBezTo>
                <a:cubicBezTo>
                  <a:pt x="20" y="123"/>
                  <a:pt x="20" y="123"/>
                  <a:pt x="20" y="123"/>
                </a:cubicBezTo>
                <a:cubicBezTo>
                  <a:pt x="25" y="123"/>
                  <a:pt x="28" y="119"/>
                  <a:pt x="28" y="114"/>
                </a:cubicBezTo>
                <a:cubicBezTo>
                  <a:pt x="28" y="97"/>
                  <a:pt x="28" y="97"/>
                  <a:pt x="28" y="97"/>
                </a:cubicBezTo>
                <a:cubicBezTo>
                  <a:pt x="28" y="91"/>
                  <a:pt x="25" y="87"/>
                  <a:pt x="20" y="87"/>
                </a:cubicBezTo>
                <a:close/>
                <a:moveTo>
                  <a:pt x="24" y="114"/>
                </a:moveTo>
                <a:cubicBezTo>
                  <a:pt x="24" y="116"/>
                  <a:pt x="22" y="119"/>
                  <a:pt x="20" y="119"/>
                </a:cubicBezTo>
                <a:cubicBezTo>
                  <a:pt x="10" y="119"/>
                  <a:pt x="10" y="119"/>
                  <a:pt x="10" y="119"/>
                </a:cubicBezTo>
                <a:cubicBezTo>
                  <a:pt x="8" y="119"/>
                  <a:pt x="6" y="116"/>
                  <a:pt x="6" y="114"/>
                </a:cubicBezTo>
                <a:cubicBezTo>
                  <a:pt x="6" y="97"/>
                  <a:pt x="6" y="97"/>
                  <a:pt x="6" y="97"/>
                </a:cubicBezTo>
                <a:cubicBezTo>
                  <a:pt x="6" y="94"/>
                  <a:pt x="8" y="92"/>
                  <a:pt x="10" y="92"/>
                </a:cubicBezTo>
                <a:cubicBezTo>
                  <a:pt x="20" y="92"/>
                  <a:pt x="20" y="92"/>
                  <a:pt x="20" y="92"/>
                </a:cubicBezTo>
                <a:cubicBezTo>
                  <a:pt x="22" y="92"/>
                  <a:pt x="24" y="94"/>
                  <a:pt x="24" y="97"/>
                </a:cubicBezTo>
                <a:lnTo>
                  <a:pt x="24" y="114"/>
                </a:lnTo>
                <a:close/>
                <a:moveTo>
                  <a:pt x="52" y="71"/>
                </a:moveTo>
                <a:cubicBezTo>
                  <a:pt x="42" y="71"/>
                  <a:pt x="42" y="71"/>
                  <a:pt x="42" y="71"/>
                </a:cubicBezTo>
                <a:cubicBezTo>
                  <a:pt x="37" y="71"/>
                  <a:pt x="34" y="75"/>
                  <a:pt x="34" y="81"/>
                </a:cubicBezTo>
                <a:cubicBezTo>
                  <a:pt x="34" y="114"/>
                  <a:pt x="34" y="114"/>
                  <a:pt x="34" y="114"/>
                </a:cubicBezTo>
                <a:cubicBezTo>
                  <a:pt x="34" y="119"/>
                  <a:pt x="37" y="123"/>
                  <a:pt x="42" y="123"/>
                </a:cubicBezTo>
                <a:cubicBezTo>
                  <a:pt x="52" y="123"/>
                  <a:pt x="52" y="123"/>
                  <a:pt x="52" y="123"/>
                </a:cubicBezTo>
                <a:cubicBezTo>
                  <a:pt x="57" y="123"/>
                  <a:pt x="60" y="119"/>
                  <a:pt x="60" y="114"/>
                </a:cubicBezTo>
                <a:cubicBezTo>
                  <a:pt x="60" y="81"/>
                  <a:pt x="60" y="81"/>
                  <a:pt x="60" y="81"/>
                </a:cubicBezTo>
                <a:cubicBezTo>
                  <a:pt x="60" y="75"/>
                  <a:pt x="57" y="71"/>
                  <a:pt x="52" y="71"/>
                </a:cubicBezTo>
                <a:close/>
                <a:moveTo>
                  <a:pt x="56" y="114"/>
                </a:moveTo>
                <a:cubicBezTo>
                  <a:pt x="56" y="116"/>
                  <a:pt x="54" y="119"/>
                  <a:pt x="52" y="119"/>
                </a:cubicBezTo>
                <a:cubicBezTo>
                  <a:pt x="42" y="119"/>
                  <a:pt x="42" y="119"/>
                  <a:pt x="42" y="119"/>
                </a:cubicBezTo>
                <a:cubicBezTo>
                  <a:pt x="40" y="119"/>
                  <a:pt x="39" y="116"/>
                  <a:pt x="39" y="114"/>
                </a:cubicBezTo>
                <a:cubicBezTo>
                  <a:pt x="39" y="81"/>
                  <a:pt x="39" y="81"/>
                  <a:pt x="39" y="81"/>
                </a:cubicBezTo>
                <a:cubicBezTo>
                  <a:pt x="39" y="78"/>
                  <a:pt x="40" y="76"/>
                  <a:pt x="42" y="76"/>
                </a:cubicBezTo>
                <a:cubicBezTo>
                  <a:pt x="52" y="76"/>
                  <a:pt x="52" y="76"/>
                  <a:pt x="52" y="76"/>
                </a:cubicBezTo>
                <a:cubicBezTo>
                  <a:pt x="54" y="76"/>
                  <a:pt x="56" y="78"/>
                  <a:pt x="56" y="81"/>
                </a:cubicBezTo>
                <a:lnTo>
                  <a:pt x="56" y="114"/>
                </a:lnTo>
                <a:close/>
                <a:moveTo>
                  <a:pt x="88" y="52"/>
                </a:moveTo>
                <a:cubicBezTo>
                  <a:pt x="77" y="52"/>
                  <a:pt x="77" y="52"/>
                  <a:pt x="77" y="52"/>
                </a:cubicBezTo>
                <a:cubicBezTo>
                  <a:pt x="73" y="52"/>
                  <a:pt x="69" y="56"/>
                  <a:pt x="69" y="62"/>
                </a:cubicBezTo>
                <a:cubicBezTo>
                  <a:pt x="69" y="114"/>
                  <a:pt x="69" y="114"/>
                  <a:pt x="69" y="114"/>
                </a:cubicBezTo>
                <a:cubicBezTo>
                  <a:pt x="69" y="119"/>
                  <a:pt x="73" y="123"/>
                  <a:pt x="77" y="123"/>
                </a:cubicBezTo>
                <a:cubicBezTo>
                  <a:pt x="88" y="123"/>
                  <a:pt x="88" y="123"/>
                  <a:pt x="88" y="123"/>
                </a:cubicBezTo>
                <a:cubicBezTo>
                  <a:pt x="92" y="123"/>
                  <a:pt x="95" y="119"/>
                  <a:pt x="95" y="114"/>
                </a:cubicBezTo>
                <a:cubicBezTo>
                  <a:pt x="95" y="62"/>
                  <a:pt x="95" y="62"/>
                  <a:pt x="95" y="62"/>
                </a:cubicBezTo>
                <a:cubicBezTo>
                  <a:pt x="95" y="56"/>
                  <a:pt x="92" y="52"/>
                  <a:pt x="88" y="52"/>
                </a:cubicBezTo>
                <a:close/>
                <a:moveTo>
                  <a:pt x="91" y="114"/>
                </a:moveTo>
                <a:cubicBezTo>
                  <a:pt x="91" y="116"/>
                  <a:pt x="89" y="119"/>
                  <a:pt x="88" y="119"/>
                </a:cubicBezTo>
                <a:cubicBezTo>
                  <a:pt x="77" y="119"/>
                  <a:pt x="77" y="119"/>
                  <a:pt x="77" y="119"/>
                </a:cubicBezTo>
                <a:cubicBezTo>
                  <a:pt x="75" y="119"/>
                  <a:pt x="74" y="116"/>
                  <a:pt x="74" y="114"/>
                </a:cubicBezTo>
                <a:cubicBezTo>
                  <a:pt x="74" y="62"/>
                  <a:pt x="74" y="62"/>
                  <a:pt x="74" y="62"/>
                </a:cubicBezTo>
                <a:cubicBezTo>
                  <a:pt x="74" y="59"/>
                  <a:pt x="75" y="57"/>
                  <a:pt x="77" y="57"/>
                </a:cubicBezTo>
                <a:cubicBezTo>
                  <a:pt x="88" y="57"/>
                  <a:pt x="88" y="57"/>
                  <a:pt x="88" y="57"/>
                </a:cubicBezTo>
                <a:cubicBezTo>
                  <a:pt x="89" y="57"/>
                  <a:pt x="91" y="59"/>
                  <a:pt x="91" y="62"/>
                </a:cubicBezTo>
                <a:lnTo>
                  <a:pt x="91" y="114"/>
                </a:ln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endParaRPr lang="en-US"/>
          </a:p>
        </p:txBody>
      </p:sp>
      <p:pic>
        <p:nvPicPr>
          <p:cNvPr id="8" name="Imagen 7">
            <a:extLst>
              <a:ext uri="{FF2B5EF4-FFF2-40B4-BE49-F238E27FC236}">
                <a16:creationId xmlns:a16="http://schemas.microsoft.com/office/drawing/2014/main" id="{7D11364D-513A-B952-6154-C32984EE758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9795" y="6368290"/>
            <a:ext cx="1498186" cy="239305"/>
          </a:xfrm>
          <a:prstGeom prst="rect">
            <a:avLst/>
          </a:prstGeom>
        </p:spPr>
      </p:pic>
      <p:pic>
        <p:nvPicPr>
          <p:cNvPr id="10" name="Imagen 9">
            <a:extLst>
              <a:ext uri="{FF2B5EF4-FFF2-40B4-BE49-F238E27FC236}">
                <a16:creationId xmlns:a16="http://schemas.microsoft.com/office/drawing/2014/main" id="{13DD62F0-1BAC-12C3-BC03-B6C75050110B}"/>
              </a:ext>
            </a:extLst>
          </p:cNvPr>
          <p:cNvPicPr>
            <a:picLocks noChangeAspect="1"/>
          </p:cNvPicPr>
          <p:nvPr/>
        </p:nvPicPr>
        <p:blipFill>
          <a:blip r:embed="rId3"/>
          <a:stretch>
            <a:fillRect/>
          </a:stretch>
        </p:blipFill>
        <p:spPr>
          <a:xfrm>
            <a:off x="10547350" y="6165838"/>
            <a:ext cx="1360142" cy="644208"/>
          </a:xfrm>
          <a:prstGeom prst="rect">
            <a:avLst/>
          </a:prstGeom>
        </p:spPr>
      </p:pic>
    </p:spTree>
    <p:extLst>
      <p:ext uri="{BB962C8B-B14F-4D97-AF65-F5344CB8AC3E}">
        <p14:creationId xmlns:p14="http://schemas.microsoft.com/office/powerpoint/2010/main" val="113506693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5">
            <a:extLst>
              <a:ext uri="{FF2B5EF4-FFF2-40B4-BE49-F238E27FC236}">
                <a16:creationId xmlns:a16="http://schemas.microsoft.com/office/drawing/2014/main" id="{949B8B57-C06E-5BA2-C0C2-170E9646348E}"/>
              </a:ext>
            </a:extLst>
          </p:cNvPr>
          <p:cNvSpPr>
            <a:spLocks/>
          </p:cNvSpPr>
          <p:nvPr/>
        </p:nvSpPr>
        <p:spPr bwMode="auto">
          <a:xfrm>
            <a:off x="5202874" y="1718306"/>
            <a:ext cx="1802929" cy="1577133"/>
          </a:xfrm>
          <a:custGeom>
            <a:avLst/>
            <a:gdLst>
              <a:gd name="T0" fmla="*/ 112 w 863"/>
              <a:gd name="T1" fmla="*/ 462 h 755"/>
              <a:gd name="T2" fmla="*/ 239 w 863"/>
              <a:gd name="T3" fmla="*/ 462 h 755"/>
              <a:gd name="T4" fmla="*/ 239 w 863"/>
              <a:gd name="T5" fmla="*/ 589 h 755"/>
              <a:gd name="T6" fmla="*/ 382 w 863"/>
              <a:gd name="T7" fmla="*/ 732 h 755"/>
              <a:gd name="T8" fmla="*/ 480 w 863"/>
              <a:gd name="T9" fmla="*/ 731 h 755"/>
              <a:gd name="T10" fmla="*/ 845 w 863"/>
              <a:gd name="T11" fmla="*/ 366 h 755"/>
              <a:gd name="T12" fmla="*/ 863 w 863"/>
              <a:gd name="T13" fmla="*/ 351 h 755"/>
              <a:gd name="T14" fmla="*/ 590 w 863"/>
              <a:gd name="T15" fmla="*/ 79 h 755"/>
              <a:gd name="T16" fmla="*/ 409 w 863"/>
              <a:gd name="T17" fmla="*/ 13 h 755"/>
              <a:gd name="T18" fmla="*/ 247 w 863"/>
              <a:gd name="T19" fmla="*/ 101 h 755"/>
              <a:gd name="T20" fmla="*/ 0 w 863"/>
              <a:gd name="T21" fmla="*/ 350 h 755"/>
              <a:gd name="T22" fmla="*/ 5 w 863"/>
              <a:gd name="T23" fmla="*/ 355 h 755"/>
              <a:gd name="T24" fmla="*/ 112 w 863"/>
              <a:gd name="T25" fmla="*/ 462 h 7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63" h="755">
                <a:moveTo>
                  <a:pt x="112" y="462"/>
                </a:moveTo>
                <a:cubicBezTo>
                  <a:pt x="239" y="462"/>
                  <a:pt x="239" y="462"/>
                  <a:pt x="239" y="462"/>
                </a:cubicBezTo>
                <a:cubicBezTo>
                  <a:pt x="239" y="589"/>
                  <a:pt x="239" y="589"/>
                  <a:pt x="239" y="589"/>
                </a:cubicBezTo>
                <a:cubicBezTo>
                  <a:pt x="382" y="732"/>
                  <a:pt x="382" y="732"/>
                  <a:pt x="382" y="732"/>
                </a:cubicBezTo>
                <a:cubicBezTo>
                  <a:pt x="404" y="752"/>
                  <a:pt x="439" y="755"/>
                  <a:pt x="480" y="731"/>
                </a:cubicBezTo>
                <a:cubicBezTo>
                  <a:pt x="845" y="366"/>
                  <a:pt x="845" y="366"/>
                  <a:pt x="845" y="366"/>
                </a:cubicBezTo>
                <a:cubicBezTo>
                  <a:pt x="850" y="360"/>
                  <a:pt x="857" y="355"/>
                  <a:pt x="863" y="351"/>
                </a:cubicBezTo>
                <a:cubicBezTo>
                  <a:pt x="590" y="79"/>
                  <a:pt x="590" y="79"/>
                  <a:pt x="590" y="79"/>
                </a:cubicBezTo>
                <a:cubicBezTo>
                  <a:pt x="506" y="0"/>
                  <a:pt x="409" y="13"/>
                  <a:pt x="409" y="13"/>
                </a:cubicBezTo>
                <a:cubicBezTo>
                  <a:pt x="325" y="14"/>
                  <a:pt x="247" y="101"/>
                  <a:pt x="247" y="101"/>
                </a:cubicBezTo>
                <a:cubicBezTo>
                  <a:pt x="0" y="350"/>
                  <a:pt x="0" y="350"/>
                  <a:pt x="0" y="350"/>
                </a:cubicBezTo>
                <a:cubicBezTo>
                  <a:pt x="2" y="352"/>
                  <a:pt x="3" y="354"/>
                  <a:pt x="5" y="355"/>
                </a:cubicBezTo>
                <a:lnTo>
                  <a:pt x="112" y="462"/>
                </a:lnTo>
                <a:close/>
              </a:path>
            </a:pathLst>
          </a:custGeom>
          <a:solidFill>
            <a:srgbClr val="605FC0"/>
          </a:solidFill>
          <a:ln>
            <a:noFill/>
          </a:ln>
        </p:spPr>
        <p:txBody>
          <a:bodyPr vert="horz" wrap="square" lIns="91440" tIns="45720" rIns="91440" bIns="45720" numCol="1" anchor="t" anchorCtr="0" compatLnSpc="1">
            <a:prstTxWarp prst="textNoShape">
              <a:avLst/>
            </a:prstTxWarp>
          </a:bodyPr>
          <a:lstStyle/>
          <a:p>
            <a:endParaRPr lang="en-US"/>
          </a:p>
        </p:txBody>
      </p:sp>
      <p:sp>
        <p:nvSpPr>
          <p:cNvPr id="3" name="Freeform 6">
            <a:extLst>
              <a:ext uri="{FF2B5EF4-FFF2-40B4-BE49-F238E27FC236}">
                <a16:creationId xmlns:a16="http://schemas.microsoft.com/office/drawing/2014/main" id="{DFD0F6B5-C98E-88DB-2E52-C64B79846145}"/>
              </a:ext>
            </a:extLst>
          </p:cNvPr>
          <p:cNvSpPr>
            <a:spLocks/>
          </p:cNvSpPr>
          <p:nvPr/>
        </p:nvSpPr>
        <p:spPr bwMode="auto">
          <a:xfrm>
            <a:off x="5192042" y="4544999"/>
            <a:ext cx="1813246" cy="1577133"/>
          </a:xfrm>
          <a:custGeom>
            <a:avLst/>
            <a:gdLst>
              <a:gd name="T0" fmla="*/ 735 w 868"/>
              <a:gd name="T1" fmla="*/ 278 h 755"/>
              <a:gd name="T2" fmla="*/ 602 w 868"/>
              <a:gd name="T3" fmla="*/ 278 h 755"/>
              <a:gd name="T4" fmla="*/ 602 w 868"/>
              <a:gd name="T5" fmla="*/ 145 h 755"/>
              <a:gd name="T6" fmla="*/ 484 w 868"/>
              <a:gd name="T7" fmla="*/ 27 h 755"/>
              <a:gd name="T8" fmla="*/ 386 w 868"/>
              <a:gd name="T9" fmla="*/ 18 h 755"/>
              <a:gd name="T10" fmla="*/ 10 w 868"/>
              <a:gd name="T11" fmla="*/ 394 h 755"/>
              <a:gd name="T12" fmla="*/ 0 w 868"/>
              <a:gd name="T13" fmla="*/ 403 h 755"/>
              <a:gd name="T14" fmla="*/ 253 w 868"/>
              <a:gd name="T15" fmla="*/ 655 h 755"/>
              <a:gd name="T16" fmla="*/ 390 w 868"/>
              <a:gd name="T17" fmla="*/ 739 h 755"/>
              <a:gd name="T18" fmla="*/ 616 w 868"/>
              <a:gd name="T19" fmla="*/ 663 h 755"/>
              <a:gd name="T20" fmla="*/ 868 w 868"/>
              <a:gd name="T21" fmla="*/ 410 h 755"/>
              <a:gd name="T22" fmla="*/ 856 w 868"/>
              <a:gd name="T23" fmla="*/ 398 h 755"/>
              <a:gd name="T24" fmla="*/ 735 w 868"/>
              <a:gd name="T25" fmla="*/ 278 h 7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68" h="755">
                <a:moveTo>
                  <a:pt x="735" y="278"/>
                </a:moveTo>
                <a:cubicBezTo>
                  <a:pt x="602" y="278"/>
                  <a:pt x="602" y="278"/>
                  <a:pt x="602" y="278"/>
                </a:cubicBezTo>
                <a:cubicBezTo>
                  <a:pt x="602" y="145"/>
                  <a:pt x="602" y="145"/>
                  <a:pt x="602" y="145"/>
                </a:cubicBezTo>
                <a:cubicBezTo>
                  <a:pt x="484" y="27"/>
                  <a:pt x="484" y="27"/>
                  <a:pt x="484" y="27"/>
                </a:cubicBezTo>
                <a:cubicBezTo>
                  <a:pt x="455" y="4"/>
                  <a:pt x="422" y="0"/>
                  <a:pt x="386" y="18"/>
                </a:cubicBezTo>
                <a:cubicBezTo>
                  <a:pt x="10" y="394"/>
                  <a:pt x="10" y="394"/>
                  <a:pt x="10" y="394"/>
                </a:cubicBezTo>
                <a:cubicBezTo>
                  <a:pt x="7" y="398"/>
                  <a:pt x="4" y="401"/>
                  <a:pt x="0" y="403"/>
                </a:cubicBezTo>
                <a:cubicBezTo>
                  <a:pt x="253" y="655"/>
                  <a:pt x="253" y="655"/>
                  <a:pt x="253" y="655"/>
                </a:cubicBezTo>
                <a:cubicBezTo>
                  <a:pt x="253" y="655"/>
                  <a:pt x="318" y="723"/>
                  <a:pt x="390" y="739"/>
                </a:cubicBezTo>
                <a:cubicBezTo>
                  <a:pt x="462" y="755"/>
                  <a:pt x="556" y="723"/>
                  <a:pt x="616" y="663"/>
                </a:cubicBezTo>
                <a:cubicBezTo>
                  <a:pt x="868" y="410"/>
                  <a:pt x="868" y="410"/>
                  <a:pt x="868" y="410"/>
                </a:cubicBezTo>
                <a:cubicBezTo>
                  <a:pt x="864" y="406"/>
                  <a:pt x="860" y="402"/>
                  <a:pt x="856" y="398"/>
                </a:cubicBezTo>
                <a:lnTo>
                  <a:pt x="735" y="278"/>
                </a:ln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endParaRPr lang="en-US"/>
          </a:p>
        </p:txBody>
      </p:sp>
      <p:sp>
        <p:nvSpPr>
          <p:cNvPr id="4" name="Freeform 7">
            <a:extLst>
              <a:ext uri="{FF2B5EF4-FFF2-40B4-BE49-F238E27FC236}">
                <a16:creationId xmlns:a16="http://schemas.microsoft.com/office/drawing/2014/main" id="{104296DB-EB6E-B97A-A16E-A25ACE71FAAF}"/>
              </a:ext>
            </a:extLst>
          </p:cNvPr>
          <p:cNvSpPr>
            <a:spLocks/>
          </p:cNvSpPr>
          <p:nvPr/>
        </p:nvSpPr>
        <p:spPr bwMode="auto">
          <a:xfrm>
            <a:off x="3899618" y="3014743"/>
            <a:ext cx="1584010" cy="1810954"/>
          </a:xfrm>
          <a:custGeom>
            <a:avLst/>
            <a:gdLst>
              <a:gd name="T0" fmla="*/ 482 w 758"/>
              <a:gd name="T1" fmla="*/ 733 h 867"/>
              <a:gd name="T2" fmla="*/ 483 w 758"/>
              <a:gd name="T3" fmla="*/ 606 h 867"/>
              <a:gd name="T4" fmla="*/ 609 w 758"/>
              <a:gd name="T5" fmla="*/ 606 h 867"/>
              <a:gd name="T6" fmla="*/ 717 w 758"/>
              <a:gd name="T7" fmla="*/ 498 h 867"/>
              <a:gd name="T8" fmla="*/ 723 w 758"/>
              <a:gd name="T9" fmla="*/ 369 h 867"/>
              <a:gd name="T10" fmla="*/ 359 w 758"/>
              <a:gd name="T11" fmla="*/ 5 h 867"/>
              <a:gd name="T12" fmla="*/ 354 w 758"/>
              <a:gd name="T13" fmla="*/ 0 h 867"/>
              <a:gd name="T14" fmla="*/ 96 w 758"/>
              <a:gd name="T15" fmla="*/ 260 h 867"/>
              <a:gd name="T16" fmla="*/ 8 w 758"/>
              <a:gd name="T17" fmla="*/ 415 h 867"/>
              <a:gd name="T18" fmla="*/ 91 w 758"/>
              <a:gd name="T19" fmla="*/ 610 h 867"/>
              <a:gd name="T20" fmla="*/ 349 w 758"/>
              <a:gd name="T21" fmla="*/ 867 h 867"/>
              <a:gd name="T22" fmla="*/ 359 w 758"/>
              <a:gd name="T23" fmla="*/ 857 h 867"/>
              <a:gd name="T24" fmla="*/ 482 w 758"/>
              <a:gd name="T25" fmla="*/ 733 h 8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58" h="867">
                <a:moveTo>
                  <a:pt x="482" y="733"/>
                </a:moveTo>
                <a:cubicBezTo>
                  <a:pt x="483" y="606"/>
                  <a:pt x="483" y="606"/>
                  <a:pt x="483" y="606"/>
                </a:cubicBezTo>
                <a:cubicBezTo>
                  <a:pt x="609" y="606"/>
                  <a:pt x="609" y="606"/>
                  <a:pt x="609" y="606"/>
                </a:cubicBezTo>
                <a:cubicBezTo>
                  <a:pt x="717" y="498"/>
                  <a:pt x="717" y="498"/>
                  <a:pt x="717" y="498"/>
                </a:cubicBezTo>
                <a:cubicBezTo>
                  <a:pt x="758" y="453"/>
                  <a:pt x="743" y="402"/>
                  <a:pt x="723" y="369"/>
                </a:cubicBezTo>
                <a:cubicBezTo>
                  <a:pt x="359" y="5"/>
                  <a:pt x="359" y="5"/>
                  <a:pt x="359" y="5"/>
                </a:cubicBezTo>
                <a:cubicBezTo>
                  <a:pt x="357" y="3"/>
                  <a:pt x="356" y="2"/>
                  <a:pt x="354" y="0"/>
                </a:cubicBezTo>
                <a:cubicBezTo>
                  <a:pt x="96" y="260"/>
                  <a:pt x="96" y="260"/>
                  <a:pt x="96" y="260"/>
                </a:cubicBezTo>
                <a:cubicBezTo>
                  <a:pt x="96" y="260"/>
                  <a:pt x="16" y="331"/>
                  <a:pt x="8" y="415"/>
                </a:cubicBezTo>
                <a:cubicBezTo>
                  <a:pt x="0" y="501"/>
                  <a:pt x="67" y="587"/>
                  <a:pt x="91" y="610"/>
                </a:cubicBezTo>
                <a:cubicBezTo>
                  <a:pt x="349" y="867"/>
                  <a:pt x="349" y="867"/>
                  <a:pt x="349" y="867"/>
                </a:cubicBezTo>
                <a:cubicBezTo>
                  <a:pt x="352" y="864"/>
                  <a:pt x="355" y="860"/>
                  <a:pt x="359" y="857"/>
                </a:cubicBezTo>
                <a:lnTo>
                  <a:pt x="482" y="733"/>
                </a:lnTo>
                <a:close/>
              </a:path>
            </a:pathLst>
          </a:custGeom>
          <a:solidFill>
            <a:schemeClr val="tx2">
              <a:lumMod val="25000"/>
              <a:lumOff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5" name="Freeform 8">
            <a:extLst>
              <a:ext uri="{FF2B5EF4-FFF2-40B4-BE49-F238E27FC236}">
                <a16:creationId xmlns:a16="http://schemas.microsoft.com/office/drawing/2014/main" id="{B710CC3F-E849-D8D6-E0EE-B98B927E73DA}"/>
              </a:ext>
            </a:extLst>
          </p:cNvPr>
          <p:cNvSpPr>
            <a:spLocks/>
          </p:cNvSpPr>
          <p:nvPr/>
        </p:nvSpPr>
        <p:spPr bwMode="auto">
          <a:xfrm>
            <a:off x="6702639" y="3009355"/>
            <a:ext cx="1589743" cy="1829292"/>
          </a:xfrm>
          <a:custGeom>
            <a:avLst/>
            <a:gdLst>
              <a:gd name="T0" fmla="*/ 752 w 761"/>
              <a:gd name="T1" fmla="*/ 389 h 876"/>
              <a:gd name="T2" fmla="*/ 663 w 761"/>
              <a:gd name="T3" fmla="*/ 249 h 876"/>
              <a:gd name="T4" fmla="*/ 412 w 761"/>
              <a:gd name="T5" fmla="*/ 0 h 876"/>
              <a:gd name="T6" fmla="*/ 396 w 761"/>
              <a:gd name="T7" fmla="*/ 19 h 876"/>
              <a:gd name="T8" fmla="*/ 290 w 761"/>
              <a:gd name="T9" fmla="*/ 125 h 876"/>
              <a:gd name="T10" fmla="*/ 289 w 761"/>
              <a:gd name="T11" fmla="*/ 252 h 876"/>
              <a:gd name="T12" fmla="*/ 163 w 761"/>
              <a:gd name="T13" fmla="*/ 252 h 876"/>
              <a:gd name="T14" fmla="*/ 33 w 761"/>
              <a:gd name="T15" fmla="*/ 382 h 876"/>
              <a:gd name="T16" fmla="*/ 30 w 761"/>
              <a:gd name="T17" fmla="*/ 492 h 876"/>
              <a:gd name="T18" fmla="*/ 402 w 761"/>
              <a:gd name="T19" fmla="*/ 864 h 876"/>
              <a:gd name="T20" fmla="*/ 413 w 761"/>
              <a:gd name="T21" fmla="*/ 876 h 876"/>
              <a:gd name="T22" fmla="*/ 688 w 761"/>
              <a:gd name="T23" fmla="*/ 600 h 876"/>
              <a:gd name="T24" fmla="*/ 752 w 761"/>
              <a:gd name="T25" fmla="*/ 389 h 8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61" h="876">
                <a:moveTo>
                  <a:pt x="752" y="389"/>
                </a:moveTo>
                <a:cubicBezTo>
                  <a:pt x="743" y="322"/>
                  <a:pt x="663" y="249"/>
                  <a:pt x="663" y="249"/>
                </a:cubicBezTo>
                <a:cubicBezTo>
                  <a:pt x="412" y="0"/>
                  <a:pt x="412" y="0"/>
                  <a:pt x="412" y="0"/>
                </a:cubicBezTo>
                <a:cubicBezTo>
                  <a:pt x="407" y="6"/>
                  <a:pt x="402" y="13"/>
                  <a:pt x="396" y="19"/>
                </a:cubicBezTo>
                <a:cubicBezTo>
                  <a:pt x="290" y="125"/>
                  <a:pt x="290" y="125"/>
                  <a:pt x="290" y="125"/>
                </a:cubicBezTo>
                <a:cubicBezTo>
                  <a:pt x="289" y="252"/>
                  <a:pt x="289" y="252"/>
                  <a:pt x="289" y="252"/>
                </a:cubicBezTo>
                <a:cubicBezTo>
                  <a:pt x="163" y="252"/>
                  <a:pt x="163" y="252"/>
                  <a:pt x="163" y="252"/>
                </a:cubicBezTo>
                <a:cubicBezTo>
                  <a:pt x="33" y="382"/>
                  <a:pt x="33" y="382"/>
                  <a:pt x="33" y="382"/>
                </a:cubicBezTo>
                <a:cubicBezTo>
                  <a:pt x="0" y="420"/>
                  <a:pt x="11" y="456"/>
                  <a:pt x="30" y="492"/>
                </a:cubicBezTo>
                <a:cubicBezTo>
                  <a:pt x="402" y="864"/>
                  <a:pt x="402" y="864"/>
                  <a:pt x="402" y="864"/>
                </a:cubicBezTo>
                <a:cubicBezTo>
                  <a:pt x="406" y="868"/>
                  <a:pt x="410" y="872"/>
                  <a:pt x="413" y="876"/>
                </a:cubicBezTo>
                <a:cubicBezTo>
                  <a:pt x="688" y="600"/>
                  <a:pt x="688" y="600"/>
                  <a:pt x="688" y="600"/>
                </a:cubicBezTo>
                <a:cubicBezTo>
                  <a:pt x="749" y="538"/>
                  <a:pt x="761" y="456"/>
                  <a:pt x="752" y="389"/>
                </a:cubicBezTo>
                <a:close/>
              </a:path>
            </a:pathLst>
          </a:custGeom>
          <a:solidFill>
            <a:srgbClr val="FF9300"/>
          </a:solidFill>
          <a:ln>
            <a:noFill/>
          </a:ln>
        </p:spPr>
        <p:txBody>
          <a:bodyPr vert="horz" wrap="square" lIns="91440" tIns="45720" rIns="91440" bIns="45720" numCol="1" anchor="t" anchorCtr="0" compatLnSpc="1">
            <a:prstTxWarp prst="textNoShape">
              <a:avLst/>
            </a:prstTxWarp>
          </a:bodyPr>
          <a:lstStyle/>
          <a:p>
            <a:endParaRPr lang="en-US"/>
          </a:p>
        </p:txBody>
      </p:sp>
      <p:sp>
        <p:nvSpPr>
          <p:cNvPr id="6" name="Freeform: Shape 5">
            <a:extLst>
              <a:ext uri="{FF2B5EF4-FFF2-40B4-BE49-F238E27FC236}">
                <a16:creationId xmlns:a16="http://schemas.microsoft.com/office/drawing/2014/main" id="{D84F9D43-2DF0-067C-0155-B827422F6D62}"/>
              </a:ext>
            </a:extLst>
          </p:cNvPr>
          <p:cNvSpPr>
            <a:spLocks/>
          </p:cNvSpPr>
          <p:nvPr/>
        </p:nvSpPr>
        <p:spPr bwMode="auto">
          <a:xfrm>
            <a:off x="6183023" y="2443327"/>
            <a:ext cx="1381219" cy="1132225"/>
          </a:xfrm>
          <a:custGeom>
            <a:avLst/>
            <a:gdLst>
              <a:gd name="connsiteX0" fmla="*/ 1381302 w 1739137"/>
              <a:gd name="connsiteY0" fmla="*/ 1049 h 1425620"/>
              <a:gd name="connsiteX1" fmla="*/ 1625216 w 1739137"/>
              <a:gd name="connsiteY1" fmla="*/ 113547 h 1425620"/>
              <a:gd name="connsiteX2" fmla="*/ 1667292 w 1739137"/>
              <a:gd name="connsiteY2" fmla="*/ 613541 h 1425620"/>
              <a:gd name="connsiteX3" fmla="*/ 1625216 w 1739137"/>
              <a:gd name="connsiteY3" fmla="*/ 663541 h 1425620"/>
              <a:gd name="connsiteX4" fmla="*/ 1438469 w 1739137"/>
              <a:gd name="connsiteY4" fmla="*/ 850412 h 1425620"/>
              <a:gd name="connsiteX5" fmla="*/ 1355077 w 1739137"/>
              <a:gd name="connsiteY5" fmla="*/ 933860 h 1425620"/>
              <a:gd name="connsiteX6" fmla="*/ 1355077 w 1739137"/>
              <a:gd name="connsiteY6" fmla="*/ 936987 h 1425620"/>
              <a:gd name="connsiteX7" fmla="*/ 1352369 w 1739137"/>
              <a:gd name="connsiteY7" fmla="*/ 1278576 h 1425620"/>
              <a:gd name="connsiteX8" fmla="*/ 1040356 w 1739137"/>
              <a:gd name="connsiteY8" fmla="*/ 1278576 h 1425620"/>
              <a:gd name="connsiteX9" fmla="*/ 993174 w 1739137"/>
              <a:gd name="connsiteY9" fmla="*/ 1278576 h 1425620"/>
              <a:gd name="connsiteX10" fmla="*/ 895618 w 1739137"/>
              <a:gd name="connsiteY10" fmla="*/ 1330793 h 1425620"/>
              <a:gd name="connsiteX11" fmla="*/ 0 w 1739137"/>
              <a:gd name="connsiteY11" fmla="*/ 1192483 h 1425620"/>
              <a:gd name="connsiteX12" fmla="*/ 118341 w 1739137"/>
              <a:gd name="connsiteY12" fmla="*/ 1074063 h 1425620"/>
              <a:gd name="connsiteX13" fmla="*/ 1078218 w 1739137"/>
              <a:gd name="connsiteY13" fmla="*/ 113547 h 1425620"/>
              <a:gd name="connsiteX14" fmla="*/ 1125554 w 1739137"/>
              <a:gd name="connsiteY14" fmla="*/ 74074 h 1425620"/>
              <a:gd name="connsiteX15" fmla="*/ 1381302 w 1739137"/>
              <a:gd name="connsiteY15" fmla="*/ 1049 h 14256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739137" h="1425620">
                <a:moveTo>
                  <a:pt x="1381302" y="1049"/>
                </a:moveTo>
                <a:cubicBezTo>
                  <a:pt x="1470058" y="7627"/>
                  <a:pt x="1556841" y="45127"/>
                  <a:pt x="1625216" y="113547"/>
                </a:cubicBezTo>
                <a:cubicBezTo>
                  <a:pt x="1761965" y="250388"/>
                  <a:pt x="1775114" y="460912"/>
                  <a:pt x="1667292" y="613541"/>
                </a:cubicBezTo>
                <a:cubicBezTo>
                  <a:pt x="1654143" y="629331"/>
                  <a:pt x="1640994" y="647752"/>
                  <a:pt x="1625216" y="663541"/>
                </a:cubicBezTo>
                <a:cubicBezTo>
                  <a:pt x="1625216" y="663541"/>
                  <a:pt x="1625216" y="663541"/>
                  <a:pt x="1438469" y="850412"/>
                </a:cubicBezTo>
                <a:lnTo>
                  <a:pt x="1355077" y="933860"/>
                </a:lnTo>
                <a:lnTo>
                  <a:pt x="1355077" y="936987"/>
                </a:lnTo>
                <a:cubicBezTo>
                  <a:pt x="1355077" y="936987"/>
                  <a:pt x="1355077" y="936987"/>
                  <a:pt x="1352369" y="1278576"/>
                </a:cubicBezTo>
                <a:cubicBezTo>
                  <a:pt x="1352369" y="1278576"/>
                  <a:pt x="1352369" y="1278576"/>
                  <a:pt x="1040356" y="1278576"/>
                </a:cubicBezTo>
                <a:lnTo>
                  <a:pt x="993174" y="1278576"/>
                </a:lnTo>
                <a:lnTo>
                  <a:pt x="895618" y="1330793"/>
                </a:lnTo>
                <a:cubicBezTo>
                  <a:pt x="402636" y="1566861"/>
                  <a:pt x="96152" y="1301034"/>
                  <a:pt x="0" y="1192483"/>
                </a:cubicBezTo>
                <a:cubicBezTo>
                  <a:pt x="0" y="1192483"/>
                  <a:pt x="0" y="1192483"/>
                  <a:pt x="118341" y="1074063"/>
                </a:cubicBezTo>
                <a:cubicBezTo>
                  <a:pt x="118341" y="1074063"/>
                  <a:pt x="118341" y="1074063"/>
                  <a:pt x="1078218" y="113547"/>
                </a:cubicBezTo>
                <a:cubicBezTo>
                  <a:pt x="1091367" y="97758"/>
                  <a:pt x="1109775" y="84600"/>
                  <a:pt x="1125554" y="74074"/>
                </a:cubicBezTo>
                <a:cubicBezTo>
                  <a:pt x="1201818" y="18811"/>
                  <a:pt x="1292546" y="-5530"/>
                  <a:pt x="1381302" y="1049"/>
                </a:cubicBezTo>
                <a:close/>
              </a:path>
            </a:pathLst>
          </a:custGeom>
          <a:solidFill>
            <a:srgbClr val="FF9300"/>
          </a:solidFill>
          <a:ln>
            <a:noFill/>
          </a:ln>
        </p:spPr>
        <p:txBody>
          <a:bodyPr vert="horz" wrap="square" lIns="91440" tIns="45720" rIns="91440" bIns="45720" numCol="1" anchor="t" anchorCtr="0" compatLnSpc="1">
            <a:prstTxWarp prst="textNoShape">
              <a:avLst/>
            </a:prstTxWarp>
            <a:noAutofit/>
          </a:bodyPr>
          <a:lstStyle/>
          <a:p>
            <a:endParaRPr lang="en-US"/>
          </a:p>
        </p:txBody>
      </p:sp>
      <p:sp>
        <p:nvSpPr>
          <p:cNvPr id="7" name="Freeform: Shape 6">
            <a:extLst>
              <a:ext uri="{FF2B5EF4-FFF2-40B4-BE49-F238E27FC236}">
                <a16:creationId xmlns:a16="http://schemas.microsoft.com/office/drawing/2014/main" id="{4BB5284B-2FB1-3023-99BB-FCC84A00BC0F}"/>
              </a:ext>
            </a:extLst>
          </p:cNvPr>
          <p:cNvSpPr>
            <a:spLocks/>
          </p:cNvSpPr>
          <p:nvPr/>
        </p:nvSpPr>
        <p:spPr bwMode="auto">
          <a:xfrm>
            <a:off x="4608290" y="2423842"/>
            <a:ext cx="1132496" cy="1382906"/>
          </a:xfrm>
          <a:custGeom>
            <a:avLst/>
            <a:gdLst>
              <a:gd name="connsiteX0" fmla="*/ 379442 w 1425962"/>
              <a:gd name="connsiteY0" fmla="*/ 83 h 1741260"/>
              <a:gd name="connsiteX1" fmla="*/ 648560 w 1425962"/>
              <a:gd name="connsiteY1" fmla="*/ 100029 h 1741260"/>
              <a:gd name="connsiteX2" fmla="*/ 661720 w 1425962"/>
              <a:gd name="connsiteY2" fmla="*/ 113180 h 1741260"/>
              <a:gd name="connsiteX3" fmla="*/ 850383 w 1425962"/>
              <a:gd name="connsiteY3" fmla="*/ 301716 h 1741260"/>
              <a:gd name="connsiteX4" fmla="*/ 942201 w 1425962"/>
              <a:gd name="connsiteY4" fmla="*/ 393472 h 1741260"/>
              <a:gd name="connsiteX5" fmla="*/ 1278093 w 1425962"/>
              <a:gd name="connsiteY5" fmla="*/ 393472 h 1741260"/>
              <a:gd name="connsiteX6" fmla="*/ 1278093 w 1425962"/>
              <a:gd name="connsiteY6" fmla="*/ 701515 h 1741260"/>
              <a:gd name="connsiteX7" fmla="*/ 1278093 w 1425962"/>
              <a:gd name="connsiteY7" fmla="*/ 742723 h 1741260"/>
              <a:gd name="connsiteX8" fmla="*/ 1331678 w 1425962"/>
              <a:gd name="connsiteY8" fmla="*/ 843317 h 1741260"/>
              <a:gd name="connsiteX9" fmla="*/ 1193375 w 1425962"/>
              <a:gd name="connsiteY9" fmla="*/ 1741260 h 1741260"/>
              <a:gd name="connsiteX10" fmla="*/ 114273 w 1425962"/>
              <a:gd name="connsiteY10" fmla="*/ 662887 h 1741260"/>
              <a:gd name="connsiteX11" fmla="*/ 101113 w 1425962"/>
              <a:gd name="connsiteY11" fmla="*/ 649736 h 1741260"/>
              <a:gd name="connsiteX12" fmla="*/ 114273 w 1425962"/>
              <a:gd name="connsiteY12" fmla="*/ 113180 h 1741260"/>
              <a:gd name="connsiteX13" fmla="*/ 379442 w 1425962"/>
              <a:gd name="connsiteY13" fmla="*/ 83 h 1741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425962" h="1741260">
                <a:moveTo>
                  <a:pt x="379442" y="83"/>
                </a:moveTo>
                <a:cubicBezTo>
                  <a:pt x="475509" y="-1890"/>
                  <a:pt x="572233" y="31645"/>
                  <a:pt x="648560" y="100029"/>
                </a:cubicBezTo>
                <a:cubicBezTo>
                  <a:pt x="653824" y="105290"/>
                  <a:pt x="656456" y="110550"/>
                  <a:pt x="661720" y="113180"/>
                </a:cubicBezTo>
                <a:cubicBezTo>
                  <a:pt x="661720" y="113180"/>
                  <a:pt x="661720" y="113180"/>
                  <a:pt x="850383" y="301716"/>
                </a:cubicBezTo>
                <a:lnTo>
                  <a:pt x="942201" y="393472"/>
                </a:lnTo>
                <a:lnTo>
                  <a:pt x="1278093" y="393472"/>
                </a:lnTo>
                <a:cubicBezTo>
                  <a:pt x="1278093" y="393472"/>
                  <a:pt x="1278093" y="393472"/>
                  <a:pt x="1278093" y="701515"/>
                </a:cubicBezTo>
                <a:lnTo>
                  <a:pt x="1278093" y="742723"/>
                </a:lnTo>
                <a:lnTo>
                  <a:pt x="1331678" y="843317"/>
                </a:lnTo>
                <a:cubicBezTo>
                  <a:pt x="1567504" y="1338257"/>
                  <a:pt x="1299476" y="1642629"/>
                  <a:pt x="1193375" y="1741260"/>
                </a:cubicBezTo>
                <a:cubicBezTo>
                  <a:pt x="1193375" y="1741260"/>
                  <a:pt x="1193375" y="1741260"/>
                  <a:pt x="114273" y="662887"/>
                </a:cubicBezTo>
                <a:cubicBezTo>
                  <a:pt x="109009" y="657627"/>
                  <a:pt x="106377" y="654997"/>
                  <a:pt x="101113" y="649736"/>
                </a:cubicBezTo>
                <a:cubicBezTo>
                  <a:pt x="-38381" y="497186"/>
                  <a:pt x="-33117" y="260470"/>
                  <a:pt x="114273" y="113180"/>
                </a:cubicBezTo>
                <a:cubicBezTo>
                  <a:pt x="187968" y="39535"/>
                  <a:pt x="283376" y="2055"/>
                  <a:pt x="379442" y="83"/>
                </a:cubicBezTo>
                <a:close/>
              </a:path>
            </a:pathLst>
          </a:custGeom>
          <a:solidFill>
            <a:srgbClr val="605FC0"/>
          </a:solidFill>
          <a:ln>
            <a:noFill/>
          </a:ln>
        </p:spPr>
        <p:txBody>
          <a:bodyPr vert="horz" wrap="square" lIns="91440" tIns="45720" rIns="91440" bIns="45720" numCol="1" anchor="t" anchorCtr="0" compatLnSpc="1">
            <a:prstTxWarp prst="textNoShape">
              <a:avLst/>
            </a:prstTxWarp>
            <a:noAutofit/>
          </a:bodyPr>
          <a:lstStyle/>
          <a:p>
            <a:endParaRPr lang="en-US"/>
          </a:p>
        </p:txBody>
      </p:sp>
      <p:sp>
        <p:nvSpPr>
          <p:cNvPr id="8" name="Freeform: Shape 7">
            <a:extLst>
              <a:ext uri="{FF2B5EF4-FFF2-40B4-BE49-F238E27FC236}">
                <a16:creationId xmlns:a16="http://schemas.microsoft.com/office/drawing/2014/main" id="{7EE616AF-27FD-25B7-391F-519F7B63E7A7}"/>
              </a:ext>
            </a:extLst>
          </p:cNvPr>
          <p:cNvSpPr>
            <a:spLocks/>
          </p:cNvSpPr>
          <p:nvPr/>
        </p:nvSpPr>
        <p:spPr bwMode="auto">
          <a:xfrm>
            <a:off x="4614500" y="4262568"/>
            <a:ext cx="1398831" cy="1147173"/>
          </a:xfrm>
          <a:custGeom>
            <a:avLst/>
            <a:gdLst>
              <a:gd name="connsiteX0" fmla="*/ 1241422 w 1761313"/>
              <a:gd name="connsiteY0" fmla="*/ 4 h 1444442"/>
              <a:gd name="connsiteX1" fmla="*/ 1761313 w 1761313"/>
              <a:gd name="connsiteY1" fmla="*/ 232961 h 1444442"/>
              <a:gd name="connsiteX2" fmla="*/ 661528 w 1761313"/>
              <a:gd name="connsiteY2" fmla="*/ 1329694 h 1444442"/>
              <a:gd name="connsiteX3" fmla="*/ 635218 w 1761313"/>
              <a:gd name="connsiteY3" fmla="*/ 1353364 h 1444442"/>
              <a:gd name="connsiteX4" fmla="*/ 114266 w 1761313"/>
              <a:gd name="connsiteY4" fmla="*/ 1329694 h 1444442"/>
              <a:gd name="connsiteX5" fmla="*/ 87956 w 1761313"/>
              <a:gd name="connsiteY5" fmla="*/ 808943 h 1444442"/>
              <a:gd name="connsiteX6" fmla="*/ 114266 w 1761313"/>
              <a:gd name="connsiteY6" fmla="*/ 782642 h 1444442"/>
              <a:gd name="connsiteX7" fmla="*/ 380922 w 1761313"/>
              <a:gd name="connsiteY7" fmla="*/ 513922 h 1444442"/>
              <a:gd name="connsiteX8" fmla="*/ 430626 w 1761313"/>
              <a:gd name="connsiteY8" fmla="*/ 463833 h 1444442"/>
              <a:gd name="connsiteX9" fmla="*/ 430626 w 1761313"/>
              <a:gd name="connsiteY9" fmla="*/ 462852 h 1444442"/>
              <a:gd name="connsiteX10" fmla="*/ 433354 w 1761313"/>
              <a:gd name="connsiteY10" fmla="*/ 116625 h 1444442"/>
              <a:gd name="connsiteX11" fmla="*/ 747658 w 1761313"/>
              <a:gd name="connsiteY11" fmla="*/ 116625 h 1444442"/>
              <a:gd name="connsiteX12" fmla="*/ 818383 w 1761313"/>
              <a:gd name="connsiteY12" fmla="*/ 116625 h 1444442"/>
              <a:gd name="connsiteX13" fmla="*/ 902986 w 1761313"/>
              <a:gd name="connsiteY13" fmla="*/ 75716 h 1444442"/>
              <a:gd name="connsiteX14" fmla="*/ 1241422 w 1761313"/>
              <a:gd name="connsiteY14" fmla="*/ 4 h 14444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761313" h="1444442">
                <a:moveTo>
                  <a:pt x="1241422" y="4"/>
                </a:moveTo>
                <a:cubicBezTo>
                  <a:pt x="1515761" y="-971"/>
                  <a:pt x="1690768" y="157018"/>
                  <a:pt x="1761313" y="232961"/>
                </a:cubicBezTo>
                <a:cubicBezTo>
                  <a:pt x="1761313" y="232961"/>
                  <a:pt x="1761313" y="232961"/>
                  <a:pt x="661528" y="1329694"/>
                </a:cubicBezTo>
                <a:cubicBezTo>
                  <a:pt x="653635" y="1340214"/>
                  <a:pt x="645742" y="1348104"/>
                  <a:pt x="635218" y="1353364"/>
                </a:cubicBezTo>
                <a:cubicBezTo>
                  <a:pt x="482616" y="1482237"/>
                  <a:pt x="256344" y="1474347"/>
                  <a:pt x="114266" y="1329694"/>
                </a:cubicBezTo>
                <a:cubicBezTo>
                  <a:pt x="-27811" y="1187671"/>
                  <a:pt x="-38335" y="961486"/>
                  <a:pt x="87956" y="808943"/>
                </a:cubicBezTo>
                <a:cubicBezTo>
                  <a:pt x="95849" y="801053"/>
                  <a:pt x="103742" y="790532"/>
                  <a:pt x="114266" y="782642"/>
                </a:cubicBezTo>
                <a:cubicBezTo>
                  <a:pt x="114266" y="782642"/>
                  <a:pt x="114266" y="782642"/>
                  <a:pt x="380922" y="513922"/>
                </a:cubicBezTo>
                <a:lnTo>
                  <a:pt x="430626" y="463833"/>
                </a:lnTo>
                <a:lnTo>
                  <a:pt x="430626" y="462852"/>
                </a:lnTo>
                <a:cubicBezTo>
                  <a:pt x="430626" y="462852"/>
                  <a:pt x="430626" y="462852"/>
                  <a:pt x="433354" y="116625"/>
                </a:cubicBezTo>
                <a:cubicBezTo>
                  <a:pt x="433354" y="116625"/>
                  <a:pt x="433354" y="116625"/>
                  <a:pt x="747658" y="116625"/>
                </a:cubicBezTo>
                <a:lnTo>
                  <a:pt x="818383" y="116625"/>
                </a:lnTo>
                <a:lnTo>
                  <a:pt x="902986" y="75716"/>
                </a:lnTo>
                <a:cubicBezTo>
                  <a:pt x="1028769" y="21733"/>
                  <a:pt x="1141663" y="358"/>
                  <a:pt x="1241422" y="4"/>
                </a:cubicBezTo>
                <a:close/>
              </a:path>
            </a:pathLst>
          </a:custGeom>
          <a:solidFill>
            <a:schemeClr val="tx2">
              <a:lumMod val="25000"/>
              <a:lumOff val="75000"/>
            </a:schemeClr>
          </a:solidFill>
          <a:ln>
            <a:noFill/>
          </a:ln>
        </p:spPr>
        <p:txBody>
          <a:bodyPr vert="horz" wrap="square" lIns="91440" tIns="45720" rIns="91440" bIns="45720" numCol="1" anchor="t" anchorCtr="0" compatLnSpc="1">
            <a:prstTxWarp prst="textNoShape">
              <a:avLst/>
            </a:prstTxWarp>
            <a:noAutofit/>
          </a:bodyPr>
          <a:lstStyle/>
          <a:p>
            <a:endParaRPr lang="en-US"/>
          </a:p>
        </p:txBody>
      </p:sp>
      <p:sp>
        <p:nvSpPr>
          <p:cNvPr id="9" name="Freeform: Shape 8">
            <a:extLst>
              <a:ext uri="{FF2B5EF4-FFF2-40B4-BE49-F238E27FC236}">
                <a16:creationId xmlns:a16="http://schemas.microsoft.com/office/drawing/2014/main" id="{1750E69F-F710-2603-B1CC-B7D2A5E353F8}"/>
              </a:ext>
            </a:extLst>
          </p:cNvPr>
          <p:cNvSpPr>
            <a:spLocks/>
          </p:cNvSpPr>
          <p:nvPr/>
        </p:nvSpPr>
        <p:spPr bwMode="auto">
          <a:xfrm>
            <a:off x="6436406" y="4015523"/>
            <a:ext cx="1146908" cy="1397192"/>
          </a:xfrm>
          <a:custGeom>
            <a:avLst/>
            <a:gdLst>
              <a:gd name="connsiteX0" fmla="*/ 233301 w 1444107"/>
              <a:gd name="connsiteY0" fmla="*/ 0 h 1759248"/>
              <a:gd name="connsiteX1" fmla="*/ 1330485 w 1444107"/>
              <a:gd name="connsiteY1" fmla="*/ 1096998 h 1759248"/>
              <a:gd name="connsiteX2" fmla="*/ 1359428 w 1444107"/>
              <a:gd name="connsiteY2" fmla="*/ 1128567 h 1759248"/>
              <a:gd name="connsiteX3" fmla="*/ 1330485 w 1444107"/>
              <a:gd name="connsiteY3" fmla="*/ 1644182 h 1759248"/>
              <a:gd name="connsiteX4" fmla="*/ 814782 w 1444107"/>
              <a:gd name="connsiteY4" fmla="*/ 1675750 h 1759248"/>
              <a:gd name="connsiteX5" fmla="*/ 783209 w 1444107"/>
              <a:gd name="connsiteY5" fmla="*/ 1644182 h 1759248"/>
              <a:gd name="connsiteX6" fmla="*/ 569927 w 1444107"/>
              <a:gd name="connsiteY6" fmla="*/ 1432699 h 1759248"/>
              <a:gd name="connsiteX7" fmla="*/ 467411 w 1444107"/>
              <a:gd name="connsiteY7" fmla="*/ 1331048 h 1759248"/>
              <a:gd name="connsiteX8" fmla="*/ 467355 w 1444107"/>
              <a:gd name="connsiteY8" fmla="*/ 1331048 h 1759248"/>
              <a:gd name="connsiteX9" fmla="*/ 109724 w 1444107"/>
              <a:gd name="connsiteY9" fmla="*/ 1331048 h 1759248"/>
              <a:gd name="connsiteX10" fmla="*/ 109724 w 1444107"/>
              <a:gd name="connsiteY10" fmla="*/ 948198 h 1759248"/>
              <a:gd name="connsiteX11" fmla="*/ 109724 w 1444107"/>
              <a:gd name="connsiteY11" fmla="*/ 925507 h 1759248"/>
              <a:gd name="connsiteX12" fmla="*/ 70354 w 1444107"/>
              <a:gd name="connsiteY12" fmla="*/ 841674 h 1759248"/>
              <a:gd name="connsiteX13" fmla="*/ 233301 w 1444107"/>
              <a:gd name="connsiteY13" fmla="*/ 0 h 17592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444107" h="1759248">
                <a:moveTo>
                  <a:pt x="233301" y="0"/>
                </a:moveTo>
                <a:cubicBezTo>
                  <a:pt x="233301" y="0"/>
                  <a:pt x="233301" y="0"/>
                  <a:pt x="1330485" y="1096998"/>
                </a:cubicBezTo>
                <a:cubicBezTo>
                  <a:pt x="1341010" y="1107521"/>
                  <a:pt x="1351534" y="1118044"/>
                  <a:pt x="1359428" y="1128567"/>
                </a:cubicBezTo>
                <a:cubicBezTo>
                  <a:pt x="1480460" y="1281147"/>
                  <a:pt x="1472567" y="1504755"/>
                  <a:pt x="1330485" y="1644182"/>
                </a:cubicBezTo>
                <a:cubicBezTo>
                  <a:pt x="1191035" y="1786239"/>
                  <a:pt x="967388" y="1796762"/>
                  <a:pt x="814782" y="1675750"/>
                </a:cubicBezTo>
                <a:cubicBezTo>
                  <a:pt x="804258" y="1665228"/>
                  <a:pt x="793733" y="1654705"/>
                  <a:pt x="783209" y="1644182"/>
                </a:cubicBezTo>
                <a:cubicBezTo>
                  <a:pt x="783209" y="1644182"/>
                  <a:pt x="783209" y="1644182"/>
                  <a:pt x="569927" y="1432699"/>
                </a:cubicBezTo>
                <a:lnTo>
                  <a:pt x="467411" y="1331048"/>
                </a:lnTo>
                <a:lnTo>
                  <a:pt x="467355" y="1331048"/>
                </a:lnTo>
                <a:cubicBezTo>
                  <a:pt x="462456" y="1331048"/>
                  <a:pt x="423264" y="1331048"/>
                  <a:pt x="109724" y="1331048"/>
                </a:cubicBezTo>
                <a:cubicBezTo>
                  <a:pt x="109724" y="1331048"/>
                  <a:pt x="109724" y="1331048"/>
                  <a:pt x="109724" y="948198"/>
                </a:cubicBezTo>
                <a:lnTo>
                  <a:pt x="109724" y="925507"/>
                </a:lnTo>
                <a:lnTo>
                  <a:pt x="70354" y="841674"/>
                </a:lnTo>
                <a:cubicBezTo>
                  <a:pt x="-121903" y="379036"/>
                  <a:pt x="129700" y="91252"/>
                  <a:pt x="233301" y="0"/>
                </a:cubicBezTo>
                <a:close/>
              </a:path>
            </a:pathLst>
          </a:custGeom>
          <a:solidFill>
            <a:schemeClr val="tx2"/>
          </a:solidFill>
          <a:ln>
            <a:noFill/>
          </a:ln>
        </p:spPr>
        <p:txBody>
          <a:bodyPr vert="horz" wrap="square" lIns="91440" tIns="45720" rIns="91440" bIns="45720" numCol="1" anchor="t" anchorCtr="0" compatLnSpc="1">
            <a:prstTxWarp prst="textNoShape">
              <a:avLst/>
            </a:prstTxWarp>
            <a:noAutofit/>
          </a:bodyPr>
          <a:lstStyle/>
          <a:p>
            <a:endParaRPr lang="en-US"/>
          </a:p>
        </p:txBody>
      </p:sp>
      <p:sp>
        <p:nvSpPr>
          <p:cNvPr id="14" name="Subtitle 2">
            <a:extLst>
              <a:ext uri="{FF2B5EF4-FFF2-40B4-BE49-F238E27FC236}">
                <a16:creationId xmlns:a16="http://schemas.microsoft.com/office/drawing/2014/main" id="{B3C19E04-88A6-CBB8-7E42-967A6A735C7D}"/>
              </a:ext>
            </a:extLst>
          </p:cNvPr>
          <p:cNvSpPr txBox="1">
            <a:spLocks/>
          </p:cNvSpPr>
          <p:nvPr/>
        </p:nvSpPr>
        <p:spPr>
          <a:xfrm>
            <a:off x="1168998" y="2451564"/>
            <a:ext cx="2597513" cy="858770"/>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r">
              <a:lnSpc>
                <a:spcPts val="1600"/>
              </a:lnSpc>
              <a:spcBef>
                <a:spcPts val="0"/>
              </a:spcBef>
            </a:pPr>
            <a:r>
              <a:rPr lang="en-US" sz="9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Lorem ipsum dolor sit amet, consectetuer adipiscing elit. Aenean commodo ligula eget Cum sociis natoque  dolor</a:t>
            </a:r>
          </a:p>
        </p:txBody>
      </p:sp>
      <p:sp>
        <p:nvSpPr>
          <p:cNvPr id="15" name="TextBox 14">
            <a:extLst>
              <a:ext uri="{FF2B5EF4-FFF2-40B4-BE49-F238E27FC236}">
                <a16:creationId xmlns:a16="http://schemas.microsoft.com/office/drawing/2014/main" id="{70C7E7D7-5C2F-CC92-4284-1B31B1E73261}"/>
              </a:ext>
            </a:extLst>
          </p:cNvPr>
          <p:cNvSpPr txBox="1"/>
          <p:nvPr/>
        </p:nvSpPr>
        <p:spPr>
          <a:xfrm>
            <a:off x="2622610" y="2142557"/>
            <a:ext cx="854721" cy="369332"/>
          </a:xfrm>
          <a:prstGeom prst="rect">
            <a:avLst/>
          </a:prstGeom>
          <a:noFill/>
        </p:spPr>
        <p:txBody>
          <a:bodyPr wrap="none" rtlCol="0">
            <a:spAutoFit/>
          </a:bodyPr>
          <a:lstStyle/>
          <a:p>
            <a:pPr marL="0" marR="0" lvl="0" indent="0" algn="ctr" rtl="0">
              <a:spcBef>
                <a:spcPts val="0"/>
              </a:spcBef>
              <a:spcAft>
                <a:spcPts val="0"/>
              </a:spcAft>
              <a:buNone/>
            </a:pPr>
            <a:r>
              <a:rPr lang="en-US" sz="1800" b="1" dirty="0" err="1">
                <a:solidFill>
                  <a:schemeClr val="dk1"/>
                </a:solidFill>
                <a:latin typeface="Open Sans" panose="020B0606030504020204" pitchFamily="34" charset="0"/>
                <a:ea typeface="Open Sans" panose="020B0606030504020204" pitchFamily="34" charset="0"/>
                <a:cs typeface="Open Sans" panose="020B0606030504020204" pitchFamily="34" charset="0"/>
                <a:sym typeface="Sora"/>
              </a:rPr>
              <a:t>Título</a:t>
            </a:r>
            <a:endParaRPr lang="en-US" sz="1800" b="1"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Sora"/>
            </a:endParaRPr>
          </a:p>
        </p:txBody>
      </p:sp>
      <p:sp>
        <p:nvSpPr>
          <p:cNvPr id="16" name="Subtitle 2">
            <a:extLst>
              <a:ext uri="{FF2B5EF4-FFF2-40B4-BE49-F238E27FC236}">
                <a16:creationId xmlns:a16="http://schemas.microsoft.com/office/drawing/2014/main" id="{EE3C35E7-4946-9DCA-9CFB-2201E709BB5D}"/>
              </a:ext>
            </a:extLst>
          </p:cNvPr>
          <p:cNvSpPr txBox="1">
            <a:spLocks/>
          </p:cNvSpPr>
          <p:nvPr/>
        </p:nvSpPr>
        <p:spPr>
          <a:xfrm>
            <a:off x="1168998" y="5340696"/>
            <a:ext cx="2597513" cy="858770"/>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r">
              <a:lnSpc>
                <a:spcPts val="1600"/>
              </a:lnSpc>
              <a:spcBef>
                <a:spcPts val="0"/>
              </a:spcBef>
            </a:pPr>
            <a:r>
              <a:rPr lang="en-US" sz="9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Lorem ipsum dolor sit amet, consectetuer adipiscing elit. Aenean commodo ligula eget Cum sociis natoque  dolor</a:t>
            </a:r>
          </a:p>
        </p:txBody>
      </p:sp>
      <p:sp>
        <p:nvSpPr>
          <p:cNvPr id="17" name="TextBox 16">
            <a:extLst>
              <a:ext uri="{FF2B5EF4-FFF2-40B4-BE49-F238E27FC236}">
                <a16:creationId xmlns:a16="http://schemas.microsoft.com/office/drawing/2014/main" id="{C6B5A223-F10F-E107-BF7C-4A1CAFF024D5}"/>
              </a:ext>
            </a:extLst>
          </p:cNvPr>
          <p:cNvSpPr txBox="1"/>
          <p:nvPr/>
        </p:nvSpPr>
        <p:spPr>
          <a:xfrm>
            <a:off x="2622610" y="5031689"/>
            <a:ext cx="854721" cy="369332"/>
          </a:xfrm>
          <a:prstGeom prst="rect">
            <a:avLst/>
          </a:prstGeom>
          <a:noFill/>
        </p:spPr>
        <p:txBody>
          <a:bodyPr wrap="none" rtlCol="0">
            <a:spAutoFit/>
          </a:bodyPr>
          <a:lstStyle/>
          <a:p>
            <a:pPr marL="0" marR="0" lvl="0" indent="0" algn="ctr" rtl="0">
              <a:spcBef>
                <a:spcPts val="0"/>
              </a:spcBef>
              <a:spcAft>
                <a:spcPts val="0"/>
              </a:spcAft>
              <a:buNone/>
            </a:pPr>
            <a:r>
              <a:rPr lang="en-US" sz="1800" b="1" dirty="0" err="1">
                <a:solidFill>
                  <a:schemeClr val="dk1"/>
                </a:solidFill>
                <a:latin typeface="Open Sans" panose="020B0606030504020204" pitchFamily="34" charset="0"/>
                <a:ea typeface="Open Sans" panose="020B0606030504020204" pitchFamily="34" charset="0"/>
                <a:cs typeface="Open Sans" panose="020B0606030504020204" pitchFamily="34" charset="0"/>
                <a:sym typeface="Sora"/>
              </a:rPr>
              <a:t>Título</a:t>
            </a:r>
            <a:endParaRPr lang="en-US" sz="1800" b="1"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Sora"/>
            </a:endParaRPr>
          </a:p>
        </p:txBody>
      </p:sp>
      <p:sp>
        <p:nvSpPr>
          <p:cNvPr id="18" name="Subtitle 2">
            <a:extLst>
              <a:ext uri="{FF2B5EF4-FFF2-40B4-BE49-F238E27FC236}">
                <a16:creationId xmlns:a16="http://schemas.microsoft.com/office/drawing/2014/main" id="{AD4875F1-977C-AEC9-0F69-546C925E0EFA}"/>
              </a:ext>
            </a:extLst>
          </p:cNvPr>
          <p:cNvSpPr txBox="1">
            <a:spLocks/>
          </p:cNvSpPr>
          <p:nvPr/>
        </p:nvSpPr>
        <p:spPr>
          <a:xfrm>
            <a:off x="8483825" y="2451564"/>
            <a:ext cx="2622325" cy="858770"/>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ts val="1600"/>
              </a:lnSpc>
              <a:spcBef>
                <a:spcPts val="0"/>
              </a:spcBef>
            </a:pPr>
            <a:r>
              <a:rPr lang="en-US" sz="9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Lorem ipsum dolor sit amet, consectetuer adipiscing elit. Aenean commodo ligula eget Cum sociis natoque  dolor</a:t>
            </a:r>
          </a:p>
        </p:txBody>
      </p:sp>
      <p:sp>
        <p:nvSpPr>
          <p:cNvPr id="19" name="TextBox 18">
            <a:extLst>
              <a:ext uri="{FF2B5EF4-FFF2-40B4-BE49-F238E27FC236}">
                <a16:creationId xmlns:a16="http://schemas.microsoft.com/office/drawing/2014/main" id="{80EDE499-2ECB-C829-FF0A-A170BF976C6E}"/>
              </a:ext>
            </a:extLst>
          </p:cNvPr>
          <p:cNvSpPr txBox="1"/>
          <p:nvPr/>
        </p:nvSpPr>
        <p:spPr>
          <a:xfrm>
            <a:off x="8731346" y="2156970"/>
            <a:ext cx="854721" cy="369332"/>
          </a:xfrm>
          <a:prstGeom prst="rect">
            <a:avLst/>
          </a:prstGeom>
          <a:noFill/>
        </p:spPr>
        <p:txBody>
          <a:bodyPr wrap="none" rtlCol="0">
            <a:spAutoFit/>
          </a:bodyPr>
          <a:lstStyle/>
          <a:p>
            <a:pPr marL="0" marR="0" lvl="0" indent="0" algn="ctr" rtl="0">
              <a:spcBef>
                <a:spcPts val="0"/>
              </a:spcBef>
              <a:spcAft>
                <a:spcPts val="0"/>
              </a:spcAft>
              <a:buNone/>
            </a:pPr>
            <a:r>
              <a:rPr lang="en-US" sz="1800" b="1" dirty="0" err="1">
                <a:solidFill>
                  <a:schemeClr val="dk1"/>
                </a:solidFill>
                <a:latin typeface="Open Sans" panose="020B0606030504020204" pitchFamily="34" charset="0"/>
                <a:ea typeface="Open Sans" panose="020B0606030504020204" pitchFamily="34" charset="0"/>
                <a:cs typeface="Open Sans" panose="020B0606030504020204" pitchFamily="34" charset="0"/>
                <a:sym typeface="Sora"/>
              </a:rPr>
              <a:t>Título</a:t>
            </a:r>
            <a:endParaRPr lang="en-US" sz="1800" b="1"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Sora"/>
            </a:endParaRPr>
          </a:p>
        </p:txBody>
      </p:sp>
      <p:sp>
        <p:nvSpPr>
          <p:cNvPr id="20" name="Subtitle 2">
            <a:extLst>
              <a:ext uri="{FF2B5EF4-FFF2-40B4-BE49-F238E27FC236}">
                <a16:creationId xmlns:a16="http://schemas.microsoft.com/office/drawing/2014/main" id="{056245AF-ADBD-B97A-B34E-0BC7BC620BC4}"/>
              </a:ext>
            </a:extLst>
          </p:cNvPr>
          <p:cNvSpPr txBox="1">
            <a:spLocks/>
          </p:cNvSpPr>
          <p:nvPr/>
        </p:nvSpPr>
        <p:spPr>
          <a:xfrm>
            <a:off x="8483825" y="5340696"/>
            <a:ext cx="2622325" cy="858770"/>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ts val="1600"/>
              </a:lnSpc>
              <a:spcBef>
                <a:spcPts val="0"/>
              </a:spcBef>
            </a:pPr>
            <a:r>
              <a:rPr lang="en-US" sz="9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Lorem ipsum dolor sit amet, consectetuer adipiscing elit. Aenean commodo ligula eget Cum sociis natoque  dolor</a:t>
            </a:r>
          </a:p>
        </p:txBody>
      </p:sp>
      <p:sp>
        <p:nvSpPr>
          <p:cNvPr id="21" name="TextBox 20">
            <a:extLst>
              <a:ext uri="{FF2B5EF4-FFF2-40B4-BE49-F238E27FC236}">
                <a16:creationId xmlns:a16="http://schemas.microsoft.com/office/drawing/2014/main" id="{FB1CE8F2-BB99-691F-ABA6-ABD2BCE0338C}"/>
              </a:ext>
            </a:extLst>
          </p:cNvPr>
          <p:cNvSpPr txBox="1"/>
          <p:nvPr/>
        </p:nvSpPr>
        <p:spPr>
          <a:xfrm>
            <a:off x="8723247" y="5031689"/>
            <a:ext cx="854721" cy="369332"/>
          </a:xfrm>
          <a:prstGeom prst="rect">
            <a:avLst/>
          </a:prstGeom>
          <a:noFill/>
        </p:spPr>
        <p:txBody>
          <a:bodyPr wrap="none" rtlCol="0">
            <a:spAutoFit/>
          </a:bodyPr>
          <a:lstStyle/>
          <a:p>
            <a:pPr marL="0" marR="0" lvl="0" indent="0" algn="ctr" rtl="0">
              <a:spcBef>
                <a:spcPts val="0"/>
              </a:spcBef>
              <a:spcAft>
                <a:spcPts val="0"/>
              </a:spcAft>
              <a:buNone/>
            </a:pPr>
            <a:r>
              <a:rPr lang="en-US" sz="1800" b="1" dirty="0" err="1">
                <a:solidFill>
                  <a:schemeClr val="dk1"/>
                </a:solidFill>
                <a:latin typeface="Open Sans" panose="020B0606030504020204" pitchFamily="34" charset="0"/>
                <a:ea typeface="Open Sans" panose="020B0606030504020204" pitchFamily="34" charset="0"/>
                <a:cs typeface="Open Sans" panose="020B0606030504020204" pitchFamily="34" charset="0"/>
                <a:sym typeface="Sora"/>
              </a:rPr>
              <a:t>Título</a:t>
            </a:r>
            <a:endParaRPr lang="en-US" sz="1800" b="1"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Sora"/>
            </a:endParaRPr>
          </a:p>
        </p:txBody>
      </p:sp>
      <p:sp>
        <p:nvSpPr>
          <p:cNvPr id="24" name="TextBox 23">
            <a:extLst>
              <a:ext uri="{FF2B5EF4-FFF2-40B4-BE49-F238E27FC236}">
                <a16:creationId xmlns:a16="http://schemas.microsoft.com/office/drawing/2014/main" id="{E02A0661-24DD-C651-6302-1F32D54D08B9}"/>
              </a:ext>
            </a:extLst>
          </p:cNvPr>
          <p:cNvSpPr txBox="1"/>
          <p:nvPr/>
        </p:nvSpPr>
        <p:spPr>
          <a:xfrm>
            <a:off x="4795484" y="570480"/>
            <a:ext cx="2601033" cy="630942"/>
          </a:xfrm>
          <a:prstGeom prst="rect">
            <a:avLst/>
          </a:prstGeom>
          <a:noFill/>
        </p:spPr>
        <p:txBody>
          <a:bodyPr wrap="none" rtlCol="0">
            <a:spAutoFit/>
          </a:bodyPr>
          <a:lstStyle/>
          <a:p>
            <a:pPr algn="ctr"/>
            <a:r>
              <a:rPr lang="en-US" sz="3500" b="1" i="0" dirty="0" err="1">
                <a:effectLst/>
                <a:latin typeface="Open Sans" panose="020B0606030504020204" pitchFamily="34" charset="0"/>
                <a:ea typeface="Open Sans" panose="020B0606030504020204" pitchFamily="34" charset="0"/>
                <a:cs typeface="Open Sans" panose="020B0606030504020204" pitchFamily="34" charset="0"/>
              </a:rPr>
              <a:t>Infografías</a:t>
            </a:r>
            <a:endParaRPr lang="en-US" sz="3500" b="1" i="0" dirty="0">
              <a:effectLst/>
              <a:latin typeface="Open Sans" panose="020B0606030504020204" pitchFamily="34" charset="0"/>
              <a:ea typeface="Open Sans" panose="020B0606030504020204" pitchFamily="34" charset="0"/>
              <a:cs typeface="Open Sans" panose="020B0606030504020204" pitchFamily="34" charset="0"/>
            </a:endParaRPr>
          </a:p>
        </p:txBody>
      </p:sp>
      <p:sp>
        <p:nvSpPr>
          <p:cNvPr id="23" name="Freeform 20">
            <a:extLst>
              <a:ext uri="{FF2B5EF4-FFF2-40B4-BE49-F238E27FC236}">
                <a16:creationId xmlns:a16="http://schemas.microsoft.com/office/drawing/2014/main" id="{5431287A-7063-5F7A-8D63-4104E80A9050}"/>
              </a:ext>
            </a:extLst>
          </p:cNvPr>
          <p:cNvSpPr>
            <a:spLocks noChangeAspect="1" noEditPoints="1"/>
          </p:cNvSpPr>
          <p:nvPr/>
        </p:nvSpPr>
        <p:spPr bwMode="auto">
          <a:xfrm>
            <a:off x="5822119" y="2215723"/>
            <a:ext cx="551386" cy="553212"/>
          </a:xfrm>
          <a:custGeom>
            <a:avLst/>
            <a:gdLst>
              <a:gd name="T0" fmla="*/ 146 w 151"/>
              <a:gd name="T1" fmla="*/ 122 h 151"/>
              <a:gd name="T2" fmla="*/ 107 w 151"/>
              <a:gd name="T3" fmla="*/ 83 h 151"/>
              <a:gd name="T4" fmla="*/ 113 w 151"/>
              <a:gd name="T5" fmla="*/ 56 h 151"/>
              <a:gd name="T6" fmla="*/ 57 w 151"/>
              <a:gd name="T7" fmla="*/ 0 h 151"/>
              <a:gd name="T8" fmla="*/ 0 w 151"/>
              <a:gd name="T9" fmla="*/ 56 h 151"/>
              <a:gd name="T10" fmla="*/ 57 w 151"/>
              <a:gd name="T11" fmla="*/ 113 h 151"/>
              <a:gd name="T12" fmla="*/ 84 w 151"/>
              <a:gd name="T13" fmla="*/ 107 h 151"/>
              <a:gd name="T14" fmla="*/ 123 w 151"/>
              <a:gd name="T15" fmla="*/ 146 h 151"/>
              <a:gd name="T16" fmla="*/ 135 w 151"/>
              <a:gd name="T17" fmla="*/ 151 h 151"/>
              <a:gd name="T18" fmla="*/ 151 w 151"/>
              <a:gd name="T19" fmla="*/ 133 h 151"/>
              <a:gd name="T20" fmla="*/ 146 w 151"/>
              <a:gd name="T21" fmla="*/ 122 h 151"/>
              <a:gd name="T22" fmla="*/ 57 w 151"/>
              <a:gd name="T23" fmla="*/ 103 h 151"/>
              <a:gd name="T24" fmla="*/ 10 w 151"/>
              <a:gd name="T25" fmla="*/ 56 h 151"/>
              <a:gd name="T26" fmla="*/ 57 w 151"/>
              <a:gd name="T27" fmla="*/ 10 h 151"/>
              <a:gd name="T28" fmla="*/ 105 w 151"/>
              <a:gd name="T29" fmla="*/ 56 h 151"/>
              <a:gd name="T30" fmla="*/ 57 w 151"/>
              <a:gd name="T31" fmla="*/ 103 h 151"/>
              <a:gd name="T32" fmla="*/ 135 w 151"/>
              <a:gd name="T33" fmla="*/ 142 h 151"/>
              <a:gd name="T34" fmla="*/ 129 w 151"/>
              <a:gd name="T35" fmla="*/ 140 h 151"/>
              <a:gd name="T36" fmla="*/ 91 w 151"/>
              <a:gd name="T37" fmla="*/ 102 h 151"/>
              <a:gd name="T38" fmla="*/ 102 w 151"/>
              <a:gd name="T39" fmla="*/ 89 h 151"/>
              <a:gd name="T40" fmla="*/ 140 w 151"/>
              <a:gd name="T41" fmla="*/ 127 h 151"/>
              <a:gd name="T42" fmla="*/ 143 w 151"/>
              <a:gd name="T43" fmla="*/ 133 h 151"/>
              <a:gd name="T44" fmla="*/ 135 w 151"/>
              <a:gd name="T45" fmla="*/ 142 h 151"/>
              <a:gd name="T46" fmla="*/ 56 w 151"/>
              <a:gd name="T47" fmla="*/ 22 h 151"/>
              <a:gd name="T48" fmla="*/ 54 w 151"/>
              <a:gd name="T49" fmla="*/ 24 h 151"/>
              <a:gd name="T50" fmla="*/ 56 w 151"/>
              <a:gd name="T51" fmla="*/ 27 h 151"/>
              <a:gd name="T52" fmla="*/ 82 w 151"/>
              <a:gd name="T53" fmla="*/ 55 h 151"/>
              <a:gd name="T54" fmla="*/ 84 w 151"/>
              <a:gd name="T55" fmla="*/ 57 h 151"/>
              <a:gd name="T56" fmla="*/ 87 w 151"/>
              <a:gd name="T57" fmla="*/ 55 h 151"/>
              <a:gd name="T58" fmla="*/ 56 w 151"/>
              <a:gd name="T59" fmla="*/ 22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51" h="151">
                <a:moveTo>
                  <a:pt x="146" y="122"/>
                </a:moveTo>
                <a:cubicBezTo>
                  <a:pt x="146" y="122"/>
                  <a:pt x="146" y="122"/>
                  <a:pt x="107" y="83"/>
                </a:cubicBezTo>
                <a:cubicBezTo>
                  <a:pt x="111" y="75"/>
                  <a:pt x="113" y="66"/>
                  <a:pt x="113" y="56"/>
                </a:cubicBezTo>
                <a:cubicBezTo>
                  <a:pt x="113" y="26"/>
                  <a:pt x="89" y="0"/>
                  <a:pt x="57" y="0"/>
                </a:cubicBezTo>
                <a:cubicBezTo>
                  <a:pt x="26" y="0"/>
                  <a:pt x="0" y="26"/>
                  <a:pt x="0" y="56"/>
                </a:cubicBezTo>
                <a:cubicBezTo>
                  <a:pt x="0" y="87"/>
                  <a:pt x="26" y="113"/>
                  <a:pt x="57" y="113"/>
                </a:cubicBezTo>
                <a:cubicBezTo>
                  <a:pt x="67" y="113"/>
                  <a:pt x="75" y="110"/>
                  <a:pt x="84" y="107"/>
                </a:cubicBezTo>
                <a:cubicBezTo>
                  <a:pt x="84" y="107"/>
                  <a:pt x="84" y="107"/>
                  <a:pt x="123" y="146"/>
                </a:cubicBezTo>
                <a:cubicBezTo>
                  <a:pt x="125" y="148"/>
                  <a:pt x="130" y="151"/>
                  <a:pt x="135" y="151"/>
                </a:cubicBezTo>
                <a:cubicBezTo>
                  <a:pt x="144" y="151"/>
                  <a:pt x="151" y="143"/>
                  <a:pt x="151" y="133"/>
                </a:cubicBezTo>
                <a:cubicBezTo>
                  <a:pt x="151" y="129"/>
                  <a:pt x="149" y="125"/>
                  <a:pt x="146" y="122"/>
                </a:cubicBezTo>
                <a:close/>
                <a:moveTo>
                  <a:pt x="57" y="103"/>
                </a:moveTo>
                <a:cubicBezTo>
                  <a:pt x="31" y="103"/>
                  <a:pt x="10" y="82"/>
                  <a:pt x="10" y="56"/>
                </a:cubicBezTo>
                <a:cubicBezTo>
                  <a:pt x="10" y="31"/>
                  <a:pt x="31" y="10"/>
                  <a:pt x="57" y="10"/>
                </a:cubicBezTo>
                <a:cubicBezTo>
                  <a:pt x="84" y="10"/>
                  <a:pt x="105" y="31"/>
                  <a:pt x="105" y="56"/>
                </a:cubicBezTo>
                <a:cubicBezTo>
                  <a:pt x="105" y="82"/>
                  <a:pt x="84" y="103"/>
                  <a:pt x="57" y="103"/>
                </a:cubicBezTo>
                <a:close/>
                <a:moveTo>
                  <a:pt x="135" y="142"/>
                </a:moveTo>
                <a:cubicBezTo>
                  <a:pt x="133" y="142"/>
                  <a:pt x="130" y="141"/>
                  <a:pt x="129" y="140"/>
                </a:cubicBezTo>
                <a:cubicBezTo>
                  <a:pt x="91" y="102"/>
                  <a:pt x="91" y="102"/>
                  <a:pt x="91" y="102"/>
                </a:cubicBezTo>
                <a:cubicBezTo>
                  <a:pt x="95" y="98"/>
                  <a:pt x="100" y="94"/>
                  <a:pt x="102" y="89"/>
                </a:cubicBezTo>
                <a:cubicBezTo>
                  <a:pt x="102" y="89"/>
                  <a:pt x="102" y="89"/>
                  <a:pt x="140" y="127"/>
                </a:cubicBezTo>
                <a:cubicBezTo>
                  <a:pt x="141" y="130"/>
                  <a:pt x="143" y="131"/>
                  <a:pt x="143" y="133"/>
                </a:cubicBezTo>
                <a:cubicBezTo>
                  <a:pt x="143" y="138"/>
                  <a:pt x="139" y="142"/>
                  <a:pt x="135" y="142"/>
                </a:cubicBezTo>
                <a:close/>
                <a:moveTo>
                  <a:pt x="56" y="22"/>
                </a:moveTo>
                <a:cubicBezTo>
                  <a:pt x="55" y="22"/>
                  <a:pt x="54" y="23"/>
                  <a:pt x="54" y="24"/>
                </a:cubicBezTo>
                <a:cubicBezTo>
                  <a:pt x="54" y="25"/>
                  <a:pt x="55" y="27"/>
                  <a:pt x="56" y="27"/>
                </a:cubicBezTo>
                <a:cubicBezTo>
                  <a:pt x="71" y="27"/>
                  <a:pt x="82" y="39"/>
                  <a:pt x="82" y="55"/>
                </a:cubicBezTo>
                <a:cubicBezTo>
                  <a:pt x="82" y="56"/>
                  <a:pt x="83" y="57"/>
                  <a:pt x="84" y="57"/>
                </a:cubicBezTo>
                <a:cubicBezTo>
                  <a:pt x="85" y="57"/>
                  <a:pt x="87" y="56"/>
                  <a:pt x="87" y="55"/>
                </a:cubicBezTo>
                <a:cubicBezTo>
                  <a:pt x="87" y="37"/>
                  <a:pt x="73" y="22"/>
                  <a:pt x="56" y="22"/>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25" name="Freeform 22">
            <a:extLst>
              <a:ext uri="{FF2B5EF4-FFF2-40B4-BE49-F238E27FC236}">
                <a16:creationId xmlns:a16="http://schemas.microsoft.com/office/drawing/2014/main" id="{73CA57ED-EBB4-E4CE-9C6D-7E77E86AE7C4}"/>
              </a:ext>
            </a:extLst>
          </p:cNvPr>
          <p:cNvSpPr>
            <a:spLocks noChangeAspect="1" noEditPoints="1"/>
          </p:cNvSpPr>
          <p:nvPr/>
        </p:nvSpPr>
        <p:spPr bwMode="auto">
          <a:xfrm>
            <a:off x="7500063" y="3587552"/>
            <a:ext cx="382693" cy="553212"/>
          </a:xfrm>
          <a:custGeom>
            <a:avLst/>
            <a:gdLst>
              <a:gd name="T0" fmla="*/ 72 w 147"/>
              <a:gd name="T1" fmla="*/ 36 h 212"/>
              <a:gd name="T2" fmla="*/ 30 w 147"/>
              <a:gd name="T3" fmla="*/ 73 h 212"/>
              <a:gd name="T4" fmla="*/ 34 w 147"/>
              <a:gd name="T5" fmla="*/ 76 h 212"/>
              <a:gd name="T6" fmla="*/ 37 w 147"/>
              <a:gd name="T7" fmla="*/ 73 h 212"/>
              <a:gd name="T8" fmla="*/ 72 w 147"/>
              <a:gd name="T9" fmla="*/ 42 h 212"/>
              <a:gd name="T10" fmla="*/ 76 w 147"/>
              <a:gd name="T11" fmla="*/ 39 h 212"/>
              <a:gd name="T12" fmla="*/ 72 w 147"/>
              <a:gd name="T13" fmla="*/ 36 h 212"/>
              <a:gd name="T14" fmla="*/ 72 w 147"/>
              <a:gd name="T15" fmla="*/ 0 h 212"/>
              <a:gd name="T16" fmla="*/ 0 w 147"/>
              <a:gd name="T17" fmla="*/ 73 h 212"/>
              <a:gd name="T18" fmla="*/ 33 w 147"/>
              <a:gd name="T19" fmla="*/ 152 h 212"/>
              <a:gd name="T20" fmla="*/ 72 w 147"/>
              <a:gd name="T21" fmla="*/ 212 h 212"/>
              <a:gd name="T22" fmla="*/ 112 w 147"/>
              <a:gd name="T23" fmla="*/ 152 h 212"/>
              <a:gd name="T24" fmla="*/ 147 w 147"/>
              <a:gd name="T25" fmla="*/ 73 h 212"/>
              <a:gd name="T26" fmla="*/ 72 w 147"/>
              <a:gd name="T27" fmla="*/ 0 h 212"/>
              <a:gd name="T28" fmla="*/ 72 w 147"/>
              <a:gd name="T29" fmla="*/ 199 h 212"/>
              <a:gd name="T30" fmla="*/ 60 w 147"/>
              <a:gd name="T31" fmla="*/ 190 h 212"/>
              <a:gd name="T32" fmla="*/ 88 w 147"/>
              <a:gd name="T33" fmla="*/ 187 h 212"/>
              <a:gd name="T34" fmla="*/ 72 w 147"/>
              <a:gd name="T35" fmla="*/ 199 h 212"/>
              <a:gd name="T36" fmla="*/ 93 w 147"/>
              <a:gd name="T37" fmla="*/ 171 h 212"/>
              <a:gd name="T38" fmla="*/ 90 w 147"/>
              <a:gd name="T39" fmla="*/ 180 h 212"/>
              <a:gd name="T40" fmla="*/ 57 w 147"/>
              <a:gd name="T41" fmla="*/ 183 h 212"/>
              <a:gd name="T42" fmla="*/ 53 w 147"/>
              <a:gd name="T43" fmla="*/ 171 h 212"/>
              <a:gd name="T44" fmla="*/ 95 w 147"/>
              <a:gd name="T45" fmla="*/ 166 h 212"/>
              <a:gd name="T46" fmla="*/ 93 w 147"/>
              <a:gd name="T47" fmla="*/ 171 h 212"/>
              <a:gd name="T48" fmla="*/ 96 w 147"/>
              <a:gd name="T49" fmla="*/ 159 h 212"/>
              <a:gd name="T50" fmla="*/ 52 w 147"/>
              <a:gd name="T51" fmla="*/ 164 h 212"/>
              <a:gd name="T52" fmla="*/ 46 w 147"/>
              <a:gd name="T53" fmla="*/ 152 h 212"/>
              <a:gd name="T54" fmla="*/ 98 w 147"/>
              <a:gd name="T55" fmla="*/ 152 h 212"/>
              <a:gd name="T56" fmla="*/ 96 w 147"/>
              <a:gd name="T57" fmla="*/ 159 h 212"/>
              <a:gd name="T58" fmla="*/ 103 w 147"/>
              <a:gd name="T59" fmla="*/ 138 h 212"/>
              <a:gd name="T60" fmla="*/ 41 w 147"/>
              <a:gd name="T61" fmla="*/ 138 h 212"/>
              <a:gd name="T62" fmla="*/ 31 w 147"/>
              <a:gd name="T63" fmla="*/ 118 h 212"/>
              <a:gd name="T64" fmla="*/ 13 w 147"/>
              <a:gd name="T65" fmla="*/ 73 h 212"/>
              <a:gd name="T66" fmla="*/ 72 w 147"/>
              <a:gd name="T67" fmla="*/ 14 h 212"/>
              <a:gd name="T68" fmla="*/ 133 w 147"/>
              <a:gd name="T69" fmla="*/ 73 h 212"/>
              <a:gd name="T70" fmla="*/ 115 w 147"/>
              <a:gd name="T71" fmla="*/ 118 h 212"/>
              <a:gd name="T72" fmla="*/ 103 w 147"/>
              <a:gd name="T73" fmla="*/ 138 h 2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47" h="212">
                <a:moveTo>
                  <a:pt x="72" y="36"/>
                </a:moveTo>
                <a:cubicBezTo>
                  <a:pt x="50" y="36"/>
                  <a:pt x="30" y="52"/>
                  <a:pt x="30" y="73"/>
                </a:cubicBezTo>
                <a:cubicBezTo>
                  <a:pt x="30" y="74"/>
                  <a:pt x="32" y="76"/>
                  <a:pt x="34" y="76"/>
                </a:cubicBezTo>
                <a:cubicBezTo>
                  <a:pt x="36" y="76"/>
                  <a:pt x="37" y="74"/>
                  <a:pt x="37" y="73"/>
                </a:cubicBezTo>
                <a:cubicBezTo>
                  <a:pt x="37" y="55"/>
                  <a:pt x="54" y="42"/>
                  <a:pt x="72" y="42"/>
                </a:cubicBezTo>
                <a:cubicBezTo>
                  <a:pt x="74" y="42"/>
                  <a:pt x="76" y="41"/>
                  <a:pt x="76" y="39"/>
                </a:cubicBezTo>
                <a:cubicBezTo>
                  <a:pt x="76" y="37"/>
                  <a:pt x="74" y="36"/>
                  <a:pt x="72" y="36"/>
                </a:cubicBezTo>
                <a:close/>
                <a:moveTo>
                  <a:pt x="72" y="0"/>
                </a:moveTo>
                <a:cubicBezTo>
                  <a:pt x="33" y="0"/>
                  <a:pt x="0" y="33"/>
                  <a:pt x="0" y="73"/>
                </a:cubicBezTo>
                <a:cubicBezTo>
                  <a:pt x="0" y="99"/>
                  <a:pt x="24" y="128"/>
                  <a:pt x="33" y="152"/>
                </a:cubicBezTo>
                <a:cubicBezTo>
                  <a:pt x="46" y="190"/>
                  <a:pt x="45" y="212"/>
                  <a:pt x="72" y="212"/>
                </a:cubicBezTo>
                <a:cubicBezTo>
                  <a:pt x="102" y="212"/>
                  <a:pt x="100" y="190"/>
                  <a:pt x="112" y="152"/>
                </a:cubicBezTo>
                <a:cubicBezTo>
                  <a:pt x="121" y="128"/>
                  <a:pt x="147" y="99"/>
                  <a:pt x="147" y="73"/>
                </a:cubicBezTo>
                <a:cubicBezTo>
                  <a:pt x="147" y="33"/>
                  <a:pt x="114" y="0"/>
                  <a:pt x="72" y="0"/>
                </a:cubicBezTo>
                <a:close/>
                <a:moveTo>
                  <a:pt x="72" y="199"/>
                </a:moveTo>
                <a:cubicBezTo>
                  <a:pt x="65" y="199"/>
                  <a:pt x="64" y="197"/>
                  <a:pt x="60" y="190"/>
                </a:cubicBezTo>
                <a:cubicBezTo>
                  <a:pt x="88" y="187"/>
                  <a:pt x="88" y="187"/>
                  <a:pt x="88" y="187"/>
                </a:cubicBezTo>
                <a:cubicBezTo>
                  <a:pt x="84" y="197"/>
                  <a:pt x="81" y="199"/>
                  <a:pt x="72" y="199"/>
                </a:cubicBezTo>
                <a:close/>
                <a:moveTo>
                  <a:pt x="93" y="171"/>
                </a:moveTo>
                <a:cubicBezTo>
                  <a:pt x="91" y="175"/>
                  <a:pt x="91" y="178"/>
                  <a:pt x="90" y="180"/>
                </a:cubicBezTo>
                <a:cubicBezTo>
                  <a:pt x="57" y="183"/>
                  <a:pt x="57" y="183"/>
                  <a:pt x="57" y="183"/>
                </a:cubicBezTo>
                <a:cubicBezTo>
                  <a:pt x="57" y="180"/>
                  <a:pt x="55" y="176"/>
                  <a:pt x="53" y="171"/>
                </a:cubicBezTo>
                <a:cubicBezTo>
                  <a:pt x="95" y="166"/>
                  <a:pt x="95" y="166"/>
                  <a:pt x="95" y="166"/>
                </a:cubicBezTo>
                <a:cubicBezTo>
                  <a:pt x="93" y="168"/>
                  <a:pt x="93" y="169"/>
                  <a:pt x="93" y="171"/>
                </a:cubicBezTo>
                <a:close/>
                <a:moveTo>
                  <a:pt x="96" y="159"/>
                </a:moveTo>
                <a:cubicBezTo>
                  <a:pt x="52" y="164"/>
                  <a:pt x="52" y="164"/>
                  <a:pt x="52" y="164"/>
                </a:cubicBezTo>
                <a:cubicBezTo>
                  <a:pt x="50" y="161"/>
                  <a:pt x="48" y="157"/>
                  <a:pt x="46" y="152"/>
                </a:cubicBezTo>
                <a:cubicBezTo>
                  <a:pt x="98" y="152"/>
                  <a:pt x="98" y="152"/>
                  <a:pt x="98" y="152"/>
                </a:cubicBezTo>
                <a:cubicBezTo>
                  <a:pt x="98" y="154"/>
                  <a:pt x="96" y="157"/>
                  <a:pt x="96" y="159"/>
                </a:cubicBezTo>
                <a:close/>
                <a:moveTo>
                  <a:pt x="103" y="138"/>
                </a:moveTo>
                <a:cubicBezTo>
                  <a:pt x="41" y="138"/>
                  <a:pt x="41" y="138"/>
                  <a:pt x="41" y="138"/>
                </a:cubicBezTo>
                <a:cubicBezTo>
                  <a:pt x="39" y="131"/>
                  <a:pt x="34" y="125"/>
                  <a:pt x="31" y="118"/>
                </a:cubicBezTo>
                <a:cubicBezTo>
                  <a:pt x="22" y="102"/>
                  <a:pt x="13" y="87"/>
                  <a:pt x="13" y="73"/>
                </a:cubicBezTo>
                <a:cubicBezTo>
                  <a:pt x="13" y="40"/>
                  <a:pt x="39" y="14"/>
                  <a:pt x="72" y="14"/>
                </a:cubicBezTo>
                <a:cubicBezTo>
                  <a:pt x="105" y="14"/>
                  <a:pt x="133" y="40"/>
                  <a:pt x="133" y="73"/>
                </a:cubicBezTo>
                <a:cubicBezTo>
                  <a:pt x="133" y="87"/>
                  <a:pt x="124" y="102"/>
                  <a:pt x="115" y="118"/>
                </a:cubicBezTo>
                <a:cubicBezTo>
                  <a:pt x="110" y="125"/>
                  <a:pt x="107" y="131"/>
                  <a:pt x="103" y="138"/>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26" name="Freeform 5">
            <a:extLst>
              <a:ext uri="{FF2B5EF4-FFF2-40B4-BE49-F238E27FC236}">
                <a16:creationId xmlns:a16="http://schemas.microsoft.com/office/drawing/2014/main" id="{8C3D6530-E9A3-BFA0-DC3E-3073A7EC740C}"/>
              </a:ext>
            </a:extLst>
          </p:cNvPr>
          <p:cNvSpPr>
            <a:spLocks noChangeAspect="1" noEditPoints="1"/>
          </p:cNvSpPr>
          <p:nvPr/>
        </p:nvSpPr>
        <p:spPr bwMode="auto">
          <a:xfrm>
            <a:off x="5796290" y="5268384"/>
            <a:ext cx="553212" cy="429606"/>
          </a:xfrm>
          <a:custGeom>
            <a:avLst/>
            <a:gdLst>
              <a:gd name="T0" fmla="*/ 1154 w 1387"/>
              <a:gd name="T1" fmla="*/ 422 h 1074"/>
              <a:gd name="T2" fmla="*/ 1130 w 1387"/>
              <a:gd name="T3" fmla="*/ 393 h 1074"/>
              <a:gd name="T4" fmla="*/ 746 w 1387"/>
              <a:gd name="T5" fmla="*/ 20 h 1074"/>
              <a:gd name="T6" fmla="*/ 293 w 1387"/>
              <a:gd name="T7" fmla="*/ 313 h 1074"/>
              <a:gd name="T8" fmla="*/ 275 w 1387"/>
              <a:gd name="T9" fmla="*/ 332 h 1074"/>
              <a:gd name="T10" fmla="*/ 39 w 1387"/>
              <a:gd name="T11" fmla="*/ 768 h 1074"/>
              <a:gd name="T12" fmla="*/ 413 w 1387"/>
              <a:gd name="T13" fmla="*/ 1073 h 1074"/>
              <a:gd name="T14" fmla="*/ 727 w 1387"/>
              <a:gd name="T15" fmla="*/ 1073 h 1074"/>
              <a:gd name="T16" fmla="*/ 1032 w 1387"/>
              <a:gd name="T17" fmla="*/ 1073 h 1074"/>
              <a:gd name="T18" fmla="*/ 1098 w 1387"/>
              <a:gd name="T19" fmla="*/ 1068 h 1074"/>
              <a:gd name="T20" fmla="*/ 1374 w 1387"/>
              <a:gd name="T21" fmla="*/ 762 h 1074"/>
              <a:gd name="T22" fmla="*/ 1154 w 1387"/>
              <a:gd name="T23" fmla="*/ 422 h 1074"/>
              <a:gd name="T24" fmla="*/ 1073 w 1387"/>
              <a:gd name="T25" fmla="*/ 975 h 1074"/>
              <a:gd name="T26" fmla="*/ 1030 w 1387"/>
              <a:gd name="T27" fmla="*/ 977 h 1074"/>
              <a:gd name="T28" fmla="*/ 725 w 1387"/>
              <a:gd name="T29" fmla="*/ 977 h 1074"/>
              <a:gd name="T30" fmla="*/ 416 w 1387"/>
              <a:gd name="T31" fmla="*/ 977 h 1074"/>
              <a:gd name="T32" fmla="*/ 132 w 1387"/>
              <a:gd name="T33" fmla="*/ 742 h 1074"/>
              <a:gd name="T34" fmla="*/ 333 w 1387"/>
              <a:gd name="T35" fmla="*/ 414 h 1074"/>
              <a:gd name="T36" fmla="*/ 377 w 1387"/>
              <a:gd name="T37" fmla="*/ 369 h 1074"/>
              <a:gd name="T38" fmla="*/ 715 w 1387"/>
              <a:gd name="T39" fmla="*/ 113 h 1074"/>
              <a:gd name="T40" fmla="*/ 1033 w 1387"/>
              <a:gd name="T41" fmla="*/ 390 h 1074"/>
              <a:gd name="T42" fmla="*/ 1038 w 1387"/>
              <a:gd name="T43" fmla="*/ 446 h 1074"/>
              <a:gd name="T44" fmla="*/ 1085 w 1387"/>
              <a:gd name="T45" fmla="*/ 502 h 1074"/>
              <a:gd name="T46" fmla="*/ 1274 w 1387"/>
              <a:gd name="T47" fmla="*/ 691 h 1074"/>
              <a:gd name="T48" fmla="*/ 1073 w 1387"/>
              <a:gd name="T49" fmla="*/ 975 h 1074"/>
              <a:gd name="T50" fmla="*/ 860 w 1387"/>
              <a:gd name="T51" fmla="*/ 608 h 1074"/>
              <a:gd name="T52" fmla="*/ 751 w 1387"/>
              <a:gd name="T53" fmla="*/ 718 h 1074"/>
              <a:gd name="T54" fmla="*/ 751 w 1387"/>
              <a:gd name="T55" fmla="*/ 700 h 1074"/>
              <a:gd name="T56" fmla="*/ 751 w 1387"/>
              <a:gd name="T57" fmla="*/ 358 h 1074"/>
              <a:gd name="T58" fmla="*/ 721 w 1387"/>
              <a:gd name="T59" fmla="*/ 309 h 1074"/>
              <a:gd name="T60" fmla="*/ 655 w 1387"/>
              <a:gd name="T61" fmla="*/ 356 h 1074"/>
              <a:gd name="T62" fmla="*/ 655 w 1387"/>
              <a:gd name="T63" fmla="*/ 700 h 1074"/>
              <a:gd name="T64" fmla="*/ 655 w 1387"/>
              <a:gd name="T65" fmla="*/ 718 h 1074"/>
              <a:gd name="T66" fmla="*/ 545 w 1387"/>
              <a:gd name="T67" fmla="*/ 608 h 1074"/>
              <a:gd name="T68" fmla="*/ 476 w 1387"/>
              <a:gd name="T69" fmla="*/ 608 h 1074"/>
              <a:gd name="T70" fmla="*/ 477 w 1387"/>
              <a:gd name="T71" fmla="*/ 675 h 1074"/>
              <a:gd name="T72" fmla="*/ 669 w 1387"/>
              <a:gd name="T73" fmla="*/ 867 h 1074"/>
              <a:gd name="T74" fmla="*/ 736 w 1387"/>
              <a:gd name="T75" fmla="*/ 867 h 1074"/>
              <a:gd name="T76" fmla="*/ 929 w 1387"/>
              <a:gd name="T77" fmla="*/ 674 h 1074"/>
              <a:gd name="T78" fmla="*/ 941 w 1387"/>
              <a:gd name="T79" fmla="*/ 629 h 1074"/>
              <a:gd name="T80" fmla="*/ 860 w 1387"/>
              <a:gd name="T81" fmla="*/ 608 h 10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387" h="1074">
                <a:moveTo>
                  <a:pt x="1154" y="422"/>
                </a:moveTo>
                <a:cubicBezTo>
                  <a:pt x="1139" y="417"/>
                  <a:pt x="1133" y="411"/>
                  <a:pt x="1130" y="393"/>
                </a:cubicBezTo>
                <a:cubicBezTo>
                  <a:pt x="1106" y="195"/>
                  <a:pt x="944" y="39"/>
                  <a:pt x="746" y="20"/>
                </a:cubicBezTo>
                <a:cubicBezTo>
                  <a:pt x="542" y="0"/>
                  <a:pt x="356" y="120"/>
                  <a:pt x="293" y="313"/>
                </a:cubicBezTo>
                <a:cubicBezTo>
                  <a:pt x="290" y="323"/>
                  <a:pt x="285" y="328"/>
                  <a:pt x="275" y="332"/>
                </a:cubicBezTo>
                <a:cubicBezTo>
                  <a:pt x="100" y="400"/>
                  <a:pt x="0" y="586"/>
                  <a:pt x="39" y="768"/>
                </a:cubicBezTo>
                <a:cubicBezTo>
                  <a:pt x="77" y="946"/>
                  <a:pt x="231" y="1072"/>
                  <a:pt x="413" y="1073"/>
                </a:cubicBezTo>
                <a:cubicBezTo>
                  <a:pt x="518" y="1074"/>
                  <a:pt x="622" y="1073"/>
                  <a:pt x="727" y="1073"/>
                </a:cubicBezTo>
                <a:cubicBezTo>
                  <a:pt x="829" y="1073"/>
                  <a:pt x="930" y="1073"/>
                  <a:pt x="1032" y="1073"/>
                </a:cubicBezTo>
                <a:cubicBezTo>
                  <a:pt x="1054" y="1073"/>
                  <a:pt x="1076" y="1071"/>
                  <a:pt x="1098" y="1068"/>
                </a:cubicBezTo>
                <a:cubicBezTo>
                  <a:pt x="1248" y="1041"/>
                  <a:pt x="1360" y="917"/>
                  <a:pt x="1374" y="762"/>
                </a:cubicBezTo>
                <a:cubicBezTo>
                  <a:pt x="1387" y="616"/>
                  <a:pt x="1295" y="472"/>
                  <a:pt x="1154" y="422"/>
                </a:cubicBezTo>
                <a:close/>
                <a:moveTo>
                  <a:pt x="1073" y="975"/>
                </a:moveTo>
                <a:cubicBezTo>
                  <a:pt x="1058" y="976"/>
                  <a:pt x="1044" y="977"/>
                  <a:pt x="1030" y="977"/>
                </a:cubicBezTo>
                <a:cubicBezTo>
                  <a:pt x="928" y="977"/>
                  <a:pt x="827" y="977"/>
                  <a:pt x="725" y="977"/>
                </a:cubicBezTo>
                <a:cubicBezTo>
                  <a:pt x="622" y="977"/>
                  <a:pt x="519" y="977"/>
                  <a:pt x="416" y="977"/>
                </a:cubicBezTo>
                <a:cubicBezTo>
                  <a:pt x="275" y="977"/>
                  <a:pt x="159" y="881"/>
                  <a:pt x="132" y="742"/>
                </a:cubicBezTo>
                <a:cubicBezTo>
                  <a:pt x="104" y="599"/>
                  <a:pt x="192" y="455"/>
                  <a:pt x="333" y="414"/>
                </a:cubicBezTo>
                <a:cubicBezTo>
                  <a:pt x="357" y="407"/>
                  <a:pt x="370" y="393"/>
                  <a:pt x="377" y="369"/>
                </a:cubicBezTo>
                <a:cubicBezTo>
                  <a:pt x="417" y="213"/>
                  <a:pt x="554" y="110"/>
                  <a:pt x="715" y="113"/>
                </a:cubicBezTo>
                <a:cubicBezTo>
                  <a:pt x="870" y="117"/>
                  <a:pt x="1008" y="237"/>
                  <a:pt x="1033" y="390"/>
                </a:cubicBezTo>
                <a:cubicBezTo>
                  <a:pt x="1036" y="409"/>
                  <a:pt x="1038" y="427"/>
                  <a:pt x="1038" y="446"/>
                </a:cubicBezTo>
                <a:cubicBezTo>
                  <a:pt x="1039" y="480"/>
                  <a:pt x="1051" y="495"/>
                  <a:pt x="1085" y="502"/>
                </a:cubicBezTo>
                <a:cubicBezTo>
                  <a:pt x="1187" y="526"/>
                  <a:pt x="1251" y="589"/>
                  <a:pt x="1274" y="691"/>
                </a:cubicBezTo>
                <a:cubicBezTo>
                  <a:pt x="1303" y="822"/>
                  <a:pt x="1206" y="958"/>
                  <a:pt x="1073" y="975"/>
                </a:cubicBezTo>
                <a:close/>
                <a:moveTo>
                  <a:pt x="860" y="608"/>
                </a:moveTo>
                <a:cubicBezTo>
                  <a:pt x="824" y="644"/>
                  <a:pt x="789" y="680"/>
                  <a:pt x="751" y="718"/>
                </a:cubicBezTo>
                <a:cubicBezTo>
                  <a:pt x="751" y="700"/>
                  <a:pt x="751" y="700"/>
                  <a:pt x="751" y="700"/>
                </a:cubicBezTo>
                <a:cubicBezTo>
                  <a:pt x="751" y="586"/>
                  <a:pt x="750" y="472"/>
                  <a:pt x="751" y="358"/>
                </a:cubicBezTo>
                <a:cubicBezTo>
                  <a:pt x="751" y="335"/>
                  <a:pt x="742" y="318"/>
                  <a:pt x="721" y="309"/>
                </a:cubicBezTo>
                <a:cubicBezTo>
                  <a:pt x="689" y="295"/>
                  <a:pt x="655" y="319"/>
                  <a:pt x="655" y="356"/>
                </a:cubicBezTo>
                <a:cubicBezTo>
                  <a:pt x="654" y="471"/>
                  <a:pt x="655" y="585"/>
                  <a:pt x="655" y="700"/>
                </a:cubicBezTo>
                <a:cubicBezTo>
                  <a:pt x="655" y="718"/>
                  <a:pt x="655" y="718"/>
                  <a:pt x="655" y="718"/>
                </a:cubicBezTo>
                <a:cubicBezTo>
                  <a:pt x="616" y="679"/>
                  <a:pt x="581" y="643"/>
                  <a:pt x="545" y="608"/>
                </a:cubicBezTo>
                <a:cubicBezTo>
                  <a:pt x="525" y="588"/>
                  <a:pt x="495" y="588"/>
                  <a:pt x="476" y="608"/>
                </a:cubicBezTo>
                <a:cubicBezTo>
                  <a:pt x="458" y="627"/>
                  <a:pt x="457" y="655"/>
                  <a:pt x="477" y="675"/>
                </a:cubicBezTo>
                <a:cubicBezTo>
                  <a:pt x="541" y="739"/>
                  <a:pt x="605" y="803"/>
                  <a:pt x="669" y="867"/>
                </a:cubicBezTo>
                <a:cubicBezTo>
                  <a:pt x="688" y="886"/>
                  <a:pt x="716" y="887"/>
                  <a:pt x="736" y="867"/>
                </a:cubicBezTo>
                <a:cubicBezTo>
                  <a:pt x="801" y="803"/>
                  <a:pt x="865" y="739"/>
                  <a:pt x="929" y="674"/>
                </a:cubicBezTo>
                <a:cubicBezTo>
                  <a:pt x="941" y="662"/>
                  <a:pt x="945" y="646"/>
                  <a:pt x="941" y="629"/>
                </a:cubicBezTo>
                <a:cubicBezTo>
                  <a:pt x="930" y="592"/>
                  <a:pt x="887" y="581"/>
                  <a:pt x="860" y="608"/>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27" name="Freeform 13">
            <a:extLst>
              <a:ext uri="{FF2B5EF4-FFF2-40B4-BE49-F238E27FC236}">
                <a16:creationId xmlns:a16="http://schemas.microsoft.com/office/drawing/2014/main" id="{8EE7E07F-B9F1-C079-21D3-8157463B75BF}"/>
              </a:ext>
            </a:extLst>
          </p:cNvPr>
          <p:cNvSpPr>
            <a:spLocks noChangeAspect="1" noEditPoints="1"/>
          </p:cNvSpPr>
          <p:nvPr/>
        </p:nvSpPr>
        <p:spPr bwMode="auto">
          <a:xfrm>
            <a:off x="4331683" y="3734993"/>
            <a:ext cx="553213" cy="553212"/>
          </a:xfrm>
          <a:custGeom>
            <a:avLst/>
            <a:gdLst>
              <a:gd name="T0" fmla="*/ 1350 w 1639"/>
              <a:gd name="T1" fmla="*/ 60 h 1639"/>
              <a:gd name="T2" fmla="*/ 948 w 1639"/>
              <a:gd name="T3" fmla="*/ 82 h 1639"/>
              <a:gd name="T4" fmla="*/ 797 w 1639"/>
              <a:gd name="T5" fmla="*/ 0 h 1639"/>
              <a:gd name="T6" fmla="*/ 673 w 1639"/>
              <a:gd name="T7" fmla="*/ 97 h 1639"/>
              <a:gd name="T8" fmla="*/ 288 w 1639"/>
              <a:gd name="T9" fmla="*/ 60 h 1639"/>
              <a:gd name="T10" fmla="*/ 0 w 1639"/>
              <a:gd name="T11" fmla="*/ 36 h 1639"/>
              <a:gd name="T12" fmla="*/ 241 w 1639"/>
              <a:gd name="T13" fmla="*/ 288 h 1639"/>
              <a:gd name="T14" fmla="*/ 301 w 1639"/>
              <a:gd name="T15" fmla="*/ 192 h 1639"/>
              <a:gd name="T16" fmla="*/ 396 w 1639"/>
              <a:gd name="T17" fmla="*/ 263 h 1639"/>
              <a:gd name="T18" fmla="*/ 102 w 1639"/>
              <a:gd name="T19" fmla="*/ 843 h 1639"/>
              <a:gd name="T20" fmla="*/ 303 w 1639"/>
              <a:gd name="T21" fmla="*/ 689 h 1639"/>
              <a:gd name="T22" fmla="*/ 676 w 1639"/>
              <a:gd name="T23" fmla="*/ 212 h 1639"/>
              <a:gd name="T24" fmla="*/ 962 w 1639"/>
              <a:gd name="T25" fmla="*/ 212 h 1639"/>
              <a:gd name="T26" fmla="*/ 1335 w 1639"/>
              <a:gd name="T27" fmla="*/ 689 h 1639"/>
              <a:gd name="T28" fmla="*/ 1539 w 1639"/>
              <a:gd name="T29" fmla="*/ 831 h 1639"/>
              <a:gd name="T30" fmla="*/ 1230 w 1639"/>
              <a:gd name="T31" fmla="*/ 252 h 1639"/>
              <a:gd name="T32" fmla="*/ 1349 w 1639"/>
              <a:gd name="T33" fmla="*/ 195 h 1639"/>
              <a:gd name="T34" fmla="*/ 1574 w 1639"/>
              <a:gd name="T35" fmla="*/ 289 h 1639"/>
              <a:gd name="T36" fmla="*/ 1600 w 1639"/>
              <a:gd name="T37" fmla="*/ 0 h 1639"/>
              <a:gd name="T38" fmla="*/ 99 w 1639"/>
              <a:gd name="T39" fmla="*/ 189 h 1639"/>
              <a:gd name="T40" fmla="*/ 146 w 1639"/>
              <a:gd name="T41" fmla="*/ 97 h 1639"/>
              <a:gd name="T42" fmla="*/ 189 w 1639"/>
              <a:gd name="T43" fmla="*/ 190 h 1639"/>
              <a:gd name="T44" fmla="*/ 244 w 1639"/>
              <a:gd name="T45" fmla="*/ 772 h 1639"/>
              <a:gd name="T46" fmla="*/ 819 w 1639"/>
              <a:gd name="T47" fmla="*/ 192 h 1639"/>
              <a:gd name="T48" fmla="*/ 867 w 1639"/>
              <a:gd name="T49" fmla="*/ 143 h 1639"/>
              <a:gd name="T50" fmla="*/ 1443 w 1639"/>
              <a:gd name="T51" fmla="*/ 820 h 1639"/>
              <a:gd name="T52" fmla="*/ 1396 w 1639"/>
              <a:gd name="T53" fmla="*/ 772 h 1639"/>
              <a:gd name="T54" fmla="*/ 1457 w 1639"/>
              <a:gd name="T55" fmla="*/ 192 h 1639"/>
              <a:gd name="T56" fmla="*/ 1457 w 1639"/>
              <a:gd name="T57" fmla="*/ 96 h 1639"/>
              <a:gd name="T58" fmla="*/ 1543 w 1639"/>
              <a:gd name="T59" fmla="*/ 107 h 1639"/>
              <a:gd name="T60" fmla="*/ 774 w 1639"/>
              <a:gd name="T61" fmla="*/ 417 h 1639"/>
              <a:gd name="T62" fmla="*/ 407 w 1639"/>
              <a:gd name="T63" fmla="*/ 1051 h 1639"/>
              <a:gd name="T64" fmla="*/ 564 w 1639"/>
              <a:gd name="T65" fmla="*/ 1411 h 1639"/>
              <a:gd name="T66" fmla="*/ 1117 w 1639"/>
              <a:gd name="T67" fmla="*/ 1639 h 1639"/>
              <a:gd name="T68" fmla="*/ 1066 w 1639"/>
              <a:gd name="T69" fmla="*/ 1384 h 1639"/>
              <a:gd name="T70" fmla="*/ 865 w 1639"/>
              <a:gd name="T71" fmla="*/ 417 h 1639"/>
              <a:gd name="T72" fmla="*/ 816 w 1639"/>
              <a:gd name="T73" fmla="*/ 1059 h 1639"/>
              <a:gd name="T74" fmla="*/ 590 w 1639"/>
              <a:gd name="T75" fmla="*/ 1542 h 1639"/>
              <a:gd name="T76" fmla="*/ 1049 w 1639"/>
              <a:gd name="T77" fmla="*/ 1542 h 1639"/>
              <a:gd name="T78" fmla="*/ 977 w 1639"/>
              <a:gd name="T79" fmla="*/ 1343 h 1639"/>
              <a:gd name="T80" fmla="*/ 730 w 1639"/>
              <a:gd name="T81" fmla="*/ 1348 h 1639"/>
              <a:gd name="T82" fmla="*/ 504 w 1639"/>
              <a:gd name="T83" fmla="*/ 1016 h 1639"/>
              <a:gd name="T84" fmla="*/ 771 w 1639"/>
              <a:gd name="T85" fmla="*/ 595 h 1639"/>
              <a:gd name="T86" fmla="*/ 760 w 1639"/>
              <a:gd name="T87" fmla="*/ 881 h 1639"/>
              <a:gd name="T88" fmla="*/ 952 w 1639"/>
              <a:gd name="T89" fmla="*/ 1067 h 1639"/>
              <a:gd name="T90" fmla="*/ 867 w 1639"/>
              <a:gd name="T91" fmla="*/ 599 h 1639"/>
              <a:gd name="T92" fmla="*/ 1133 w 1639"/>
              <a:gd name="T93" fmla="*/ 1018 h 16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639" h="1639">
                <a:moveTo>
                  <a:pt x="1600" y="0"/>
                </a:moveTo>
                <a:cubicBezTo>
                  <a:pt x="1389" y="0"/>
                  <a:pt x="1389" y="0"/>
                  <a:pt x="1389" y="0"/>
                </a:cubicBezTo>
                <a:cubicBezTo>
                  <a:pt x="1361" y="10"/>
                  <a:pt x="1349" y="30"/>
                  <a:pt x="1350" y="60"/>
                </a:cubicBezTo>
                <a:cubicBezTo>
                  <a:pt x="1352" y="96"/>
                  <a:pt x="1351" y="96"/>
                  <a:pt x="1314" y="96"/>
                </a:cubicBezTo>
                <a:cubicBezTo>
                  <a:pt x="1200" y="96"/>
                  <a:pt x="1086" y="96"/>
                  <a:pt x="972" y="97"/>
                </a:cubicBezTo>
                <a:cubicBezTo>
                  <a:pt x="960" y="97"/>
                  <a:pt x="954" y="94"/>
                  <a:pt x="948" y="82"/>
                </a:cubicBezTo>
                <a:cubicBezTo>
                  <a:pt x="927" y="38"/>
                  <a:pt x="892" y="11"/>
                  <a:pt x="843" y="3"/>
                </a:cubicBezTo>
                <a:cubicBezTo>
                  <a:pt x="841" y="3"/>
                  <a:pt x="839" y="3"/>
                  <a:pt x="839" y="0"/>
                </a:cubicBezTo>
                <a:cubicBezTo>
                  <a:pt x="797" y="0"/>
                  <a:pt x="797" y="0"/>
                  <a:pt x="797" y="0"/>
                </a:cubicBezTo>
                <a:cubicBezTo>
                  <a:pt x="783" y="6"/>
                  <a:pt x="768" y="10"/>
                  <a:pt x="755" y="16"/>
                </a:cubicBezTo>
                <a:cubicBezTo>
                  <a:pt x="725" y="31"/>
                  <a:pt x="703" y="54"/>
                  <a:pt x="689" y="85"/>
                </a:cubicBezTo>
                <a:cubicBezTo>
                  <a:pt x="686" y="92"/>
                  <a:pt x="683" y="97"/>
                  <a:pt x="673" y="97"/>
                </a:cubicBezTo>
                <a:cubicBezTo>
                  <a:pt x="549" y="96"/>
                  <a:pt x="424" y="96"/>
                  <a:pt x="300" y="96"/>
                </a:cubicBezTo>
                <a:cubicBezTo>
                  <a:pt x="291" y="97"/>
                  <a:pt x="287" y="95"/>
                  <a:pt x="288" y="85"/>
                </a:cubicBezTo>
                <a:cubicBezTo>
                  <a:pt x="289" y="77"/>
                  <a:pt x="288" y="68"/>
                  <a:pt x="288" y="60"/>
                </a:cubicBezTo>
                <a:cubicBezTo>
                  <a:pt x="290" y="30"/>
                  <a:pt x="278" y="10"/>
                  <a:pt x="250" y="0"/>
                </a:cubicBezTo>
                <a:cubicBezTo>
                  <a:pt x="39" y="0"/>
                  <a:pt x="39" y="0"/>
                  <a:pt x="39" y="0"/>
                </a:cubicBezTo>
                <a:cubicBezTo>
                  <a:pt x="21" y="6"/>
                  <a:pt x="9" y="19"/>
                  <a:pt x="0" y="36"/>
                </a:cubicBezTo>
                <a:cubicBezTo>
                  <a:pt x="0" y="253"/>
                  <a:pt x="0" y="253"/>
                  <a:pt x="0" y="253"/>
                </a:cubicBezTo>
                <a:cubicBezTo>
                  <a:pt x="10" y="273"/>
                  <a:pt x="24" y="288"/>
                  <a:pt x="49" y="288"/>
                </a:cubicBezTo>
                <a:cubicBezTo>
                  <a:pt x="113" y="288"/>
                  <a:pt x="177" y="289"/>
                  <a:pt x="241" y="288"/>
                </a:cubicBezTo>
                <a:cubicBezTo>
                  <a:pt x="268" y="288"/>
                  <a:pt x="287" y="268"/>
                  <a:pt x="288" y="240"/>
                </a:cubicBezTo>
                <a:cubicBezTo>
                  <a:pt x="289" y="228"/>
                  <a:pt x="289" y="217"/>
                  <a:pt x="288" y="205"/>
                </a:cubicBezTo>
                <a:cubicBezTo>
                  <a:pt x="287" y="195"/>
                  <a:pt x="290" y="192"/>
                  <a:pt x="301" y="192"/>
                </a:cubicBezTo>
                <a:cubicBezTo>
                  <a:pt x="343" y="192"/>
                  <a:pt x="384" y="192"/>
                  <a:pt x="426" y="192"/>
                </a:cubicBezTo>
                <a:cubicBezTo>
                  <a:pt x="487" y="192"/>
                  <a:pt x="487" y="192"/>
                  <a:pt x="487" y="192"/>
                </a:cubicBezTo>
                <a:cubicBezTo>
                  <a:pt x="452" y="215"/>
                  <a:pt x="422" y="237"/>
                  <a:pt x="396" y="263"/>
                </a:cubicBezTo>
                <a:cubicBezTo>
                  <a:pt x="280" y="374"/>
                  <a:pt x="213" y="510"/>
                  <a:pt x="198" y="670"/>
                </a:cubicBezTo>
                <a:cubicBezTo>
                  <a:pt x="198" y="678"/>
                  <a:pt x="196" y="684"/>
                  <a:pt x="188" y="688"/>
                </a:cubicBezTo>
                <a:cubicBezTo>
                  <a:pt x="123" y="718"/>
                  <a:pt x="93" y="773"/>
                  <a:pt x="102" y="843"/>
                </a:cubicBezTo>
                <a:cubicBezTo>
                  <a:pt x="114" y="934"/>
                  <a:pt x="222" y="992"/>
                  <a:pt x="304" y="950"/>
                </a:cubicBezTo>
                <a:cubicBezTo>
                  <a:pt x="358" y="923"/>
                  <a:pt x="387" y="878"/>
                  <a:pt x="387" y="818"/>
                </a:cubicBezTo>
                <a:cubicBezTo>
                  <a:pt x="386" y="759"/>
                  <a:pt x="357" y="715"/>
                  <a:pt x="303" y="689"/>
                </a:cubicBezTo>
                <a:cubicBezTo>
                  <a:pt x="295" y="685"/>
                  <a:pt x="294" y="681"/>
                  <a:pt x="294" y="673"/>
                </a:cubicBezTo>
                <a:cubicBezTo>
                  <a:pt x="296" y="649"/>
                  <a:pt x="300" y="626"/>
                  <a:pt x="306" y="602"/>
                </a:cubicBezTo>
                <a:cubicBezTo>
                  <a:pt x="359" y="406"/>
                  <a:pt x="481" y="275"/>
                  <a:pt x="676" y="212"/>
                </a:cubicBezTo>
                <a:cubicBezTo>
                  <a:pt x="687" y="209"/>
                  <a:pt x="692" y="211"/>
                  <a:pt x="698" y="221"/>
                </a:cubicBezTo>
                <a:cubicBezTo>
                  <a:pt x="753" y="311"/>
                  <a:pt x="886" y="310"/>
                  <a:pt x="941" y="220"/>
                </a:cubicBezTo>
                <a:cubicBezTo>
                  <a:pt x="947" y="211"/>
                  <a:pt x="951" y="209"/>
                  <a:pt x="962" y="212"/>
                </a:cubicBezTo>
                <a:cubicBezTo>
                  <a:pt x="1080" y="247"/>
                  <a:pt x="1174" y="314"/>
                  <a:pt x="1246" y="413"/>
                </a:cubicBezTo>
                <a:cubicBezTo>
                  <a:pt x="1302" y="490"/>
                  <a:pt x="1335" y="577"/>
                  <a:pt x="1345" y="673"/>
                </a:cubicBezTo>
                <a:cubicBezTo>
                  <a:pt x="1346" y="681"/>
                  <a:pt x="1344" y="685"/>
                  <a:pt x="1335" y="689"/>
                </a:cubicBezTo>
                <a:cubicBezTo>
                  <a:pt x="1258" y="726"/>
                  <a:pt x="1230" y="815"/>
                  <a:pt x="1270" y="889"/>
                </a:cubicBezTo>
                <a:cubicBezTo>
                  <a:pt x="1300" y="944"/>
                  <a:pt x="1361" y="972"/>
                  <a:pt x="1425" y="960"/>
                </a:cubicBezTo>
                <a:cubicBezTo>
                  <a:pt x="1485" y="949"/>
                  <a:pt x="1531" y="898"/>
                  <a:pt x="1539" y="831"/>
                </a:cubicBezTo>
                <a:cubicBezTo>
                  <a:pt x="1545" y="774"/>
                  <a:pt x="1510" y="713"/>
                  <a:pt x="1455" y="689"/>
                </a:cubicBezTo>
                <a:cubicBezTo>
                  <a:pt x="1445" y="685"/>
                  <a:pt x="1441" y="680"/>
                  <a:pt x="1440" y="669"/>
                </a:cubicBezTo>
                <a:cubicBezTo>
                  <a:pt x="1425" y="503"/>
                  <a:pt x="1354" y="364"/>
                  <a:pt x="1230" y="252"/>
                </a:cubicBezTo>
                <a:cubicBezTo>
                  <a:pt x="1207" y="231"/>
                  <a:pt x="1181" y="213"/>
                  <a:pt x="1152" y="192"/>
                </a:cubicBezTo>
                <a:cubicBezTo>
                  <a:pt x="1207" y="192"/>
                  <a:pt x="1259" y="192"/>
                  <a:pt x="1310" y="192"/>
                </a:cubicBezTo>
                <a:cubicBezTo>
                  <a:pt x="1324" y="193"/>
                  <a:pt x="1341" y="187"/>
                  <a:pt x="1349" y="195"/>
                </a:cubicBezTo>
                <a:cubicBezTo>
                  <a:pt x="1355" y="202"/>
                  <a:pt x="1351" y="219"/>
                  <a:pt x="1351" y="232"/>
                </a:cubicBezTo>
                <a:cubicBezTo>
                  <a:pt x="1351" y="270"/>
                  <a:pt x="1369" y="288"/>
                  <a:pt x="1406" y="288"/>
                </a:cubicBezTo>
                <a:cubicBezTo>
                  <a:pt x="1462" y="288"/>
                  <a:pt x="1518" y="287"/>
                  <a:pt x="1574" y="289"/>
                </a:cubicBezTo>
                <a:cubicBezTo>
                  <a:pt x="1604" y="290"/>
                  <a:pt x="1626" y="281"/>
                  <a:pt x="1639" y="253"/>
                </a:cubicBezTo>
                <a:cubicBezTo>
                  <a:pt x="1639" y="39"/>
                  <a:pt x="1639" y="39"/>
                  <a:pt x="1639" y="39"/>
                </a:cubicBezTo>
                <a:cubicBezTo>
                  <a:pt x="1632" y="20"/>
                  <a:pt x="1619" y="7"/>
                  <a:pt x="1600" y="0"/>
                </a:cubicBezTo>
                <a:close/>
                <a:moveTo>
                  <a:pt x="189" y="190"/>
                </a:moveTo>
                <a:cubicBezTo>
                  <a:pt x="180" y="198"/>
                  <a:pt x="159" y="193"/>
                  <a:pt x="143" y="192"/>
                </a:cubicBezTo>
                <a:cubicBezTo>
                  <a:pt x="128" y="192"/>
                  <a:pt x="107" y="199"/>
                  <a:pt x="99" y="189"/>
                </a:cubicBezTo>
                <a:cubicBezTo>
                  <a:pt x="91" y="181"/>
                  <a:pt x="96" y="161"/>
                  <a:pt x="96" y="146"/>
                </a:cubicBezTo>
                <a:cubicBezTo>
                  <a:pt x="97" y="130"/>
                  <a:pt x="89" y="108"/>
                  <a:pt x="99" y="99"/>
                </a:cubicBezTo>
                <a:cubicBezTo>
                  <a:pt x="108" y="91"/>
                  <a:pt x="130" y="97"/>
                  <a:pt x="146" y="97"/>
                </a:cubicBezTo>
                <a:cubicBezTo>
                  <a:pt x="161" y="98"/>
                  <a:pt x="181" y="90"/>
                  <a:pt x="190" y="99"/>
                </a:cubicBezTo>
                <a:cubicBezTo>
                  <a:pt x="197" y="108"/>
                  <a:pt x="192" y="128"/>
                  <a:pt x="192" y="143"/>
                </a:cubicBezTo>
                <a:cubicBezTo>
                  <a:pt x="192" y="159"/>
                  <a:pt x="199" y="181"/>
                  <a:pt x="189" y="190"/>
                </a:cubicBezTo>
                <a:close/>
                <a:moveTo>
                  <a:pt x="244" y="868"/>
                </a:moveTo>
                <a:cubicBezTo>
                  <a:pt x="218" y="868"/>
                  <a:pt x="196" y="847"/>
                  <a:pt x="195" y="821"/>
                </a:cubicBezTo>
                <a:cubicBezTo>
                  <a:pt x="195" y="794"/>
                  <a:pt x="217" y="772"/>
                  <a:pt x="244" y="772"/>
                </a:cubicBezTo>
                <a:cubicBezTo>
                  <a:pt x="270" y="772"/>
                  <a:pt x="291" y="793"/>
                  <a:pt x="291" y="819"/>
                </a:cubicBezTo>
                <a:cubicBezTo>
                  <a:pt x="291" y="845"/>
                  <a:pt x="270" y="867"/>
                  <a:pt x="244" y="868"/>
                </a:cubicBezTo>
                <a:close/>
                <a:moveTo>
                  <a:pt x="819" y="192"/>
                </a:moveTo>
                <a:cubicBezTo>
                  <a:pt x="793" y="192"/>
                  <a:pt x="772" y="171"/>
                  <a:pt x="772" y="145"/>
                </a:cubicBezTo>
                <a:cubicBezTo>
                  <a:pt x="771" y="119"/>
                  <a:pt x="793" y="97"/>
                  <a:pt x="819" y="96"/>
                </a:cubicBezTo>
                <a:cubicBezTo>
                  <a:pt x="845" y="96"/>
                  <a:pt x="867" y="117"/>
                  <a:pt x="867" y="143"/>
                </a:cubicBezTo>
                <a:cubicBezTo>
                  <a:pt x="868" y="170"/>
                  <a:pt x="846" y="192"/>
                  <a:pt x="819" y="192"/>
                </a:cubicBezTo>
                <a:close/>
                <a:moveTo>
                  <a:pt x="1396" y="772"/>
                </a:moveTo>
                <a:cubicBezTo>
                  <a:pt x="1422" y="772"/>
                  <a:pt x="1444" y="794"/>
                  <a:pt x="1443" y="820"/>
                </a:cubicBezTo>
                <a:cubicBezTo>
                  <a:pt x="1443" y="846"/>
                  <a:pt x="1422" y="867"/>
                  <a:pt x="1396" y="868"/>
                </a:cubicBezTo>
                <a:cubicBezTo>
                  <a:pt x="1369" y="868"/>
                  <a:pt x="1347" y="845"/>
                  <a:pt x="1348" y="818"/>
                </a:cubicBezTo>
                <a:cubicBezTo>
                  <a:pt x="1348" y="793"/>
                  <a:pt x="1370" y="771"/>
                  <a:pt x="1396" y="772"/>
                </a:cubicBezTo>
                <a:close/>
                <a:moveTo>
                  <a:pt x="1543" y="182"/>
                </a:moveTo>
                <a:cubicBezTo>
                  <a:pt x="1543" y="190"/>
                  <a:pt x="1541" y="193"/>
                  <a:pt x="1533" y="193"/>
                </a:cubicBezTo>
                <a:cubicBezTo>
                  <a:pt x="1508" y="192"/>
                  <a:pt x="1482" y="192"/>
                  <a:pt x="1457" y="192"/>
                </a:cubicBezTo>
                <a:cubicBezTo>
                  <a:pt x="1449" y="193"/>
                  <a:pt x="1446" y="191"/>
                  <a:pt x="1447" y="182"/>
                </a:cubicBezTo>
                <a:cubicBezTo>
                  <a:pt x="1447" y="157"/>
                  <a:pt x="1447" y="132"/>
                  <a:pt x="1447" y="107"/>
                </a:cubicBezTo>
                <a:cubicBezTo>
                  <a:pt x="1446" y="99"/>
                  <a:pt x="1448" y="96"/>
                  <a:pt x="1457" y="96"/>
                </a:cubicBezTo>
                <a:cubicBezTo>
                  <a:pt x="1470" y="97"/>
                  <a:pt x="1482" y="96"/>
                  <a:pt x="1495" y="96"/>
                </a:cubicBezTo>
                <a:cubicBezTo>
                  <a:pt x="1508" y="96"/>
                  <a:pt x="1520" y="97"/>
                  <a:pt x="1532" y="96"/>
                </a:cubicBezTo>
                <a:cubicBezTo>
                  <a:pt x="1540" y="96"/>
                  <a:pt x="1543" y="98"/>
                  <a:pt x="1543" y="107"/>
                </a:cubicBezTo>
                <a:cubicBezTo>
                  <a:pt x="1542" y="132"/>
                  <a:pt x="1542" y="157"/>
                  <a:pt x="1543" y="182"/>
                </a:cubicBezTo>
                <a:close/>
                <a:moveTo>
                  <a:pt x="865" y="417"/>
                </a:moveTo>
                <a:cubicBezTo>
                  <a:pt x="838" y="377"/>
                  <a:pt x="801" y="378"/>
                  <a:pt x="774" y="417"/>
                </a:cubicBezTo>
                <a:cubicBezTo>
                  <a:pt x="708" y="516"/>
                  <a:pt x="642" y="615"/>
                  <a:pt x="576" y="713"/>
                </a:cubicBezTo>
                <a:cubicBezTo>
                  <a:pt x="518" y="801"/>
                  <a:pt x="460" y="889"/>
                  <a:pt x="401" y="977"/>
                </a:cubicBezTo>
                <a:cubicBezTo>
                  <a:pt x="382" y="1006"/>
                  <a:pt x="383" y="1025"/>
                  <a:pt x="407" y="1051"/>
                </a:cubicBezTo>
                <a:cubicBezTo>
                  <a:pt x="409" y="1054"/>
                  <a:pt x="412" y="1057"/>
                  <a:pt x="415" y="1061"/>
                </a:cubicBezTo>
                <a:cubicBezTo>
                  <a:pt x="501" y="1153"/>
                  <a:pt x="553" y="1262"/>
                  <a:pt x="573" y="1386"/>
                </a:cubicBezTo>
                <a:cubicBezTo>
                  <a:pt x="575" y="1397"/>
                  <a:pt x="572" y="1403"/>
                  <a:pt x="564" y="1411"/>
                </a:cubicBezTo>
                <a:cubicBezTo>
                  <a:pt x="523" y="1447"/>
                  <a:pt x="499" y="1492"/>
                  <a:pt x="488" y="1544"/>
                </a:cubicBezTo>
                <a:cubicBezTo>
                  <a:pt x="477" y="1599"/>
                  <a:pt x="483" y="1617"/>
                  <a:pt x="519" y="1639"/>
                </a:cubicBezTo>
                <a:cubicBezTo>
                  <a:pt x="1117" y="1639"/>
                  <a:pt x="1117" y="1639"/>
                  <a:pt x="1117" y="1639"/>
                </a:cubicBezTo>
                <a:cubicBezTo>
                  <a:pt x="1149" y="1625"/>
                  <a:pt x="1157" y="1612"/>
                  <a:pt x="1155" y="1576"/>
                </a:cubicBezTo>
                <a:cubicBezTo>
                  <a:pt x="1150" y="1511"/>
                  <a:pt x="1125" y="1456"/>
                  <a:pt x="1076" y="1412"/>
                </a:cubicBezTo>
                <a:cubicBezTo>
                  <a:pt x="1067" y="1404"/>
                  <a:pt x="1064" y="1396"/>
                  <a:pt x="1066" y="1384"/>
                </a:cubicBezTo>
                <a:cubicBezTo>
                  <a:pt x="1087" y="1258"/>
                  <a:pt x="1141" y="1148"/>
                  <a:pt x="1229" y="1054"/>
                </a:cubicBezTo>
                <a:cubicBezTo>
                  <a:pt x="1257" y="1025"/>
                  <a:pt x="1258" y="1007"/>
                  <a:pt x="1236" y="974"/>
                </a:cubicBezTo>
                <a:cubicBezTo>
                  <a:pt x="1112" y="788"/>
                  <a:pt x="988" y="603"/>
                  <a:pt x="865" y="417"/>
                </a:cubicBezTo>
                <a:close/>
                <a:moveTo>
                  <a:pt x="822" y="964"/>
                </a:moveTo>
                <a:cubicBezTo>
                  <a:pt x="848" y="965"/>
                  <a:pt x="868" y="988"/>
                  <a:pt x="867" y="1014"/>
                </a:cubicBezTo>
                <a:cubicBezTo>
                  <a:pt x="866" y="1040"/>
                  <a:pt x="843" y="1061"/>
                  <a:pt x="816" y="1059"/>
                </a:cubicBezTo>
                <a:cubicBezTo>
                  <a:pt x="790" y="1058"/>
                  <a:pt x="770" y="1035"/>
                  <a:pt x="772" y="1009"/>
                </a:cubicBezTo>
                <a:cubicBezTo>
                  <a:pt x="773" y="983"/>
                  <a:pt x="796" y="962"/>
                  <a:pt x="822" y="964"/>
                </a:cubicBezTo>
                <a:close/>
                <a:moveTo>
                  <a:pt x="590" y="1542"/>
                </a:moveTo>
                <a:cubicBezTo>
                  <a:pt x="606" y="1488"/>
                  <a:pt x="658" y="1446"/>
                  <a:pt x="716" y="1445"/>
                </a:cubicBezTo>
                <a:cubicBezTo>
                  <a:pt x="785" y="1443"/>
                  <a:pt x="854" y="1443"/>
                  <a:pt x="924" y="1445"/>
                </a:cubicBezTo>
                <a:cubicBezTo>
                  <a:pt x="981" y="1446"/>
                  <a:pt x="1034" y="1489"/>
                  <a:pt x="1049" y="1542"/>
                </a:cubicBezTo>
                <a:lnTo>
                  <a:pt x="590" y="1542"/>
                </a:lnTo>
                <a:close/>
                <a:moveTo>
                  <a:pt x="1133" y="1018"/>
                </a:moveTo>
                <a:cubicBezTo>
                  <a:pt x="1052" y="1112"/>
                  <a:pt x="1000" y="1221"/>
                  <a:pt x="977" y="1343"/>
                </a:cubicBezTo>
                <a:cubicBezTo>
                  <a:pt x="975" y="1353"/>
                  <a:pt x="972" y="1356"/>
                  <a:pt x="962" y="1353"/>
                </a:cubicBezTo>
                <a:cubicBezTo>
                  <a:pt x="945" y="1348"/>
                  <a:pt x="927" y="1348"/>
                  <a:pt x="910" y="1348"/>
                </a:cubicBezTo>
                <a:cubicBezTo>
                  <a:pt x="850" y="1348"/>
                  <a:pt x="790" y="1348"/>
                  <a:pt x="730" y="1348"/>
                </a:cubicBezTo>
                <a:cubicBezTo>
                  <a:pt x="712" y="1348"/>
                  <a:pt x="694" y="1348"/>
                  <a:pt x="676" y="1353"/>
                </a:cubicBezTo>
                <a:cubicBezTo>
                  <a:pt x="668" y="1355"/>
                  <a:pt x="664" y="1353"/>
                  <a:pt x="663" y="1344"/>
                </a:cubicBezTo>
                <a:cubicBezTo>
                  <a:pt x="639" y="1221"/>
                  <a:pt x="586" y="1111"/>
                  <a:pt x="504" y="1016"/>
                </a:cubicBezTo>
                <a:cubicBezTo>
                  <a:pt x="499" y="1009"/>
                  <a:pt x="497" y="1005"/>
                  <a:pt x="502" y="997"/>
                </a:cubicBezTo>
                <a:cubicBezTo>
                  <a:pt x="591" y="866"/>
                  <a:pt x="678" y="734"/>
                  <a:pt x="766" y="602"/>
                </a:cubicBezTo>
                <a:cubicBezTo>
                  <a:pt x="767" y="601"/>
                  <a:pt x="768" y="600"/>
                  <a:pt x="771" y="595"/>
                </a:cubicBezTo>
                <a:cubicBezTo>
                  <a:pt x="771" y="618"/>
                  <a:pt x="771" y="638"/>
                  <a:pt x="771" y="657"/>
                </a:cubicBezTo>
                <a:cubicBezTo>
                  <a:pt x="771" y="726"/>
                  <a:pt x="771" y="794"/>
                  <a:pt x="772" y="862"/>
                </a:cubicBezTo>
                <a:cubicBezTo>
                  <a:pt x="772" y="872"/>
                  <a:pt x="770" y="877"/>
                  <a:pt x="760" y="881"/>
                </a:cubicBezTo>
                <a:cubicBezTo>
                  <a:pt x="699" y="908"/>
                  <a:pt x="668" y="970"/>
                  <a:pt x="678" y="1039"/>
                </a:cubicBezTo>
                <a:cubicBezTo>
                  <a:pt x="688" y="1099"/>
                  <a:pt x="740" y="1147"/>
                  <a:pt x="808" y="1155"/>
                </a:cubicBezTo>
                <a:cubicBezTo>
                  <a:pt x="866" y="1162"/>
                  <a:pt x="929" y="1124"/>
                  <a:pt x="952" y="1067"/>
                </a:cubicBezTo>
                <a:cubicBezTo>
                  <a:pt x="982" y="995"/>
                  <a:pt x="950" y="913"/>
                  <a:pt x="878" y="881"/>
                </a:cubicBezTo>
                <a:cubicBezTo>
                  <a:pt x="872" y="878"/>
                  <a:pt x="867" y="875"/>
                  <a:pt x="867" y="866"/>
                </a:cubicBezTo>
                <a:cubicBezTo>
                  <a:pt x="868" y="777"/>
                  <a:pt x="867" y="688"/>
                  <a:pt x="867" y="599"/>
                </a:cubicBezTo>
                <a:cubicBezTo>
                  <a:pt x="873" y="599"/>
                  <a:pt x="874" y="604"/>
                  <a:pt x="876" y="607"/>
                </a:cubicBezTo>
                <a:cubicBezTo>
                  <a:pt x="962" y="736"/>
                  <a:pt x="1048" y="866"/>
                  <a:pt x="1135" y="995"/>
                </a:cubicBezTo>
                <a:cubicBezTo>
                  <a:pt x="1141" y="1004"/>
                  <a:pt x="1140" y="1009"/>
                  <a:pt x="1133" y="1018"/>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pic>
        <p:nvPicPr>
          <p:cNvPr id="10" name="Imagen 9">
            <a:extLst>
              <a:ext uri="{FF2B5EF4-FFF2-40B4-BE49-F238E27FC236}">
                <a16:creationId xmlns:a16="http://schemas.microsoft.com/office/drawing/2014/main" id="{9D9CA82B-0550-A7EB-805E-C10829E0BA1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9795" y="6368290"/>
            <a:ext cx="1498186" cy="239305"/>
          </a:xfrm>
          <a:prstGeom prst="rect">
            <a:avLst/>
          </a:prstGeom>
        </p:spPr>
      </p:pic>
      <p:pic>
        <p:nvPicPr>
          <p:cNvPr id="11" name="Imagen 10">
            <a:extLst>
              <a:ext uri="{FF2B5EF4-FFF2-40B4-BE49-F238E27FC236}">
                <a16:creationId xmlns:a16="http://schemas.microsoft.com/office/drawing/2014/main" id="{8C552E43-0C56-97C2-E908-CF00D5DFA338}"/>
              </a:ext>
            </a:extLst>
          </p:cNvPr>
          <p:cNvPicPr>
            <a:picLocks noChangeAspect="1"/>
          </p:cNvPicPr>
          <p:nvPr/>
        </p:nvPicPr>
        <p:blipFill>
          <a:blip r:embed="rId3"/>
          <a:stretch>
            <a:fillRect/>
          </a:stretch>
        </p:blipFill>
        <p:spPr>
          <a:xfrm>
            <a:off x="10547350" y="6165838"/>
            <a:ext cx="1360142" cy="644208"/>
          </a:xfrm>
          <a:prstGeom prst="rect">
            <a:avLst/>
          </a:prstGeom>
        </p:spPr>
      </p:pic>
    </p:spTree>
    <p:extLst>
      <p:ext uri="{BB962C8B-B14F-4D97-AF65-F5344CB8AC3E}">
        <p14:creationId xmlns:p14="http://schemas.microsoft.com/office/powerpoint/2010/main" val="297635417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a:extLst>
              <a:ext uri="{FF2B5EF4-FFF2-40B4-BE49-F238E27FC236}">
                <a16:creationId xmlns:a16="http://schemas.microsoft.com/office/drawing/2014/main" id="{BFFAB054-CEE9-7DEC-B75E-38E9186E933A}"/>
              </a:ext>
            </a:extLst>
          </p:cNvPr>
          <p:cNvSpPr txBox="1">
            <a:spLocks/>
          </p:cNvSpPr>
          <p:nvPr/>
        </p:nvSpPr>
        <p:spPr>
          <a:xfrm>
            <a:off x="867077" y="3605732"/>
            <a:ext cx="2564477" cy="771030"/>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r">
              <a:lnSpc>
                <a:spcPts val="1600"/>
              </a:lnSpc>
              <a:spcBef>
                <a:spcPts val="0"/>
              </a:spcBef>
            </a:pPr>
            <a:r>
              <a:rPr lang="en-US" sz="9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Lorem ipsum of dolor constituter</a:t>
            </a:r>
          </a:p>
          <a:p>
            <a:pPr algn="r">
              <a:lnSpc>
                <a:spcPts val="1600"/>
              </a:lnSpc>
              <a:spcBef>
                <a:spcPts val="0"/>
              </a:spcBef>
            </a:pPr>
            <a:r>
              <a:rPr lang="en-US" sz="9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adipescent elite Aenean commode ligula beget dolor Aenean mesas. </a:t>
            </a:r>
          </a:p>
        </p:txBody>
      </p:sp>
      <p:sp>
        <p:nvSpPr>
          <p:cNvPr id="3" name="TextBox 2">
            <a:extLst>
              <a:ext uri="{FF2B5EF4-FFF2-40B4-BE49-F238E27FC236}">
                <a16:creationId xmlns:a16="http://schemas.microsoft.com/office/drawing/2014/main" id="{39201511-A40A-F95F-F9DE-66FC7D7437AB}"/>
              </a:ext>
            </a:extLst>
          </p:cNvPr>
          <p:cNvSpPr txBox="1"/>
          <p:nvPr/>
        </p:nvSpPr>
        <p:spPr>
          <a:xfrm>
            <a:off x="2126326" y="3325300"/>
            <a:ext cx="854721" cy="369332"/>
          </a:xfrm>
          <a:prstGeom prst="rect">
            <a:avLst/>
          </a:prstGeom>
          <a:noFill/>
        </p:spPr>
        <p:txBody>
          <a:bodyPr wrap="none" rtlCol="0">
            <a:spAutoFit/>
          </a:bodyPr>
          <a:lstStyle/>
          <a:p>
            <a:pPr marL="0" marR="0" lvl="0" indent="0" algn="ctr" rtl="0">
              <a:spcBef>
                <a:spcPts val="0"/>
              </a:spcBef>
              <a:spcAft>
                <a:spcPts val="0"/>
              </a:spcAft>
              <a:buNone/>
            </a:pPr>
            <a:r>
              <a:rPr lang="en-US" sz="1800" b="1" dirty="0" err="1">
                <a:solidFill>
                  <a:schemeClr val="dk1"/>
                </a:solidFill>
                <a:latin typeface="Open Sans" panose="020B0606030504020204" pitchFamily="34" charset="0"/>
                <a:ea typeface="Open Sans" panose="020B0606030504020204" pitchFamily="34" charset="0"/>
                <a:cs typeface="Open Sans" panose="020B0606030504020204" pitchFamily="34" charset="0"/>
                <a:sym typeface="Sora"/>
              </a:rPr>
              <a:t>Título</a:t>
            </a:r>
            <a:endParaRPr lang="en-US" sz="1800" b="1"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Sora"/>
            </a:endParaRPr>
          </a:p>
        </p:txBody>
      </p:sp>
      <p:sp>
        <p:nvSpPr>
          <p:cNvPr id="4" name="Subtitle 2">
            <a:extLst>
              <a:ext uri="{FF2B5EF4-FFF2-40B4-BE49-F238E27FC236}">
                <a16:creationId xmlns:a16="http://schemas.microsoft.com/office/drawing/2014/main" id="{A9D2F8BB-EF73-FAFD-2DFE-0AE0635F5801}"/>
              </a:ext>
            </a:extLst>
          </p:cNvPr>
          <p:cNvSpPr txBox="1">
            <a:spLocks/>
          </p:cNvSpPr>
          <p:nvPr/>
        </p:nvSpPr>
        <p:spPr>
          <a:xfrm>
            <a:off x="867077" y="5219152"/>
            <a:ext cx="2564477" cy="771030"/>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r">
              <a:lnSpc>
                <a:spcPts val="1600"/>
              </a:lnSpc>
              <a:spcBef>
                <a:spcPts val="0"/>
              </a:spcBef>
            </a:pPr>
            <a:r>
              <a:rPr lang="en-US" sz="9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Lorem ipsum of dolor constituter</a:t>
            </a:r>
          </a:p>
          <a:p>
            <a:pPr algn="r">
              <a:lnSpc>
                <a:spcPts val="1600"/>
              </a:lnSpc>
              <a:spcBef>
                <a:spcPts val="0"/>
              </a:spcBef>
            </a:pPr>
            <a:r>
              <a:rPr lang="en-US" sz="9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adipescent elite Aenean commode ligula beget dolor Aenean mesas. </a:t>
            </a:r>
          </a:p>
        </p:txBody>
      </p:sp>
      <p:sp>
        <p:nvSpPr>
          <p:cNvPr id="5" name="TextBox 4">
            <a:extLst>
              <a:ext uri="{FF2B5EF4-FFF2-40B4-BE49-F238E27FC236}">
                <a16:creationId xmlns:a16="http://schemas.microsoft.com/office/drawing/2014/main" id="{83780EC7-D283-CAA8-DCAB-4E41F2FB449B}"/>
              </a:ext>
            </a:extLst>
          </p:cNvPr>
          <p:cNvSpPr txBox="1"/>
          <p:nvPr/>
        </p:nvSpPr>
        <p:spPr>
          <a:xfrm>
            <a:off x="2126326" y="4938720"/>
            <a:ext cx="854721" cy="369332"/>
          </a:xfrm>
          <a:prstGeom prst="rect">
            <a:avLst/>
          </a:prstGeom>
          <a:noFill/>
        </p:spPr>
        <p:txBody>
          <a:bodyPr wrap="none" rtlCol="0">
            <a:spAutoFit/>
          </a:bodyPr>
          <a:lstStyle/>
          <a:p>
            <a:pPr marL="0" marR="0" lvl="0" indent="0" algn="ctr" rtl="0">
              <a:spcBef>
                <a:spcPts val="0"/>
              </a:spcBef>
              <a:spcAft>
                <a:spcPts val="0"/>
              </a:spcAft>
              <a:buNone/>
            </a:pPr>
            <a:r>
              <a:rPr lang="en-US" sz="1800" b="1" dirty="0" err="1">
                <a:solidFill>
                  <a:schemeClr val="dk1"/>
                </a:solidFill>
                <a:latin typeface="Open Sans" panose="020B0606030504020204" pitchFamily="34" charset="0"/>
                <a:ea typeface="Open Sans" panose="020B0606030504020204" pitchFamily="34" charset="0"/>
                <a:cs typeface="Open Sans" panose="020B0606030504020204" pitchFamily="34" charset="0"/>
                <a:sym typeface="Sora"/>
              </a:rPr>
              <a:t>Título</a:t>
            </a:r>
            <a:endParaRPr lang="en-US" sz="1800" b="1"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Sora"/>
            </a:endParaRPr>
          </a:p>
        </p:txBody>
      </p:sp>
      <p:sp>
        <p:nvSpPr>
          <p:cNvPr id="6" name="Subtitle 2">
            <a:extLst>
              <a:ext uri="{FF2B5EF4-FFF2-40B4-BE49-F238E27FC236}">
                <a16:creationId xmlns:a16="http://schemas.microsoft.com/office/drawing/2014/main" id="{2BF90B55-C9FB-7C3D-62B6-ABB96D81B777}"/>
              </a:ext>
            </a:extLst>
          </p:cNvPr>
          <p:cNvSpPr txBox="1">
            <a:spLocks/>
          </p:cNvSpPr>
          <p:nvPr/>
        </p:nvSpPr>
        <p:spPr>
          <a:xfrm>
            <a:off x="867077" y="1992312"/>
            <a:ext cx="2564477" cy="771030"/>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r">
              <a:lnSpc>
                <a:spcPts val="1600"/>
              </a:lnSpc>
              <a:spcBef>
                <a:spcPts val="0"/>
              </a:spcBef>
            </a:pPr>
            <a:r>
              <a:rPr lang="en-US" sz="9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Lorem ipsum of dolor constituter</a:t>
            </a:r>
          </a:p>
          <a:p>
            <a:pPr algn="r">
              <a:lnSpc>
                <a:spcPts val="1600"/>
              </a:lnSpc>
              <a:spcBef>
                <a:spcPts val="0"/>
              </a:spcBef>
            </a:pPr>
            <a:r>
              <a:rPr lang="en-US" sz="9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adipescent elite Aenean commode ligula beget dolor Aenean mesas. </a:t>
            </a:r>
          </a:p>
        </p:txBody>
      </p:sp>
      <p:sp>
        <p:nvSpPr>
          <p:cNvPr id="7" name="TextBox 6">
            <a:extLst>
              <a:ext uri="{FF2B5EF4-FFF2-40B4-BE49-F238E27FC236}">
                <a16:creationId xmlns:a16="http://schemas.microsoft.com/office/drawing/2014/main" id="{91AB39B1-2A19-C2E8-0FC0-03FA2FE6C4E9}"/>
              </a:ext>
            </a:extLst>
          </p:cNvPr>
          <p:cNvSpPr txBox="1"/>
          <p:nvPr/>
        </p:nvSpPr>
        <p:spPr>
          <a:xfrm>
            <a:off x="2126326" y="1711880"/>
            <a:ext cx="854721" cy="369332"/>
          </a:xfrm>
          <a:prstGeom prst="rect">
            <a:avLst/>
          </a:prstGeom>
          <a:noFill/>
        </p:spPr>
        <p:txBody>
          <a:bodyPr wrap="none" rtlCol="0">
            <a:spAutoFit/>
          </a:bodyPr>
          <a:lstStyle/>
          <a:p>
            <a:pPr marL="0" marR="0" lvl="0" indent="0" algn="ctr" rtl="0">
              <a:spcBef>
                <a:spcPts val="0"/>
              </a:spcBef>
              <a:spcAft>
                <a:spcPts val="0"/>
              </a:spcAft>
              <a:buNone/>
            </a:pPr>
            <a:r>
              <a:rPr lang="en-US" sz="1800" b="1" dirty="0" err="1">
                <a:solidFill>
                  <a:schemeClr val="dk1"/>
                </a:solidFill>
                <a:latin typeface="Open Sans" panose="020B0606030504020204" pitchFamily="34" charset="0"/>
                <a:ea typeface="Open Sans" panose="020B0606030504020204" pitchFamily="34" charset="0"/>
                <a:cs typeface="Open Sans" panose="020B0606030504020204" pitchFamily="34" charset="0"/>
                <a:sym typeface="Sora"/>
              </a:rPr>
              <a:t>Título</a:t>
            </a:r>
            <a:endParaRPr lang="en-US" sz="1800" b="1"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Sora"/>
            </a:endParaRPr>
          </a:p>
        </p:txBody>
      </p:sp>
      <p:sp>
        <p:nvSpPr>
          <p:cNvPr id="8" name="Subtitle 2">
            <a:extLst>
              <a:ext uri="{FF2B5EF4-FFF2-40B4-BE49-F238E27FC236}">
                <a16:creationId xmlns:a16="http://schemas.microsoft.com/office/drawing/2014/main" id="{3C082C9A-02FE-EBF3-36DE-6DDEF5DCF2D3}"/>
              </a:ext>
            </a:extLst>
          </p:cNvPr>
          <p:cNvSpPr txBox="1">
            <a:spLocks/>
          </p:cNvSpPr>
          <p:nvPr/>
        </p:nvSpPr>
        <p:spPr>
          <a:xfrm>
            <a:off x="8903623" y="3605732"/>
            <a:ext cx="2564477" cy="771030"/>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ts val="1600"/>
              </a:lnSpc>
              <a:spcBef>
                <a:spcPts val="0"/>
              </a:spcBef>
            </a:pPr>
            <a:r>
              <a:rPr lang="en-US" sz="9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Lorem ipsum of dolor constituter</a:t>
            </a:r>
          </a:p>
          <a:p>
            <a:pPr algn="l">
              <a:lnSpc>
                <a:spcPts val="1600"/>
              </a:lnSpc>
              <a:spcBef>
                <a:spcPts val="0"/>
              </a:spcBef>
            </a:pPr>
            <a:r>
              <a:rPr lang="en-US" sz="9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adipescent elite Aenean commode ligula beget dolor Aenean mesas. </a:t>
            </a:r>
          </a:p>
        </p:txBody>
      </p:sp>
      <p:sp>
        <p:nvSpPr>
          <p:cNvPr id="9" name="TextBox 8">
            <a:extLst>
              <a:ext uri="{FF2B5EF4-FFF2-40B4-BE49-F238E27FC236}">
                <a16:creationId xmlns:a16="http://schemas.microsoft.com/office/drawing/2014/main" id="{F2A598F1-A8D5-64B0-FF60-0425001DBBDF}"/>
              </a:ext>
            </a:extLst>
          </p:cNvPr>
          <p:cNvSpPr txBox="1"/>
          <p:nvPr/>
        </p:nvSpPr>
        <p:spPr>
          <a:xfrm>
            <a:off x="9354130" y="3325300"/>
            <a:ext cx="854721" cy="369332"/>
          </a:xfrm>
          <a:prstGeom prst="rect">
            <a:avLst/>
          </a:prstGeom>
          <a:noFill/>
        </p:spPr>
        <p:txBody>
          <a:bodyPr wrap="none" rtlCol="0">
            <a:spAutoFit/>
          </a:bodyPr>
          <a:lstStyle/>
          <a:p>
            <a:pPr marL="0" marR="0" lvl="0" indent="0" algn="ctr" rtl="0">
              <a:spcBef>
                <a:spcPts val="0"/>
              </a:spcBef>
              <a:spcAft>
                <a:spcPts val="0"/>
              </a:spcAft>
              <a:buNone/>
            </a:pPr>
            <a:r>
              <a:rPr lang="en-US" sz="1800" b="1" dirty="0" err="1">
                <a:solidFill>
                  <a:schemeClr val="dk1"/>
                </a:solidFill>
                <a:latin typeface="Open Sans" panose="020B0606030504020204" pitchFamily="34" charset="0"/>
                <a:ea typeface="Open Sans" panose="020B0606030504020204" pitchFamily="34" charset="0"/>
                <a:cs typeface="Open Sans" panose="020B0606030504020204" pitchFamily="34" charset="0"/>
                <a:sym typeface="Sora"/>
              </a:rPr>
              <a:t>Título</a:t>
            </a:r>
            <a:endParaRPr lang="en-US" sz="1800" b="1"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Sora"/>
            </a:endParaRPr>
          </a:p>
        </p:txBody>
      </p:sp>
      <p:sp>
        <p:nvSpPr>
          <p:cNvPr id="10" name="Subtitle 2">
            <a:extLst>
              <a:ext uri="{FF2B5EF4-FFF2-40B4-BE49-F238E27FC236}">
                <a16:creationId xmlns:a16="http://schemas.microsoft.com/office/drawing/2014/main" id="{A8752C96-9352-10FC-0B10-EBAE4915D5CD}"/>
              </a:ext>
            </a:extLst>
          </p:cNvPr>
          <p:cNvSpPr txBox="1">
            <a:spLocks/>
          </p:cNvSpPr>
          <p:nvPr/>
        </p:nvSpPr>
        <p:spPr>
          <a:xfrm>
            <a:off x="8903623" y="5219152"/>
            <a:ext cx="2564477" cy="771030"/>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ts val="1600"/>
              </a:lnSpc>
              <a:spcBef>
                <a:spcPts val="0"/>
              </a:spcBef>
            </a:pPr>
            <a:r>
              <a:rPr lang="en-US" sz="9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Lorem ipsum of dolor constituter</a:t>
            </a:r>
          </a:p>
          <a:p>
            <a:pPr algn="l">
              <a:lnSpc>
                <a:spcPts val="1600"/>
              </a:lnSpc>
              <a:spcBef>
                <a:spcPts val="0"/>
              </a:spcBef>
            </a:pPr>
            <a:r>
              <a:rPr lang="en-US" sz="9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adipescent elite Aenean commode ligula beget dolor Aenean mesas. </a:t>
            </a:r>
          </a:p>
        </p:txBody>
      </p:sp>
      <p:sp>
        <p:nvSpPr>
          <p:cNvPr id="11" name="TextBox 10">
            <a:extLst>
              <a:ext uri="{FF2B5EF4-FFF2-40B4-BE49-F238E27FC236}">
                <a16:creationId xmlns:a16="http://schemas.microsoft.com/office/drawing/2014/main" id="{F73B9133-F39C-EB9F-B614-82EE882D5A7D}"/>
              </a:ext>
            </a:extLst>
          </p:cNvPr>
          <p:cNvSpPr txBox="1"/>
          <p:nvPr/>
        </p:nvSpPr>
        <p:spPr>
          <a:xfrm>
            <a:off x="9354130" y="4938720"/>
            <a:ext cx="854721" cy="369332"/>
          </a:xfrm>
          <a:prstGeom prst="rect">
            <a:avLst/>
          </a:prstGeom>
          <a:noFill/>
        </p:spPr>
        <p:txBody>
          <a:bodyPr wrap="none" rtlCol="0">
            <a:spAutoFit/>
          </a:bodyPr>
          <a:lstStyle/>
          <a:p>
            <a:pPr marL="0" marR="0" lvl="0" indent="0" algn="ctr" rtl="0">
              <a:spcBef>
                <a:spcPts val="0"/>
              </a:spcBef>
              <a:spcAft>
                <a:spcPts val="0"/>
              </a:spcAft>
              <a:buNone/>
            </a:pPr>
            <a:r>
              <a:rPr lang="en-US" sz="1800" b="1" dirty="0" err="1">
                <a:solidFill>
                  <a:schemeClr val="dk1"/>
                </a:solidFill>
                <a:latin typeface="Open Sans" panose="020B0606030504020204" pitchFamily="34" charset="0"/>
                <a:ea typeface="Open Sans" panose="020B0606030504020204" pitchFamily="34" charset="0"/>
                <a:cs typeface="Open Sans" panose="020B0606030504020204" pitchFamily="34" charset="0"/>
                <a:sym typeface="Sora"/>
              </a:rPr>
              <a:t>Título</a:t>
            </a:r>
            <a:endParaRPr lang="en-US" sz="1800" b="1"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Sora"/>
            </a:endParaRPr>
          </a:p>
        </p:txBody>
      </p:sp>
      <p:sp>
        <p:nvSpPr>
          <p:cNvPr id="12" name="Subtitle 2">
            <a:extLst>
              <a:ext uri="{FF2B5EF4-FFF2-40B4-BE49-F238E27FC236}">
                <a16:creationId xmlns:a16="http://schemas.microsoft.com/office/drawing/2014/main" id="{65A14C95-A7B1-A51B-0B0F-A8A00B3C3530}"/>
              </a:ext>
            </a:extLst>
          </p:cNvPr>
          <p:cNvSpPr txBox="1">
            <a:spLocks/>
          </p:cNvSpPr>
          <p:nvPr/>
        </p:nvSpPr>
        <p:spPr>
          <a:xfrm>
            <a:off x="8903623" y="1992312"/>
            <a:ext cx="2564477" cy="771030"/>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ts val="1600"/>
              </a:lnSpc>
              <a:spcBef>
                <a:spcPts val="0"/>
              </a:spcBef>
            </a:pPr>
            <a:r>
              <a:rPr lang="en-US" sz="9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Lorem ipsum of dolor constituter</a:t>
            </a:r>
          </a:p>
          <a:p>
            <a:pPr algn="l">
              <a:lnSpc>
                <a:spcPts val="1600"/>
              </a:lnSpc>
              <a:spcBef>
                <a:spcPts val="0"/>
              </a:spcBef>
            </a:pPr>
            <a:r>
              <a:rPr lang="en-US" sz="9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adipescent elite Aenean commode ligula beget dolor Aenean mesas. </a:t>
            </a:r>
          </a:p>
        </p:txBody>
      </p:sp>
      <p:sp>
        <p:nvSpPr>
          <p:cNvPr id="13" name="TextBox 12">
            <a:extLst>
              <a:ext uri="{FF2B5EF4-FFF2-40B4-BE49-F238E27FC236}">
                <a16:creationId xmlns:a16="http://schemas.microsoft.com/office/drawing/2014/main" id="{3991040F-6535-5C6C-DC87-7D68C7907221}"/>
              </a:ext>
            </a:extLst>
          </p:cNvPr>
          <p:cNvSpPr txBox="1"/>
          <p:nvPr/>
        </p:nvSpPr>
        <p:spPr>
          <a:xfrm>
            <a:off x="9354130" y="1711880"/>
            <a:ext cx="854721" cy="369332"/>
          </a:xfrm>
          <a:prstGeom prst="rect">
            <a:avLst/>
          </a:prstGeom>
          <a:noFill/>
        </p:spPr>
        <p:txBody>
          <a:bodyPr wrap="none" rtlCol="0">
            <a:spAutoFit/>
          </a:bodyPr>
          <a:lstStyle/>
          <a:p>
            <a:pPr marL="0" marR="0" lvl="0" indent="0" algn="ctr" rtl="0">
              <a:spcBef>
                <a:spcPts val="0"/>
              </a:spcBef>
              <a:spcAft>
                <a:spcPts val="0"/>
              </a:spcAft>
              <a:buNone/>
            </a:pPr>
            <a:r>
              <a:rPr lang="en-US" sz="1800" b="1" dirty="0" err="1">
                <a:solidFill>
                  <a:schemeClr val="dk1"/>
                </a:solidFill>
                <a:latin typeface="Open Sans" panose="020B0606030504020204" pitchFamily="34" charset="0"/>
                <a:ea typeface="Open Sans" panose="020B0606030504020204" pitchFamily="34" charset="0"/>
                <a:cs typeface="Open Sans" panose="020B0606030504020204" pitchFamily="34" charset="0"/>
                <a:sym typeface="Sora"/>
              </a:rPr>
              <a:t>Título</a:t>
            </a:r>
            <a:endParaRPr lang="en-US" sz="1800" b="1"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Sora"/>
            </a:endParaRPr>
          </a:p>
        </p:txBody>
      </p:sp>
      <p:sp>
        <p:nvSpPr>
          <p:cNvPr id="14" name="Freeform 46">
            <a:extLst>
              <a:ext uri="{FF2B5EF4-FFF2-40B4-BE49-F238E27FC236}">
                <a16:creationId xmlns:a16="http://schemas.microsoft.com/office/drawing/2014/main" id="{A31D5012-8D8C-8ADE-1153-4B1FC969DB80}"/>
              </a:ext>
            </a:extLst>
          </p:cNvPr>
          <p:cNvSpPr>
            <a:spLocks/>
          </p:cNvSpPr>
          <p:nvPr/>
        </p:nvSpPr>
        <p:spPr bwMode="auto">
          <a:xfrm>
            <a:off x="4974435" y="1767719"/>
            <a:ext cx="2374324" cy="1413982"/>
          </a:xfrm>
          <a:custGeom>
            <a:avLst/>
            <a:gdLst>
              <a:gd name="T0" fmla="*/ 501 w 1027"/>
              <a:gd name="T1" fmla="*/ 607 h 611"/>
              <a:gd name="T2" fmla="*/ 781 w 1027"/>
              <a:gd name="T3" fmla="*/ 496 h 611"/>
              <a:gd name="T4" fmla="*/ 1027 w 1027"/>
              <a:gd name="T5" fmla="*/ 160 h 611"/>
              <a:gd name="T6" fmla="*/ 510 w 1027"/>
              <a:gd name="T7" fmla="*/ 1 h 611"/>
              <a:gd name="T8" fmla="*/ 0 w 1027"/>
              <a:gd name="T9" fmla="*/ 164 h 611"/>
              <a:gd name="T10" fmla="*/ 256 w 1027"/>
              <a:gd name="T11" fmla="*/ 500 h 611"/>
              <a:gd name="T12" fmla="*/ 501 w 1027"/>
              <a:gd name="T13" fmla="*/ 607 h 611"/>
            </a:gdLst>
            <a:ahLst/>
            <a:cxnLst>
              <a:cxn ang="0">
                <a:pos x="T0" y="T1"/>
              </a:cxn>
              <a:cxn ang="0">
                <a:pos x="T2" y="T3"/>
              </a:cxn>
              <a:cxn ang="0">
                <a:pos x="T4" y="T5"/>
              </a:cxn>
              <a:cxn ang="0">
                <a:pos x="T6" y="T7"/>
              </a:cxn>
              <a:cxn ang="0">
                <a:pos x="T8" y="T9"/>
              </a:cxn>
              <a:cxn ang="0">
                <a:pos x="T10" y="T11"/>
              </a:cxn>
              <a:cxn ang="0">
                <a:pos x="T12" y="T13"/>
              </a:cxn>
            </a:cxnLst>
            <a:rect l="0" t="0" r="r" b="b"/>
            <a:pathLst>
              <a:path w="1027" h="611">
                <a:moveTo>
                  <a:pt x="501" y="607"/>
                </a:moveTo>
                <a:cubicBezTo>
                  <a:pt x="698" y="608"/>
                  <a:pt x="767" y="510"/>
                  <a:pt x="781" y="496"/>
                </a:cubicBezTo>
                <a:cubicBezTo>
                  <a:pt x="825" y="450"/>
                  <a:pt x="986" y="221"/>
                  <a:pt x="1027" y="160"/>
                </a:cubicBezTo>
                <a:cubicBezTo>
                  <a:pt x="881" y="59"/>
                  <a:pt x="702" y="0"/>
                  <a:pt x="510" y="1"/>
                </a:cubicBezTo>
                <a:cubicBezTo>
                  <a:pt x="320" y="3"/>
                  <a:pt x="145" y="63"/>
                  <a:pt x="0" y="164"/>
                </a:cubicBezTo>
                <a:cubicBezTo>
                  <a:pt x="109" y="326"/>
                  <a:pt x="256" y="500"/>
                  <a:pt x="256" y="500"/>
                </a:cubicBezTo>
                <a:cubicBezTo>
                  <a:pt x="360" y="611"/>
                  <a:pt x="501" y="607"/>
                  <a:pt x="501" y="607"/>
                </a:cubicBezTo>
                <a:close/>
              </a:path>
            </a:pathLst>
          </a:custGeom>
          <a:solidFill>
            <a:srgbClr val="605FC0"/>
          </a:solidFill>
          <a:ln>
            <a:noFill/>
          </a:ln>
        </p:spPr>
        <p:txBody>
          <a:bodyPr vert="horz" wrap="square" lIns="91440" tIns="45720" rIns="91440" bIns="45720" numCol="1" anchor="t" anchorCtr="0" compatLnSpc="1">
            <a:prstTxWarp prst="textNoShape">
              <a:avLst/>
            </a:prstTxWarp>
          </a:bodyPr>
          <a:lstStyle/>
          <a:p>
            <a:endParaRPr lang="en-US"/>
          </a:p>
        </p:txBody>
      </p:sp>
      <p:sp>
        <p:nvSpPr>
          <p:cNvPr id="15" name="Freeform 47">
            <a:extLst>
              <a:ext uri="{FF2B5EF4-FFF2-40B4-BE49-F238E27FC236}">
                <a16:creationId xmlns:a16="http://schemas.microsoft.com/office/drawing/2014/main" id="{4FB997C8-D338-B813-052C-C5A8D225939A}"/>
              </a:ext>
            </a:extLst>
          </p:cNvPr>
          <p:cNvSpPr>
            <a:spLocks/>
          </p:cNvSpPr>
          <p:nvPr/>
        </p:nvSpPr>
        <p:spPr bwMode="auto">
          <a:xfrm>
            <a:off x="4084277" y="2195680"/>
            <a:ext cx="1576607" cy="2268191"/>
          </a:xfrm>
          <a:custGeom>
            <a:avLst/>
            <a:gdLst>
              <a:gd name="T0" fmla="*/ 618 w 682"/>
              <a:gd name="T1" fmla="*/ 645 h 980"/>
              <a:gd name="T2" fmla="*/ 602 w 682"/>
              <a:gd name="T3" fmla="*/ 344 h 980"/>
              <a:gd name="T4" fmla="*/ 357 w 682"/>
              <a:gd name="T5" fmla="*/ 0 h 980"/>
              <a:gd name="T6" fmla="*/ 2 w 682"/>
              <a:gd name="T7" fmla="*/ 722 h 980"/>
              <a:gd name="T8" fmla="*/ 41 w 682"/>
              <a:gd name="T9" fmla="*/ 980 h 980"/>
              <a:gd name="T10" fmla="*/ 440 w 682"/>
              <a:gd name="T11" fmla="*/ 844 h 980"/>
              <a:gd name="T12" fmla="*/ 618 w 682"/>
              <a:gd name="T13" fmla="*/ 645 h 980"/>
            </a:gdLst>
            <a:ahLst/>
            <a:cxnLst>
              <a:cxn ang="0">
                <a:pos x="T0" y="T1"/>
              </a:cxn>
              <a:cxn ang="0">
                <a:pos x="T2" y="T3"/>
              </a:cxn>
              <a:cxn ang="0">
                <a:pos x="T4" y="T5"/>
              </a:cxn>
              <a:cxn ang="0">
                <a:pos x="T6" y="T7"/>
              </a:cxn>
              <a:cxn ang="0">
                <a:pos x="T8" y="T9"/>
              </a:cxn>
              <a:cxn ang="0">
                <a:pos x="T10" y="T11"/>
              </a:cxn>
              <a:cxn ang="0">
                <a:pos x="T12" y="T13"/>
              </a:cxn>
            </a:cxnLst>
            <a:rect l="0" t="0" r="r" b="b"/>
            <a:pathLst>
              <a:path w="682" h="980">
                <a:moveTo>
                  <a:pt x="618" y="645"/>
                </a:moveTo>
                <a:cubicBezTo>
                  <a:pt x="682" y="458"/>
                  <a:pt x="610" y="362"/>
                  <a:pt x="602" y="344"/>
                </a:cubicBezTo>
                <a:cubicBezTo>
                  <a:pt x="571" y="286"/>
                  <a:pt x="395" y="50"/>
                  <a:pt x="357" y="0"/>
                </a:cubicBezTo>
                <a:cubicBezTo>
                  <a:pt x="140" y="165"/>
                  <a:pt x="0" y="428"/>
                  <a:pt x="2" y="722"/>
                </a:cubicBezTo>
                <a:cubicBezTo>
                  <a:pt x="2" y="812"/>
                  <a:pt x="16" y="899"/>
                  <a:pt x="41" y="980"/>
                </a:cubicBezTo>
                <a:cubicBezTo>
                  <a:pt x="228" y="928"/>
                  <a:pt x="440" y="844"/>
                  <a:pt x="440" y="844"/>
                </a:cubicBezTo>
                <a:cubicBezTo>
                  <a:pt x="578" y="780"/>
                  <a:pt x="618" y="645"/>
                  <a:pt x="618" y="645"/>
                </a:cubicBezTo>
                <a:close/>
              </a:path>
            </a:pathLst>
          </a:custGeom>
          <a:solidFill>
            <a:schemeClr val="tx2">
              <a:lumMod val="25000"/>
              <a:lumOff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6" name="Freeform 48">
            <a:extLst>
              <a:ext uri="{FF2B5EF4-FFF2-40B4-BE49-F238E27FC236}">
                <a16:creationId xmlns:a16="http://schemas.microsoft.com/office/drawing/2014/main" id="{BFA4CC25-056D-F897-AB49-F7206835FFAC}"/>
              </a:ext>
            </a:extLst>
          </p:cNvPr>
          <p:cNvSpPr>
            <a:spLocks/>
          </p:cNvSpPr>
          <p:nvPr/>
        </p:nvSpPr>
        <p:spPr bwMode="auto">
          <a:xfrm>
            <a:off x="6669158" y="2187121"/>
            <a:ext cx="1581743" cy="2269901"/>
          </a:xfrm>
          <a:custGeom>
            <a:avLst/>
            <a:gdLst>
              <a:gd name="T0" fmla="*/ 64 w 684"/>
              <a:gd name="T1" fmla="*/ 644 h 981"/>
              <a:gd name="T2" fmla="*/ 242 w 684"/>
              <a:gd name="T3" fmla="*/ 843 h 981"/>
              <a:gd name="T4" fmla="*/ 645 w 684"/>
              <a:gd name="T5" fmla="*/ 981 h 981"/>
              <a:gd name="T6" fmla="*/ 683 w 684"/>
              <a:gd name="T7" fmla="*/ 714 h 981"/>
              <a:gd name="T8" fmla="*/ 323 w 684"/>
              <a:gd name="T9" fmla="*/ 0 h 981"/>
              <a:gd name="T10" fmla="*/ 80 w 684"/>
              <a:gd name="T11" fmla="*/ 343 h 981"/>
              <a:gd name="T12" fmla="*/ 64 w 684"/>
              <a:gd name="T13" fmla="*/ 644 h 981"/>
            </a:gdLst>
            <a:ahLst/>
            <a:cxnLst>
              <a:cxn ang="0">
                <a:pos x="T0" y="T1"/>
              </a:cxn>
              <a:cxn ang="0">
                <a:pos x="T2" y="T3"/>
              </a:cxn>
              <a:cxn ang="0">
                <a:pos x="T4" y="T5"/>
              </a:cxn>
              <a:cxn ang="0">
                <a:pos x="T6" y="T7"/>
              </a:cxn>
              <a:cxn ang="0">
                <a:pos x="T8" y="T9"/>
              </a:cxn>
              <a:cxn ang="0">
                <a:pos x="T10" y="T11"/>
              </a:cxn>
              <a:cxn ang="0">
                <a:pos x="T12" y="T13"/>
              </a:cxn>
            </a:cxnLst>
            <a:rect l="0" t="0" r="r" b="b"/>
            <a:pathLst>
              <a:path w="684" h="981">
                <a:moveTo>
                  <a:pt x="64" y="644"/>
                </a:moveTo>
                <a:cubicBezTo>
                  <a:pt x="64" y="644"/>
                  <a:pt x="104" y="779"/>
                  <a:pt x="242" y="843"/>
                </a:cubicBezTo>
                <a:cubicBezTo>
                  <a:pt x="242" y="843"/>
                  <a:pt x="457" y="928"/>
                  <a:pt x="645" y="981"/>
                </a:cubicBezTo>
                <a:cubicBezTo>
                  <a:pt x="671" y="896"/>
                  <a:pt x="684" y="807"/>
                  <a:pt x="683" y="714"/>
                </a:cubicBezTo>
                <a:cubicBezTo>
                  <a:pt x="681" y="422"/>
                  <a:pt x="540" y="163"/>
                  <a:pt x="323" y="0"/>
                </a:cubicBezTo>
                <a:cubicBezTo>
                  <a:pt x="284" y="54"/>
                  <a:pt x="110" y="286"/>
                  <a:pt x="80" y="343"/>
                </a:cubicBezTo>
                <a:cubicBezTo>
                  <a:pt x="72" y="361"/>
                  <a:pt x="0" y="457"/>
                  <a:pt x="64" y="644"/>
                </a:cubicBezTo>
                <a:close/>
              </a:path>
            </a:pathLst>
          </a:custGeom>
          <a:solidFill>
            <a:srgbClr val="FF9300"/>
          </a:solidFill>
          <a:ln>
            <a:noFill/>
          </a:ln>
        </p:spPr>
        <p:txBody>
          <a:bodyPr vert="horz" wrap="square" lIns="91440" tIns="45720" rIns="91440" bIns="45720" numCol="1" anchor="t" anchorCtr="0" compatLnSpc="1">
            <a:prstTxWarp prst="textNoShape">
              <a:avLst/>
            </a:prstTxWarp>
          </a:bodyPr>
          <a:lstStyle/>
          <a:p>
            <a:endParaRPr lang="en-US"/>
          </a:p>
        </p:txBody>
      </p:sp>
      <p:sp>
        <p:nvSpPr>
          <p:cNvPr id="17" name="Freeform 49">
            <a:extLst>
              <a:ext uri="{FF2B5EF4-FFF2-40B4-BE49-F238E27FC236}">
                <a16:creationId xmlns:a16="http://schemas.microsoft.com/office/drawing/2014/main" id="{5D1122F7-5428-902F-E19E-49AF97C280A1}"/>
              </a:ext>
            </a:extLst>
          </p:cNvPr>
          <p:cNvSpPr>
            <a:spLocks/>
          </p:cNvSpPr>
          <p:nvPr/>
        </p:nvSpPr>
        <p:spPr bwMode="auto">
          <a:xfrm>
            <a:off x="4197260" y="4167722"/>
            <a:ext cx="1942941" cy="1766621"/>
          </a:xfrm>
          <a:custGeom>
            <a:avLst/>
            <a:gdLst>
              <a:gd name="T0" fmla="*/ 830 w 840"/>
              <a:gd name="T1" fmla="*/ 340 h 764"/>
              <a:gd name="T2" fmla="*/ 668 w 840"/>
              <a:gd name="T3" fmla="*/ 86 h 764"/>
              <a:gd name="T4" fmla="*/ 407 w 840"/>
              <a:gd name="T5" fmla="*/ 29 h 764"/>
              <a:gd name="T6" fmla="*/ 0 w 840"/>
              <a:gd name="T7" fmla="*/ 153 h 764"/>
              <a:gd name="T8" fmla="*/ 834 w 840"/>
              <a:gd name="T9" fmla="*/ 764 h 764"/>
              <a:gd name="T10" fmla="*/ 830 w 840"/>
              <a:gd name="T11" fmla="*/ 340 h 764"/>
            </a:gdLst>
            <a:ahLst/>
            <a:cxnLst>
              <a:cxn ang="0">
                <a:pos x="T0" y="T1"/>
              </a:cxn>
              <a:cxn ang="0">
                <a:pos x="T2" y="T3"/>
              </a:cxn>
              <a:cxn ang="0">
                <a:pos x="T4" y="T5"/>
              </a:cxn>
              <a:cxn ang="0">
                <a:pos x="T6" y="T7"/>
              </a:cxn>
              <a:cxn ang="0">
                <a:pos x="T8" y="T9"/>
              </a:cxn>
              <a:cxn ang="0">
                <a:pos x="T10" y="T11"/>
              </a:cxn>
            </a:cxnLst>
            <a:rect l="0" t="0" r="r" b="b"/>
            <a:pathLst>
              <a:path w="840" h="764">
                <a:moveTo>
                  <a:pt x="830" y="340"/>
                </a:moveTo>
                <a:cubicBezTo>
                  <a:pt x="827" y="320"/>
                  <a:pt x="829" y="200"/>
                  <a:pt x="668" y="86"/>
                </a:cubicBezTo>
                <a:cubicBezTo>
                  <a:pt x="668" y="86"/>
                  <a:pt x="557" y="0"/>
                  <a:pt x="407" y="29"/>
                </a:cubicBezTo>
                <a:cubicBezTo>
                  <a:pt x="407" y="29"/>
                  <a:pt x="183" y="85"/>
                  <a:pt x="0" y="153"/>
                </a:cubicBezTo>
                <a:cubicBezTo>
                  <a:pt x="118" y="503"/>
                  <a:pt x="446" y="756"/>
                  <a:pt x="834" y="764"/>
                </a:cubicBezTo>
                <a:cubicBezTo>
                  <a:pt x="835" y="706"/>
                  <a:pt x="840" y="405"/>
                  <a:pt x="830" y="340"/>
                </a:cubicBezTo>
                <a:close/>
              </a:path>
            </a:pathLst>
          </a:custGeom>
          <a:solidFill>
            <a:schemeClr val="tx2">
              <a:lumMod val="75000"/>
              <a:lumOff val="2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8" name="Freeform 50">
            <a:extLst>
              <a:ext uri="{FF2B5EF4-FFF2-40B4-BE49-F238E27FC236}">
                <a16:creationId xmlns:a16="http://schemas.microsoft.com/office/drawing/2014/main" id="{C3A220C0-FBAA-4532-7ED2-1DBBEA6C5C9E}"/>
              </a:ext>
            </a:extLst>
          </p:cNvPr>
          <p:cNvSpPr>
            <a:spLocks/>
          </p:cNvSpPr>
          <p:nvPr/>
        </p:nvSpPr>
        <p:spPr bwMode="auto">
          <a:xfrm>
            <a:off x="6186420" y="4135198"/>
            <a:ext cx="1951501" cy="1799146"/>
          </a:xfrm>
          <a:custGeom>
            <a:avLst/>
            <a:gdLst>
              <a:gd name="T0" fmla="*/ 154 w 844"/>
              <a:gd name="T1" fmla="*/ 116 h 778"/>
              <a:gd name="T2" fmla="*/ 18 w 844"/>
              <a:gd name="T3" fmla="*/ 346 h 778"/>
              <a:gd name="T4" fmla="*/ 7 w 844"/>
              <a:gd name="T5" fmla="*/ 778 h 778"/>
              <a:gd name="T6" fmla="*/ 844 w 844"/>
              <a:gd name="T7" fmla="*/ 171 h 778"/>
              <a:gd name="T8" fmla="*/ 446 w 844"/>
              <a:gd name="T9" fmla="*/ 42 h 778"/>
              <a:gd name="T10" fmla="*/ 154 w 844"/>
              <a:gd name="T11" fmla="*/ 116 h 778"/>
            </a:gdLst>
            <a:ahLst/>
            <a:cxnLst>
              <a:cxn ang="0">
                <a:pos x="T0" y="T1"/>
              </a:cxn>
              <a:cxn ang="0">
                <a:pos x="T2" y="T3"/>
              </a:cxn>
              <a:cxn ang="0">
                <a:pos x="T4" y="T5"/>
              </a:cxn>
              <a:cxn ang="0">
                <a:pos x="T6" y="T7"/>
              </a:cxn>
              <a:cxn ang="0">
                <a:pos x="T8" y="T9"/>
              </a:cxn>
              <a:cxn ang="0">
                <a:pos x="T10" y="T11"/>
              </a:cxn>
            </a:cxnLst>
            <a:rect l="0" t="0" r="r" b="b"/>
            <a:pathLst>
              <a:path w="844" h="778">
                <a:moveTo>
                  <a:pt x="154" y="116"/>
                </a:moveTo>
                <a:cubicBezTo>
                  <a:pt x="154" y="116"/>
                  <a:pt x="37" y="195"/>
                  <a:pt x="18" y="346"/>
                </a:cubicBezTo>
                <a:cubicBezTo>
                  <a:pt x="18" y="346"/>
                  <a:pt x="0" y="582"/>
                  <a:pt x="7" y="778"/>
                </a:cubicBezTo>
                <a:cubicBezTo>
                  <a:pt x="396" y="772"/>
                  <a:pt x="724" y="519"/>
                  <a:pt x="844" y="171"/>
                </a:cubicBezTo>
                <a:cubicBezTo>
                  <a:pt x="777" y="147"/>
                  <a:pt x="509" y="54"/>
                  <a:pt x="446" y="42"/>
                </a:cubicBezTo>
                <a:cubicBezTo>
                  <a:pt x="426" y="40"/>
                  <a:pt x="313" y="0"/>
                  <a:pt x="154" y="116"/>
                </a:cubicBez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endParaRPr lang="en-US"/>
          </a:p>
        </p:txBody>
      </p:sp>
      <p:sp>
        <p:nvSpPr>
          <p:cNvPr id="19" name="Oval 54">
            <a:extLst>
              <a:ext uri="{FF2B5EF4-FFF2-40B4-BE49-F238E27FC236}">
                <a16:creationId xmlns:a16="http://schemas.microsoft.com/office/drawing/2014/main" id="{0328E617-ED57-A1BC-5572-1E142169E3A1}"/>
              </a:ext>
            </a:extLst>
          </p:cNvPr>
          <p:cNvSpPr>
            <a:spLocks noChangeArrowheads="1"/>
          </p:cNvSpPr>
          <p:nvPr/>
        </p:nvSpPr>
        <p:spPr bwMode="auto">
          <a:xfrm>
            <a:off x="4931616" y="2615059"/>
            <a:ext cx="2471945" cy="2471945"/>
          </a:xfrm>
          <a:prstGeom prst="ellipse">
            <a:avLst/>
          </a:prstGeom>
          <a:solidFill>
            <a:schemeClr val="bg1">
              <a:alpha val="15000"/>
            </a:schemeClr>
          </a:solidFill>
          <a:ln w="12700"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7" name="TextBox 26">
            <a:extLst>
              <a:ext uri="{FF2B5EF4-FFF2-40B4-BE49-F238E27FC236}">
                <a16:creationId xmlns:a16="http://schemas.microsoft.com/office/drawing/2014/main" id="{E02A0661-24DD-C651-6302-1F32D54D08B9}"/>
              </a:ext>
            </a:extLst>
          </p:cNvPr>
          <p:cNvSpPr txBox="1"/>
          <p:nvPr/>
        </p:nvSpPr>
        <p:spPr>
          <a:xfrm>
            <a:off x="4795486" y="570480"/>
            <a:ext cx="2601033" cy="630942"/>
          </a:xfrm>
          <a:prstGeom prst="rect">
            <a:avLst/>
          </a:prstGeom>
          <a:noFill/>
        </p:spPr>
        <p:txBody>
          <a:bodyPr wrap="none" rtlCol="0">
            <a:spAutoFit/>
          </a:bodyPr>
          <a:lstStyle/>
          <a:p>
            <a:pPr algn="ctr"/>
            <a:r>
              <a:rPr lang="en-US" sz="3500" b="1" i="0" err="1">
                <a:effectLst/>
                <a:latin typeface="Open Sans" panose="020B0606030504020204" pitchFamily="34" charset="0"/>
                <a:ea typeface="Open Sans" panose="020B0606030504020204" pitchFamily="34" charset="0"/>
                <a:cs typeface="Open Sans" panose="020B0606030504020204" pitchFamily="34" charset="0"/>
              </a:rPr>
              <a:t>Infografías</a:t>
            </a:r>
            <a:endParaRPr lang="en-US" sz="3500" b="1" i="0">
              <a:effectLst/>
              <a:latin typeface="Open Sans" panose="020B0606030504020204" pitchFamily="34" charset="0"/>
              <a:ea typeface="Open Sans" panose="020B0606030504020204" pitchFamily="34" charset="0"/>
              <a:cs typeface="Open Sans" panose="020B0606030504020204" pitchFamily="34" charset="0"/>
            </a:endParaRPr>
          </a:p>
        </p:txBody>
      </p:sp>
      <p:sp>
        <p:nvSpPr>
          <p:cNvPr id="26" name="Freeform 86">
            <a:extLst>
              <a:ext uri="{FF2B5EF4-FFF2-40B4-BE49-F238E27FC236}">
                <a16:creationId xmlns:a16="http://schemas.microsoft.com/office/drawing/2014/main" id="{024BCEE9-B97E-F14F-16B3-DDFAB64C2B1B}"/>
              </a:ext>
            </a:extLst>
          </p:cNvPr>
          <p:cNvSpPr>
            <a:spLocks noEditPoints="1"/>
          </p:cNvSpPr>
          <p:nvPr/>
        </p:nvSpPr>
        <p:spPr bwMode="auto">
          <a:xfrm>
            <a:off x="6816992" y="4814508"/>
            <a:ext cx="593219" cy="544993"/>
          </a:xfrm>
          <a:custGeom>
            <a:avLst/>
            <a:gdLst>
              <a:gd name="T0" fmla="*/ 325 w 331"/>
              <a:gd name="T1" fmla="*/ 2 h 332"/>
              <a:gd name="T2" fmla="*/ 112 w 331"/>
              <a:gd name="T3" fmla="*/ 123 h 332"/>
              <a:gd name="T4" fmla="*/ 40 w 331"/>
              <a:gd name="T5" fmla="*/ 135 h 332"/>
              <a:gd name="T6" fmla="*/ 4 w 331"/>
              <a:gd name="T7" fmla="*/ 208 h 332"/>
              <a:gd name="T8" fmla="*/ 12 w 331"/>
              <a:gd name="T9" fmla="*/ 207 h 332"/>
              <a:gd name="T10" fmla="*/ 61 w 331"/>
              <a:gd name="T11" fmla="*/ 181 h 332"/>
              <a:gd name="T12" fmla="*/ 74 w 331"/>
              <a:gd name="T13" fmla="*/ 176 h 332"/>
              <a:gd name="T14" fmla="*/ 61 w 331"/>
              <a:gd name="T15" fmla="*/ 169 h 332"/>
              <a:gd name="T16" fmla="*/ 48 w 331"/>
              <a:gd name="T17" fmla="*/ 144 h 332"/>
              <a:gd name="T18" fmla="*/ 103 w 331"/>
              <a:gd name="T19" fmla="*/ 133 h 332"/>
              <a:gd name="T20" fmla="*/ 77 w 331"/>
              <a:gd name="T21" fmla="*/ 197 h 332"/>
              <a:gd name="T22" fmla="*/ 128 w 331"/>
              <a:gd name="T23" fmla="*/ 253 h 332"/>
              <a:gd name="T24" fmla="*/ 134 w 331"/>
              <a:gd name="T25" fmla="*/ 254 h 332"/>
              <a:gd name="T26" fmla="*/ 200 w 331"/>
              <a:gd name="T27" fmla="*/ 238 h 332"/>
              <a:gd name="T28" fmla="*/ 163 w 331"/>
              <a:gd name="T29" fmla="*/ 265 h 332"/>
              <a:gd name="T30" fmla="*/ 151 w 331"/>
              <a:gd name="T31" fmla="*/ 265 h 332"/>
              <a:gd name="T32" fmla="*/ 130 w 331"/>
              <a:gd name="T33" fmla="*/ 318 h 332"/>
              <a:gd name="T34" fmla="*/ 126 w 331"/>
              <a:gd name="T35" fmla="*/ 321 h 332"/>
              <a:gd name="T36" fmla="*/ 129 w 331"/>
              <a:gd name="T37" fmla="*/ 332 h 332"/>
              <a:gd name="T38" fmla="*/ 212 w 331"/>
              <a:gd name="T39" fmla="*/ 238 h 332"/>
              <a:gd name="T40" fmla="*/ 232 w 331"/>
              <a:gd name="T41" fmla="*/ 204 h 332"/>
              <a:gd name="T42" fmla="*/ 330 w 331"/>
              <a:gd name="T43" fmla="*/ 7 h 332"/>
              <a:gd name="T44" fmla="*/ 254 w 331"/>
              <a:gd name="T45" fmla="*/ 25 h 332"/>
              <a:gd name="T46" fmla="*/ 245 w 331"/>
              <a:gd name="T47" fmla="*/ 33 h 332"/>
              <a:gd name="T48" fmla="*/ 225 w 331"/>
              <a:gd name="T49" fmla="*/ 194 h 332"/>
              <a:gd name="T50" fmla="*/ 109 w 331"/>
              <a:gd name="T51" fmla="*/ 177 h 332"/>
              <a:gd name="T52" fmla="*/ 101 w 331"/>
              <a:gd name="T53" fmla="*/ 186 h 332"/>
              <a:gd name="T54" fmla="*/ 138 w 331"/>
              <a:gd name="T55" fmla="*/ 240 h 332"/>
              <a:gd name="T56" fmla="*/ 90 w 331"/>
              <a:gd name="T57" fmla="*/ 197 h 332"/>
              <a:gd name="T58" fmla="*/ 318 w 331"/>
              <a:gd name="T59" fmla="*/ 13 h 332"/>
              <a:gd name="T60" fmla="*/ 319 w 331"/>
              <a:gd name="T61" fmla="*/ 30 h 332"/>
              <a:gd name="T62" fmla="*/ 97 w 331"/>
              <a:gd name="T63" fmla="*/ 251 h 332"/>
              <a:gd name="T64" fmla="*/ 91 w 331"/>
              <a:gd name="T65" fmla="*/ 257 h 332"/>
              <a:gd name="T66" fmla="*/ 41 w 331"/>
              <a:gd name="T67" fmla="*/ 301 h 332"/>
              <a:gd name="T68" fmla="*/ 52 w 331"/>
              <a:gd name="T69" fmla="*/ 252 h 332"/>
              <a:gd name="T70" fmla="*/ 74 w 331"/>
              <a:gd name="T71" fmla="*/ 241 h 332"/>
              <a:gd name="T72" fmla="*/ 75 w 331"/>
              <a:gd name="T73" fmla="*/ 241 h 332"/>
              <a:gd name="T74" fmla="*/ 80 w 331"/>
              <a:gd name="T75" fmla="*/ 231 h 332"/>
              <a:gd name="T76" fmla="*/ 71 w 331"/>
              <a:gd name="T77" fmla="*/ 229 h 332"/>
              <a:gd name="T78" fmla="*/ 12 w 331"/>
              <a:gd name="T79" fmla="*/ 311 h 332"/>
              <a:gd name="T80" fmla="*/ 18 w 331"/>
              <a:gd name="T81" fmla="*/ 319 h 332"/>
              <a:gd name="T82" fmla="*/ 60 w 331"/>
              <a:gd name="T83" fmla="*/ 306 h 332"/>
              <a:gd name="T84" fmla="*/ 103 w 331"/>
              <a:gd name="T85" fmla="*/ 257 h 332"/>
              <a:gd name="T86" fmla="*/ 97 w 331"/>
              <a:gd name="T87" fmla="*/ 251 h 332"/>
              <a:gd name="T88" fmla="*/ 225 w 331"/>
              <a:gd name="T89" fmla="*/ 151 h 332"/>
              <a:gd name="T90" fmla="*/ 225 w 331"/>
              <a:gd name="T91" fmla="*/ 62 h 332"/>
              <a:gd name="T92" fmla="*/ 258 w 331"/>
              <a:gd name="T93" fmla="*/ 106 h 332"/>
              <a:gd name="T94" fmla="*/ 193 w 331"/>
              <a:gd name="T95" fmla="*/ 106 h 332"/>
              <a:gd name="T96" fmla="*/ 258 w 331"/>
              <a:gd name="T97" fmla="*/ 106 h 3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31" h="332">
                <a:moveTo>
                  <a:pt x="330" y="7"/>
                </a:moveTo>
                <a:cubicBezTo>
                  <a:pt x="330" y="5"/>
                  <a:pt x="328" y="3"/>
                  <a:pt x="325" y="2"/>
                </a:cubicBezTo>
                <a:cubicBezTo>
                  <a:pt x="325" y="2"/>
                  <a:pt x="317" y="1"/>
                  <a:pt x="303" y="1"/>
                </a:cubicBezTo>
                <a:cubicBezTo>
                  <a:pt x="264" y="0"/>
                  <a:pt x="176" y="15"/>
                  <a:pt x="112" y="123"/>
                </a:cubicBezTo>
                <a:cubicBezTo>
                  <a:pt x="107" y="122"/>
                  <a:pt x="98" y="119"/>
                  <a:pt x="86" y="119"/>
                </a:cubicBezTo>
                <a:cubicBezTo>
                  <a:pt x="73" y="119"/>
                  <a:pt x="56" y="122"/>
                  <a:pt x="40" y="135"/>
                </a:cubicBezTo>
                <a:cubicBezTo>
                  <a:pt x="25" y="147"/>
                  <a:pt x="11" y="168"/>
                  <a:pt x="1" y="201"/>
                </a:cubicBezTo>
                <a:cubicBezTo>
                  <a:pt x="0" y="204"/>
                  <a:pt x="2" y="207"/>
                  <a:pt x="4" y="208"/>
                </a:cubicBezTo>
                <a:cubicBezTo>
                  <a:pt x="5" y="209"/>
                  <a:pt x="6" y="209"/>
                  <a:pt x="7" y="209"/>
                </a:cubicBezTo>
                <a:cubicBezTo>
                  <a:pt x="9" y="209"/>
                  <a:pt x="11" y="208"/>
                  <a:pt x="12" y="207"/>
                </a:cubicBezTo>
                <a:cubicBezTo>
                  <a:pt x="12" y="207"/>
                  <a:pt x="12" y="206"/>
                  <a:pt x="13" y="206"/>
                </a:cubicBezTo>
                <a:cubicBezTo>
                  <a:pt x="17" y="201"/>
                  <a:pt x="36" y="180"/>
                  <a:pt x="61" y="181"/>
                </a:cubicBezTo>
                <a:cubicBezTo>
                  <a:pt x="63" y="181"/>
                  <a:pt x="65" y="181"/>
                  <a:pt x="68" y="181"/>
                </a:cubicBezTo>
                <a:cubicBezTo>
                  <a:pt x="71" y="181"/>
                  <a:pt x="74" y="179"/>
                  <a:pt x="74" y="176"/>
                </a:cubicBezTo>
                <a:cubicBezTo>
                  <a:pt x="75" y="173"/>
                  <a:pt x="73" y="170"/>
                  <a:pt x="69" y="169"/>
                </a:cubicBezTo>
                <a:cubicBezTo>
                  <a:pt x="67" y="169"/>
                  <a:pt x="64" y="169"/>
                  <a:pt x="61" y="169"/>
                </a:cubicBezTo>
                <a:cubicBezTo>
                  <a:pt x="44" y="169"/>
                  <a:pt x="30" y="175"/>
                  <a:pt x="20" y="182"/>
                </a:cubicBezTo>
                <a:cubicBezTo>
                  <a:pt x="28" y="164"/>
                  <a:pt x="38" y="152"/>
                  <a:pt x="48" y="144"/>
                </a:cubicBezTo>
                <a:cubicBezTo>
                  <a:pt x="61" y="134"/>
                  <a:pt x="75" y="131"/>
                  <a:pt x="86" y="131"/>
                </a:cubicBezTo>
                <a:cubicBezTo>
                  <a:pt x="93" y="131"/>
                  <a:pt x="99" y="132"/>
                  <a:pt x="103" y="133"/>
                </a:cubicBezTo>
                <a:cubicBezTo>
                  <a:pt x="104" y="133"/>
                  <a:pt x="105" y="133"/>
                  <a:pt x="106" y="134"/>
                </a:cubicBezTo>
                <a:cubicBezTo>
                  <a:pt x="95" y="152"/>
                  <a:pt x="86" y="173"/>
                  <a:pt x="77" y="197"/>
                </a:cubicBezTo>
                <a:cubicBezTo>
                  <a:pt x="77" y="199"/>
                  <a:pt x="77" y="202"/>
                  <a:pt x="79" y="203"/>
                </a:cubicBezTo>
                <a:cubicBezTo>
                  <a:pt x="128" y="253"/>
                  <a:pt x="128" y="253"/>
                  <a:pt x="128" y="253"/>
                </a:cubicBezTo>
                <a:cubicBezTo>
                  <a:pt x="129" y="254"/>
                  <a:pt x="131" y="254"/>
                  <a:pt x="132" y="254"/>
                </a:cubicBezTo>
                <a:cubicBezTo>
                  <a:pt x="133" y="254"/>
                  <a:pt x="133" y="254"/>
                  <a:pt x="134" y="254"/>
                </a:cubicBezTo>
                <a:cubicBezTo>
                  <a:pt x="134" y="254"/>
                  <a:pt x="163" y="245"/>
                  <a:pt x="199" y="225"/>
                </a:cubicBezTo>
                <a:cubicBezTo>
                  <a:pt x="200" y="228"/>
                  <a:pt x="200" y="233"/>
                  <a:pt x="200" y="238"/>
                </a:cubicBezTo>
                <a:cubicBezTo>
                  <a:pt x="200" y="258"/>
                  <a:pt x="193" y="289"/>
                  <a:pt x="151" y="310"/>
                </a:cubicBezTo>
                <a:cubicBezTo>
                  <a:pt x="157" y="300"/>
                  <a:pt x="163" y="285"/>
                  <a:pt x="163" y="265"/>
                </a:cubicBezTo>
                <a:cubicBezTo>
                  <a:pt x="163" y="261"/>
                  <a:pt x="160" y="259"/>
                  <a:pt x="157" y="259"/>
                </a:cubicBezTo>
                <a:cubicBezTo>
                  <a:pt x="154" y="259"/>
                  <a:pt x="151" y="261"/>
                  <a:pt x="151" y="265"/>
                </a:cubicBezTo>
                <a:cubicBezTo>
                  <a:pt x="151" y="285"/>
                  <a:pt x="145" y="299"/>
                  <a:pt x="138" y="308"/>
                </a:cubicBezTo>
                <a:cubicBezTo>
                  <a:pt x="135" y="312"/>
                  <a:pt x="132" y="316"/>
                  <a:pt x="130" y="318"/>
                </a:cubicBezTo>
                <a:cubicBezTo>
                  <a:pt x="129" y="319"/>
                  <a:pt x="128" y="319"/>
                  <a:pt x="127" y="320"/>
                </a:cubicBezTo>
                <a:cubicBezTo>
                  <a:pt x="126" y="320"/>
                  <a:pt x="126" y="321"/>
                  <a:pt x="126" y="321"/>
                </a:cubicBezTo>
                <a:cubicBezTo>
                  <a:pt x="124" y="322"/>
                  <a:pt x="123" y="325"/>
                  <a:pt x="124" y="328"/>
                </a:cubicBezTo>
                <a:cubicBezTo>
                  <a:pt x="125" y="330"/>
                  <a:pt x="127" y="332"/>
                  <a:pt x="129" y="332"/>
                </a:cubicBezTo>
                <a:cubicBezTo>
                  <a:pt x="130" y="332"/>
                  <a:pt x="131" y="331"/>
                  <a:pt x="131" y="331"/>
                </a:cubicBezTo>
                <a:cubicBezTo>
                  <a:pt x="199" y="310"/>
                  <a:pt x="212" y="265"/>
                  <a:pt x="212" y="238"/>
                </a:cubicBezTo>
                <a:cubicBezTo>
                  <a:pt x="212" y="229"/>
                  <a:pt x="211" y="222"/>
                  <a:pt x="210" y="219"/>
                </a:cubicBezTo>
                <a:cubicBezTo>
                  <a:pt x="217" y="214"/>
                  <a:pt x="225" y="209"/>
                  <a:pt x="232" y="204"/>
                </a:cubicBezTo>
                <a:cubicBezTo>
                  <a:pt x="281" y="169"/>
                  <a:pt x="331" y="113"/>
                  <a:pt x="331" y="30"/>
                </a:cubicBezTo>
                <a:cubicBezTo>
                  <a:pt x="331" y="23"/>
                  <a:pt x="331" y="15"/>
                  <a:pt x="330" y="7"/>
                </a:cubicBezTo>
                <a:close/>
                <a:moveTo>
                  <a:pt x="312" y="83"/>
                </a:moveTo>
                <a:cubicBezTo>
                  <a:pt x="254" y="25"/>
                  <a:pt x="254" y="25"/>
                  <a:pt x="254" y="25"/>
                </a:cubicBezTo>
                <a:cubicBezTo>
                  <a:pt x="251" y="22"/>
                  <a:pt x="248" y="22"/>
                  <a:pt x="245" y="25"/>
                </a:cubicBezTo>
                <a:cubicBezTo>
                  <a:pt x="243" y="27"/>
                  <a:pt x="243" y="31"/>
                  <a:pt x="245" y="33"/>
                </a:cubicBezTo>
                <a:cubicBezTo>
                  <a:pt x="307" y="95"/>
                  <a:pt x="307" y="95"/>
                  <a:pt x="307" y="95"/>
                </a:cubicBezTo>
                <a:cubicBezTo>
                  <a:pt x="290" y="138"/>
                  <a:pt x="258" y="171"/>
                  <a:pt x="225" y="194"/>
                </a:cubicBezTo>
                <a:cubicBezTo>
                  <a:pt x="203" y="210"/>
                  <a:pt x="180" y="222"/>
                  <a:pt x="162" y="230"/>
                </a:cubicBezTo>
                <a:cubicBezTo>
                  <a:pt x="109" y="177"/>
                  <a:pt x="109" y="177"/>
                  <a:pt x="109" y="177"/>
                </a:cubicBezTo>
                <a:cubicBezTo>
                  <a:pt x="107" y="175"/>
                  <a:pt x="103" y="175"/>
                  <a:pt x="101" y="177"/>
                </a:cubicBezTo>
                <a:cubicBezTo>
                  <a:pt x="98" y="179"/>
                  <a:pt x="98" y="183"/>
                  <a:pt x="101" y="186"/>
                </a:cubicBezTo>
                <a:cubicBezTo>
                  <a:pt x="150" y="235"/>
                  <a:pt x="150" y="235"/>
                  <a:pt x="150" y="235"/>
                </a:cubicBezTo>
                <a:cubicBezTo>
                  <a:pt x="146" y="237"/>
                  <a:pt x="142" y="239"/>
                  <a:pt x="138" y="240"/>
                </a:cubicBezTo>
                <a:cubicBezTo>
                  <a:pt x="137" y="240"/>
                  <a:pt x="135" y="241"/>
                  <a:pt x="134" y="241"/>
                </a:cubicBezTo>
                <a:cubicBezTo>
                  <a:pt x="90" y="197"/>
                  <a:pt x="90" y="197"/>
                  <a:pt x="90" y="197"/>
                </a:cubicBezTo>
                <a:cubicBezTo>
                  <a:pt x="152" y="30"/>
                  <a:pt x="259" y="13"/>
                  <a:pt x="303" y="13"/>
                </a:cubicBezTo>
                <a:cubicBezTo>
                  <a:pt x="310" y="13"/>
                  <a:pt x="315" y="13"/>
                  <a:pt x="318" y="13"/>
                </a:cubicBezTo>
                <a:cubicBezTo>
                  <a:pt x="318" y="13"/>
                  <a:pt x="318" y="13"/>
                  <a:pt x="318" y="13"/>
                </a:cubicBezTo>
                <a:cubicBezTo>
                  <a:pt x="319" y="19"/>
                  <a:pt x="319" y="25"/>
                  <a:pt x="319" y="30"/>
                </a:cubicBezTo>
                <a:cubicBezTo>
                  <a:pt x="319" y="49"/>
                  <a:pt x="316" y="67"/>
                  <a:pt x="312" y="83"/>
                </a:cubicBezTo>
                <a:close/>
                <a:moveTo>
                  <a:pt x="97" y="251"/>
                </a:moveTo>
                <a:cubicBezTo>
                  <a:pt x="94" y="251"/>
                  <a:pt x="91" y="254"/>
                  <a:pt x="91" y="257"/>
                </a:cubicBezTo>
                <a:cubicBezTo>
                  <a:pt x="91" y="257"/>
                  <a:pt x="91" y="257"/>
                  <a:pt x="91" y="257"/>
                </a:cubicBezTo>
                <a:cubicBezTo>
                  <a:pt x="91" y="266"/>
                  <a:pt x="87" y="273"/>
                  <a:pt x="80" y="279"/>
                </a:cubicBezTo>
                <a:cubicBezTo>
                  <a:pt x="71" y="289"/>
                  <a:pt x="55" y="296"/>
                  <a:pt x="41" y="301"/>
                </a:cubicBezTo>
                <a:cubicBezTo>
                  <a:pt x="36" y="303"/>
                  <a:pt x="31" y="304"/>
                  <a:pt x="27" y="305"/>
                </a:cubicBezTo>
                <a:cubicBezTo>
                  <a:pt x="35" y="277"/>
                  <a:pt x="44" y="261"/>
                  <a:pt x="52" y="252"/>
                </a:cubicBezTo>
                <a:cubicBezTo>
                  <a:pt x="60" y="242"/>
                  <a:pt x="67" y="241"/>
                  <a:pt x="71" y="241"/>
                </a:cubicBezTo>
                <a:cubicBezTo>
                  <a:pt x="72" y="241"/>
                  <a:pt x="73" y="241"/>
                  <a:pt x="74" y="241"/>
                </a:cubicBezTo>
                <a:cubicBezTo>
                  <a:pt x="74" y="241"/>
                  <a:pt x="75" y="241"/>
                  <a:pt x="75" y="241"/>
                </a:cubicBezTo>
                <a:cubicBezTo>
                  <a:pt x="75" y="241"/>
                  <a:pt x="75" y="241"/>
                  <a:pt x="75" y="241"/>
                </a:cubicBezTo>
                <a:cubicBezTo>
                  <a:pt x="78" y="243"/>
                  <a:pt x="81" y="242"/>
                  <a:pt x="83" y="239"/>
                </a:cubicBezTo>
                <a:cubicBezTo>
                  <a:pt x="84" y="236"/>
                  <a:pt x="83" y="232"/>
                  <a:pt x="80" y="231"/>
                </a:cubicBezTo>
                <a:cubicBezTo>
                  <a:pt x="80" y="231"/>
                  <a:pt x="80" y="231"/>
                  <a:pt x="80" y="231"/>
                </a:cubicBezTo>
                <a:cubicBezTo>
                  <a:pt x="80" y="230"/>
                  <a:pt x="76" y="229"/>
                  <a:pt x="71" y="229"/>
                </a:cubicBezTo>
                <a:cubicBezTo>
                  <a:pt x="63" y="229"/>
                  <a:pt x="53" y="232"/>
                  <a:pt x="43" y="244"/>
                </a:cubicBezTo>
                <a:cubicBezTo>
                  <a:pt x="32" y="256"/>
                  <a:pt x="22" y="277"/>
                  <a:pt x="12" y="311"/>
                </a:cubicBezTo>
                <a:cubicBezTo>
                  <a:pt x="12" y="313"/>
                  <a:pt x="12" y="316"/>
                  <a:pt x="14" y="317"/>
                </a:cubicBezTo>
                <a:cubicBezTo>
                  <a:pt x="15" y="318"/>
                  <a:pt x="16" y="319"/>
                  <a:pt x="18" y="319"/>
                </a:cubicBezTo>
                <a:cubicBezTo>
                  <a:pt x="18" y="319"/>
                  <a:pt x="19" y="319"/>
                  <a:pt x="19" y="319"/>
                </a:cubicBezTo>
                <a:cubicBezTo>
                  <a:pt x="19" y="319"/>
                  <a:pt x="39" y="315"/>
                  <a:pt x="60" y="306"/>
                </a:cubicBezTo>
                <a:cubicBezTo>
                  <a:pt x="70" y="302"/>
                  <a:pt x="81" y="296"/>
                  <a:pt x="89" y="288"/>
                </a:cubicBezTo>
                <a:cubicBezTo>
                  <a:pt x="97" y="280"/>
                  <a:pt x="103" y="270"/>
                  <a:pt x="103" y="257"/>
                </a:cubicBezTo>
                <a:cubicBezTo>
                  <a:pt x="103" y="257"/>
                  <a:pt x="103" y="257"/>
                  <a:pt x="103" y="257"/>
                </a:cubicBezTo>
                <a:cubicBezTo>
                  <a:pt x="103" y="254"/>
                  <a:pt x="100" y="251"/>
                  <a:pt x="97" y="251"/>
                </a:cubicBezTo>
                <a:close/>
                <a:moveTo>
                  <a:pt x="181" y="106"/>
                </a:moveTo>
                <a:cubicBezTo>
                  <a:pt x="181" y="131"/>
                  <a:pt x="201" y="151"/>
                  <a:pt x="225" y="151"/>
                </a:cubicBezTo>
                <a:cubicBezTo>
                  <a:pt x="250" y="151"/>
                  <a:pt x="270" y="131"/>
                  <a:pt x="270" y="106"/>
                </a:cubicBezTo>
                <a:cubicBezTo>
                  <a:pt x="270" y="82"/>
                  <a:pt x="250" y="62"/>
                  <a:pt x="225" y="62"/>
                </a:cubicBezTo>
                <a:cubicBezTo>
                  <a:pt x="201" y="62"/>
                  <a:pt x="181" y="82"/>
                  <a:pt x="181" y="106"/>
                </a:cubicBezTo>
                <a:close/>
                <a:moveTo>
                  <a:pt x="258" y="106"/>
                </a:moveTo>
                <a:cubicBezTo>
                  <a:pt x="258" y="124"/>
                  <a:pt x="243" y="139"/>
                  <a:pt x="225" y="139"/>
                </a:cubicBezTo>
                <a:cubicBezTo>
                  <a:pt x="207" y="139"/>
                  <a:pt x="193" y="124"/>
                  <a:pt x="193" y="106"/>
                </a:cubicBezTo>
                <a:cubicBezTo>
                  <a:pt x="193" y="88"/>
                  <a:pt x="207" y="74"/>
                  <a:pt x="225" y="74"/>
                </a:cubicBezTo>
                <a:cubicBezTo>
                  <a:pt x="243" y="74"/>
                  <a:pt x="258" y="88"/>
                  <a:pt x="258" y="106"/>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28" name="Freeform 85">
            <a:extLst>
              <a:ext uri="{FF2B5EF4-FFF2-40B4-BE49-F238E27FC236}">
                <a16:creationId xmlns:a16="http://schemas.microsoft.com/office/drawing/2014/main" id="{249FB4DC-B371-565F-4121-9DBA448B9811}"/>
              </a:ext>
            </a:extLst>
          </p:cNvPr>
          <p:cNvSpPr>
            <a:spLocks noEditPoints="1"/>
          </p:cNvSpPr>
          <p:nvPr/>
        </p:nvSpPr>
        <p:spPr bwMode="auto">
          <a:xfrm>
            <a:off x="4917270" y="4904537"/>
            <a:ext cx="502920" cy="498411"/>
          </a:xfrm>
          <a:custGeom>
            <a:avLst/>
            <a:gdLst>
              <a:gd name="T0" fmla="*/ 330 w 334"/>
              <a:gd name="T1" fmla="*/ 54 h 334"/>
              <a:gd name="T2" fmla="*/ 325 w 334"/>
              <a:gd name="T3" fmla="*/ 43 h 334"/>
              <a:gd name="T4" fmla="*/ 303 w 334"/>
              <a:gd name="T5" fmla="*/ 39 h 334"/>
              <a:gd name="T6" fmla="*/ 295 w 334"/>
              <a:gd name="T7" fmla="*/ 31 h 334"/>
              <a:gd name="T8" fmla="*/ 288 w 334"/>
              <a:gd name="T9" fmla="*/ 11 h 334"/>
              <a:gd name="T10" fmla="*/ 278 w 334"/>
              <a:gd name="T11" fmla="*/ 7 h 334"/>
              <a:gd name="T12" fmla="*/ 234 w 334"/>
              <a:gd name="T13" fmla="*/ 53 h 334"/>
              <a:gd name="T14" fmla="*/ 206 w 334"/>
              <a:gd name="T15" fmla="*/ 120 h 334"/>
              <a:gd name="T16" fmla="*/ 205 w 334"/>
              <a:gd name="T17" fmla="*/ 120 h 334"/>
              <a:gd name="T18" fmla="*/ 158 w 334"/>
              <a:gd name="T19" fmla="*/ 176 h 334"/>
              <a:gd name="T20" fmla="*/ 167 w 334"/>
              <a:gd name="T21" fmla="*/ 176 h 334"/>
              <a:gd name="T22" fmla="*/ 189 w 334"/>
              <a:gd name="T23" fmla="*/ 167 h 334"/>
              <a:gd name="T24" fmla="*/ 145 w 334"/>
              <a:gd name="T25" fmla="*/ 167 h 334"/>
              <a:gd name="T26" fmla="*/ 170 w 334"/>
              <a:gd name="T27" fmla="*/ 145 h 334"/>
              <a:gd name="T28" fmla="*/ 172 w 334"/>
              <a:gd name="T29" fmla="*/ 133 h 334"/>
              <a:gd name="T30" fmla="*/ 133 w 334"/>
              <a:gd name="T31" fmla="*/ 167 h 334"/>
              <a:gd name="T32" fmla="*/ 201 w 334"/>
              <a:gd name="T33" fmla="*/ 167 h 334"/>
              <a:gd name="T34" fmla="*/ 210 w 334"/>
              <a:gd name="T35" fmla="*/ 133 h 334"/>
              <a:gd name="T36" fmla="*/ 167 w 334"/>
              <a:gd name="T37" fmla="*/ 222 h 334"/>
              <a:gd name="T38" fmla="*/ 167 w 334"/>
              <a:gd name="T39" fmla="*/ 112 h 334"/>
              <a:gd name="T40" fmla="*/ 201 w 334"/>
              <a:gd name="T41" fmla="*/ 116 h 334"/>
              <a:gd name="T42" fmla="*/ 167 w 334"/>
              <a:gd name="T43" fmla="*/ 100 h 334"/>
              <a:gd name="T44" fmla="*/ 167 w 334"/>
              <a:gd name="T45" fmla="*/ 234 h 334"/>
              <a:gd name="T46" fmla="*/ 218 w 334"/>
              <a:gd name="T47" fmla="*/ 124 h 334"/>
              <a:gd name="T48" fmla="*/ 256 w 334"/>
              <a:gd name="T49" fmla="*/ 167 h 334"/>
              <a:gd name="T50" fmla="*/ 78 w 334"/>
              <a:gd name="T51" fmla="*/ 167 h 334"/>
              <a:gd name="T52" fmla="*/ 219 w 334"/>
              <a:gd name="T53" fmla="*/ 95 h 334"/>
              <a:gd name="T54" fmla="*/ 226 w 334"/>
              <a:gd name="T55" fmla="*/ 85 h 334"/>
              <a:gd name="T56" fmla="*/ 66 w 334"/>
              <a:gd name="T57" fmla="*/ 167 h 334"/>
              <a:gd name="T58" fmla="*/ 268 w 334"/>
              <a:gd name="T59" fmla="*/ 167 h 334"/>
              <a:gd name="T60" fmla="*/ 270 w 334"/>
              <a:gd name="T61" fmla="*/ 102 h 334"/>
              <a:gd name="T62" fmla="*/ 167 w 334"/>
              <a:gd name="T63" fmla="*/ 289 h 334"/>
              <a:gd name="T64" fmla="*/ 167 w 334"/>
              <a:gd name="T65" fmla="*/ 45 h 334"/>
              <a:gd name="T66" fmla="*/ 222 w 334"/>
              <a:gd name="T67" fmla="*/ 58 h 334"/>
              <a:gd name="T68" fmla="*/ 228 w 334"/>
              <a:gd name="T69" fmla="*/ 48 h 334"/>
              <a:gd name="T70" fmla="*/ 226 w 334"/>
              <a:gd name="T71" fmla="*/ 47 h 334"/>
              <a:gd name="T72" fmla="*/ 33 w 334"/>
              <a:gd name="T73" fmla="*/ 167 h 334"/>
              <a:gd name="T74" fmla="*/ 301 w 334"/>
              <a:gd name="T75" fmla="*/ 167 h 334"/>
              <a:gd name="T76" fmla="*/ 298 w 334"/>
              <a:gd name="T77" fmla="*/ 84 h 334"/>
              <a:gd name="T78" fmla="*/ 277 w 334"/>
              <a:gd name="T79" fmla="*/ 277 h 334"/>
              <a:gd name="T80" fmla="*/ 57 w 334"/>
              <a:gd name="T81" fmla="*/ 277 h 334"/>
              <a:gd name="T82" fmla="*/ 57 w 334"/>
              <a:gd name="T83" fmla="*/ 57 h 334"/>
              <a:gd name="T84" fmla="*/ 241 w 334"/>
              <a:gd name="T85" fmla="*/ 30 h 334"/>
              <a:gd name="T86" fmla="*/ 247 w 334"/>
              <a:gd name="T87" fmla="*/ 20 h 334"/>
              <a:gd name="T88" fmla="*/ 0 w 334"/>
              <a:gd name="T89" fmla="*/ 167 h 334"/>
              <a:gd name="T90" fmla="*/ 334 w 334"/>
              <a:gd name="T91" fmla="*/ 167 h 334"/>
              <a:gd name="T92" fmla="*/ 311 w 334"/>
              <a:gd name="T93" fmla="*/ 55 h 334"/>
              <a:gd name="T94" fmla="*/ 252 w 334"/>
              <a:gd name="T95" fmla="*/ 90 h 334"/>
              <a:gd name="T96" fmla="*/ 311 w 334"/>
              <a:gd name="T97" fmla="*/ 55 h 334"/>
              <a:gd name="T98" fmla="*/ 277 w 334"/>
              <a:gd name="T99" fmla="*/ 25 h 334"/>
              <a:gd name="T100" fmla="*/ 246 w 334"/>
              <a:gd name="T101" fmla="*/ 79 h 3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334" h="334">
                <a:moveTo>
                  <a:pt x="307" y="75"/>
                </a:moveTo>
                <a:cubicBezTo>
                  <a:pt x="330" y="54"/>
                  <a:pt x="330" y="54"/>
                  <a:pt x="330" y="54"/>
                </a:cubicBezTo>
                <a:cubicBezTo>
                  <a:pt x="331" y="52"/>
                  <a:pt x="332" y="49"/>
                  <a:pt x="331" y="47"/>
                </a:cubicBezTo>
                <a:cubicBezTo>
                  <a:pt x="330" y="45"/>
                  <a:pt x="328" y="43"/>
                  <a:pt x="325" y="43"/>
                </a:cubicBezTo>
                <a:cubicBezTo>
                  <a:pt x="299" y="43"/>
                  <a:pt x="299" y="43"/>
                  <a:pt x="299" y="43"/>
                </a:cubicBezTo>
                <a:cubicBezTo>
                  <a:pt x="303" y="39"/>
                  <a:pt x="303" y="39"/>
                  <a:pt x="303" y="39"/>
                </a:cubicBezTo>
                <a:cubicBezTo>
                  <a:pt x="306" y="37"/>
                  <a:pt x="306" y="33"/>
                  <a:pt x="303" y="31"/>
                </a:cubicBezTo>
                <a:cubicBezTo>
                  <a:pt x="301" y="28"/>
                  <a:pt x="297" y="28"/>
                  <a:pt x="295" y="31"/>
                </a:cubicBezTo>
                <a:cubicBezTo>
                  <a:pt x="290" y="35"/>
                  <a:pt x="290" y="35"/>
                  <a:pt x="290" y="35"/>
                </a:cubicBezTo>
                <a:cubicBezTo>
                  <a:pt x="288" y="11"/>
                  <a:pt x="288" y="11"/>
                  <a:pt x="288" y="11"/>
                </a:cubicBezTo>
                <a:cubicBezTo>
                  <a:pt x="288" y="9"/>
                  <a:pt x="286" y="7"/>
                  <a:pt x="284" y="6"/>
                </a:cubicBezTo>
                <a:cubicBezTo>
                  <a:pt x="282" y="5"/>
                  <a:pt x="279" y="6"/>
                  <a:pt x="278" y="7"/>
                </a:cubicBezTo>
                <a:cubicBezTo>
                  <a:pt x="236" y="49"/>
                  <a:pt x="236" y="49"/>
                  <a:pt x="236" y="49"/>
                </a:cubicBezTo>
                <a:cubicBezTo>
                  <a:pt x="235" y="50"/>
                  <a:pt x="234" y="52"/>
                  <a:pt x="234" y="53"/>
                </a:cubicBezTo>
                <a:cubicBezTo>
                  <a:pt x="234" y="91"/>
                  <a:pt x="234" y="91"/>
                  <a:pt x="234" y="91"/>
                </a:cubicBezTo>
                <a:cubicBezTo>
                  <a:pt x="206" y="120"/>
                  <a:pt x="206" y="120"/>
                  <a:pt x="206" y="120"/>
                </a:cubicBezTo>
                <a:cubicBezTo>
                  <a:pt x="206" y="120"/>
                  <a:pt x="206" y="120"/>
                  <a:pt x="206" y="120"/>
                </a:cubicBezTo>
                <a:cubicBezTo>
                  <a:pt x="206" y="120"/>
                  <a:pt x="206" y="120"/>
                  <a:pt x="205" y="120"/>
                </a:cubicBezTo>
                <a:cubicBezTo>
                  <a:pt x="158" y="168"/>
                  <a:pt x="158" y="168"/>
                  <a:pt x="158" y="168"/>
                </a:cubicBezTo>
                <a:cubicBezTo>
                  <a:pt x="156" y="170"/>
                  <a:pt x="156" y="174"/>
                  <a:pt x="158" y="176"/>
                </a:cubicBezTo>
                <a:cubicBezTo>
                  <a:pt x="159" y="177"/>
                  <a:pt x="161" y="178"/>
                  <a:pt x="163" y="178"/>
                </a:cubicBezTo>
                <a:cubicBezTo>
                  <a:pt x="164" y="178"/>
                  <a:pt x="166" y="177"/>
                  <a:pt x="167" y="176"/>
                </a:cubicBezTo>
                <a:cubicBezTo>
                  <a:pt x="186" y="156"/>
                  <a:pt x="186" y="156"/>
                  <a:pt x="186" y="156"/>
                </a:cubicBezTo>
                <a:cubicBezTo>
                  <a:pt x="188" y="160"/>
                  <a:pt x="189" y="163"/>
                  <a:pt x="189" y="167"/>
                </a:cubicBezTo>
                <a:cubicBezTo>
                  <a:pt x="189" y="179"/>
                  <a:pt x="179" y="189"/>
                  <a:pt x="167" y="189"/>
                </a:cubicBezTo>
                <a:cubicBezTo>
                  <a:pt x="155" y="189"/>
                  <a:pt x="145" y="179"/>
                  <a:pt x="145" y="167"/>
                </a:cubicBezTo>
                <a:cubicBezTo>
                  <a:pt x="145" y="155"/>
                  <a:pt x="155" y="145"/>
                  <a:pt x="167" y="145"/>
                </a:cubicBezTo>
                <a:cubicBezTo>
                  <a:pt x="168" y="145"/>
                  <a:pt x="169" y="145"/>
                  <a:pt x="170" y="145"/>
                </a:cubicBezTo>
                <a:cubicBezTo>
                  <a:pt x="174" y="146"/>
                  <a:pt x="177" y="144"/>
                  <a:pt x="177" y="140"/>
                </a:cubicBezTo>
                <a:cubicBezTo>
                  <a:pt x="178" y="137"/>
                  <a:pt x="176" y="134"/>
                  <a:pt x="172" y="133"/>
                </a:cubicBezTo>
                <a:cubicBezTo>
                  <a:pt x="171" y="133"/>
                  <a:pt x="169" y="133"/>
                  <a:pt x="167" y="133"/>
                </a:cubicBezTo>
                <a:cubicBezTo>
                  <a:pt x="148" y="133"/>
                  <a:pt x="133" y="148"/>
                  <a:pt x="133" y="167"/>
                </a:cubicBezTo>
                <a:cubicBezTo>
                  <a:pt x="133" y="186"/>
                  <a:pt x="148" y="201"/>
                  <a:pt x="167" y="201"/>
                </a:cubicBezTo>
                <a:cubicBezTo>
                  <a:pt x="186" y="201"/>
                  <a:pt x="201" y="186"/>
                  <a:pt x="201" y="167"/>
                </a:cubicBezTo>
                <a:cubicBezTo>
                  <a:pt x="201" y="160"/>
                  <a:pt x="199" y="153"/>
                  <a:pt x="195" y="148"/>
                </a:cubicBezTo>
                <a:cubicBezTo>
                  <a:pt x="210" y="133"/>
                  <a:pt x="210" y="133"/>
                  <a:pt x="210" y="133"/>
                </a:cubicBezTo>
                <a:cubicBezTo>
                  <a:pt x="217" y="142"/>
                  <a:pt x="222" y="154"/>
                  <a:pt x="222" y="167"/>
                </a:cubicBezTo>
                <a:cubicBezTo>
                  <a:pt x="222" y="197"/>
                  <a:pt x="197" y="222"/>
                  <a:pt x="167" y="222"/>
                </a:cubicBezTo>
                <a:cubicBezTo>
                  <a:pt x="137" y="222"/>
                  <a:pt x="112" y="197"/>
                  <a:pt x="112" y="167"/>
                </a:cubicBezTo>
                <a:cubicBezTo>
                  <a:pt x="112" y="137"/>
                  <a:pt x="137" y="112"/>
                  <a:pt x="167" y="112"/>
                </a:cubicBezTo>
                <a:cubicBezTo>
                  <a:pt x="176" y="112"/>
                  <a:pt x="185" y="115"/>
                  <a:pt x="193" y="119"/>
                </a:cubicBezTo>
                <a:cubicBezTo>
                  <a:pt x="196" y="120"/>
                  <a:pt x="199" y="119"/>
                  <a:pt x="201" y="116"/>
                </a:cubicBezTo>
                <a:cubicBezTo>
                  <a:pt x="203" y="114"/>
                  <a:pt x="202" y="110"/>
                  <a:pt x="199" y="108"/>
                </a:cubicBezTo>
                <a:cubicBezTo>
                  <a:pt x="189" y="103"/>
                  <a:pt x="178" y="100"/>
                  <a:pt x="167" y="100"/>
                </a:cubicBezTo>
                <a:cubicBezTo>
                  <a:pt x="130" y="100"/>
                  <a:pt x="100" y="130"/>
                  <a:pt x="100" y="167"/>
                </a:cubicBezTo>
                <a:cubicBezTo>
                  <a:pt x="100" y="204"/>
                  <a:pt x="130" y="234"/>
                  <a:pt x="167" y="234"/>
                </a:cubicBezTo>
                <a:cubicBezTo>
                  <a:pt x="204" y="234"/>
                  <a:pt x="234" y="204"/>
                  <a:pt x="234" y="167"/>
                </a:cubicBezTo>
                <a:cubicBezTo>
                  <a:pt x="234" y="151"/>
                  <a:pt x="228" y="136"/>
                  <a:pt x="218" y="124"/>
                </a:cubicBezTo>
                <a:cubicBezTo>
                  <a:pt x="234" y="109"/>
                  <a:pt x="234" y="109"/>
                  <a:pt x="234" y="109"/>
                </a:cubicBezTo>
                <a:cubicBezTo>
                  <a:pt x="247" y="124"/>
                  <a:pt x="256" y="145"/>
                  <a:pt x="256" y="167"/>
                </a:cubicBezTo>
                <a:cubicBezTo>
                  <a:pt x="256" y="216"/>
                  <a:pt x="216" y="256"/>
                  <a:pt x="167" y="256"/>
                </a:cubicBezTo>
                <a:cubicBezTo>
                  <a:pt x="118" y="256"/>
                  <a:pt x="78" y="216"/>
                  <a:pt x="78" y="167"/>
                </a:cubicBezTo>
                <a:cubicBezTo>
                  <a:pt x="78" y="118"/>
                  <a:pt x="118" y="78"/>
                  <a:pt x="167" y="78"/>
                </a:cubicBezTo>
                <a:cubicBezTo>
                  <a:pt x="186" y="78"/>
                  <a:pt x="204" y="85"/>
                  <a:pt x="219" y="95"/>
                </a:cubicBezTo>
                <a:cubicBezTo>
                  <a:pt x="222" y="97"/>
                  <a:pt x="225" y="96"/>
                  <a:pt x="227" y="94"/>
                </a:cubicBezTo>
                <a:cubicBezTo>
                  <a:pt x="229" y="91"/>
                  <a:pt x="229" y="87"/>
                  <a:pt x="226" y="85"/>
                </a:cubicBezTo>
                <a:cubicBezTo>
                  <a:pt x="209" y="73"/>
                  <a:pt x="189" y="66"/>
                  <a:pt x="167" y="66"/>
                </a:cubicBezTo>
                <a:cubicBezTo>
                  <a:pt x="111" y="66"/>
                  <a:pt x="66" y="111"/>
                  <a:pt x="66" y="167"/>
                </a:cubicBezTo>
                <a:cubicBezTo>
                  <a:pt x="66" y="223"/>
                  <a:pt x="111" y="268"/>
                  <a:pt x="167" y="268"/>
                </a:cubicBezTo>
                <a:cubicBezTo>
                  <a:pt x="223" y="268"/>
                  <a:pt x="268" y="223"/>
                  <a:pt x="268" y="167"/>
                </a:cubicBezTo>
                <a:cubicBezTo>
                  <a:pt x="268" y="142"/>
                  <a:pt x="259" y="120"/>
                  <a:pt x="244" y="102"/>
                </a:cubicBezTo>
                <a:cubicBezTo>
                  <a:pt x="270" y="102"/>
                  <a:pt x="270" y="102"/>
                  <a:pt x="270" y="102"/>
                </a:cubicBezTo>
                <a:cubicBezTo>
                  <a:pt x="282" y="121"/>
                  <a:pt x="289" y="143"/>
                  <a:pt x="289" y="167"/>
                </a:cubicBezTo>
                <a:cubicBezTo>
                  <a:pt x="289" y="234"/>
                  <a:pt x="234" y="289"/>
                  <a:pt x="167" y="289"/>
                </a:cubicBezTo>
                <a:cubicBezTo>
                  <a:pt x="100" y="289"/>
                  <a:pt x="45" y="234"/>
                  <a:pt x="45" y="167"/>
                </a:cubicBezTo>
                <a:cubicBezTo>
                  <a:pt x="45" y="100"/>
                  <a:pt x="100" y="45"/>
                  <a:pt x="167" y="45"/>
                </a:cubicBezTo>
                <a:cubicBezTo>
                  <a:pt x="186" y="45"/>
                  <a:pt x="204" y="49"/>
                  <a:pt x="220" y="57"/>
                </a:cubicBezTo>
                <a:cubicBezTo>
                  <a:pt x="222" y="58"/>
                  <a:pt x="222" y="58"/>
                  <a:pt x="222" y="58"/>
                </a:cubicBezTo>
                <a:cubicBezTo>
                  <a:pt x="225" y="60"/>
                  <a:pt x="228" y="59"/>
                  <a:pt x="230" y="56"/>
                </a:cubicBezTo>
                <a:cubicBezTo>
                  <a:pt x="232" y="53"/>
                  <a:pt x="231" y="49"/>
                  <a:pt x="228" y="48"/>
                </a:cubicBezTo>
                <a:cubicBezTo>
                  <a:pt x="226" y="47"/>
                  <a:pt x="226" y="47"/>
                  <a:pt x="226" y="47"/>
                </a:cubicBezTo>
                <a:cubicBezTo>
                  <a:pt x="226" y="47"/>
                  <a:pt x="226" y="47"/>
                  <a:pt x="226" y="47"/>
                </a:cubicBezTo>
                <a:cubicBezTo>
                  <a:pt x="208" y="38"/>
                  <a:pt x="188" y="33"/>
                  <a:pt x="167" y="33"/>
                </a:cubicBezTo>
                <a:cubicBezTo>
                  <a:pt x="93" y="33"/>
                  <a:pt x="33" y="93"/>
                  <a:pt x="33" y="167"/>
                </a:cubicBezTo>
                <a:cubicBezTo>
                  <a:pt x="33" y="241"/>
                  <a:pt x="93" y="301"/>
                  <a:pt x="167" y="301"/>
                </a:cubicBezTo>
                <a:cubicBezTo>
                  <a:pt x="241" y="301"/>
                  <a:pt x="301" y="241"/>
                  <a:pt x="301" y="167"/>
                </a:cubicBezTo>
                <a:cubicBezTo>
                  <a:pt x="301" y="142"/>
                  <a:pt x="294" y="119"/>
                  <a:pt x="283" y="99"/>
                </a:cubicBezTo>
                <a:cubicBezTo>
                  <a:pt x="298" y="84"/>
                  <a:pt x="298" y="84"/>
                  <a:pt x="298" y="84"/>
                </a:cubicBezTo>
                <a:cubicBezTo>
                  <a:pt x="313" y="108"/>
                  <a:pt x="322" y="136"/>
                  <a:pt x="322" y="167"/>
                </a:cubicBezTo>
                <a:cubicBezTo>
                  <a:pt x="322" y="210"/>
                  <a:pt x="305" y="249"/>
                  <a:pt x="277" y="277"/>
                </a:cubicBezTo>
                <a:cubicBezTo>
                  <a:pt x="249" y="305"/>
                  <a:pt x="210" y="322"/>
                  <a:pt x="167" y="322"/>
                </a:cubicBezTo>
                <a:cubicBezTo>
                  <a:pt x="124" y="322"/>
                  <a:pt x="85" y="305"/>
                  <a:pt x="57" y="277"/>
                </a:cubicBezTo>
                <a:cubicBezTo>
                  <a:pt x="29" y="249"/>
                  <a:pt x="12" y="210"/>
                  <a:pt x="12" y="167"/>
                </a:cubicBezTo>
                <a:cubicBezTo>
                  <a:pt x="12" y="124"/>
                  <a:pt x="29" y="85"/>
                  <a:pt x="57" y="57"/>
                </a:cubicBezTo>
                <a:cubicBezTo>
                  <a:pt x="85" y="29"/>
                  <a:pt x="124" y="12"/>
                  <a:pt x="167" y="12"/>
                </a:cubicBezTo>
                <a:cubicBezTo>
                  <a:pt x="194" y="12"/>
                  <a:pt x="219" y="18"/>
                  <a:pt x="241" y="30"/>
                </a:cubicBezTo>
                <a:cubicBezTo>
                  <a:pt x="244" y="32"/>
                  <a:pt x="248" y="31"/>
                  <a:pt x="249" y="28"/>
                </a:cubicBezTo>
                <a:cubicBezTo>
                  <a:pt x="251" y="25"/>
                  <a:pt x="250" y="21"/>
                  <a:pt x="247" y="20"/>
                </a:cubicBezTo>
                <a:cubicBezTo>
                  <a:pt x="223" y="7"/>
                  <a:pt x="196" y="0"/>
                  <a:pt x="167" y="0"/>
                </a:cubicBezTo>
                <a:cubicBezTo>
                  <a:pt x="75" y="0"/>
                  <a:pt x="0" y="75"/>
                  <a:pt x="0" y="167"/>
                </a:cubicBezTo>
                <a:cubicBezTo>
                  <a:pt x="0" y="259"/>
                  <a:pt x="75" y="334"/>
                  <a:pt x="167" y="334"/>
                </a:cubicBezTo>
                <a:cubicBezTo>
                  <a:pt x="259" y="334"/>
                  <a:pt x="334" y="259"/>
                  <a:pt x="334" y="167"/>
                </a:cubicBezTo>
                <a:cubicBezTo>
                  <a:pt x="334" y="133"/>
                  <a:pt x="324" y="102"/>
                  <a:pt x="307" y="75"/>
                </a:cubicBezTo>
                <a:close/>
                <a:moveTo>
                  <a:pt x="311" y="55"/>
                </a:moveTo>
                <a:cubicBezTo>
                  <a:pt x="275" y="90"/>
                  <a:pt x="275" y="90"/>
                  <a:pt x="275" y="90"/>
                </a:cubicBezTo>
                <a:cubicBezTo>
                  <a:pt x="252" y="90"/>
                  <a:pt x="252" y="90"/>
                  <a:pt x="252" y="90"/>
                </a:cubicBezTo>
                <a:cubicBezTo>
                  <a:pt x="287" y="55"/>
                  <a:pt x="287" y="55"/>
                  <a:pt x="287" y="55"/>
                </a:cubicBezTo>
                <a:lnTo>
                  <a:pt x="311" y="55"/>
                </a:lnTo>
                <a:close/>
                <a:moveTo>
                  <a:pt x="246" y="56"/>
                </a:moveTo>
                <a:cubicBezTo>
                  <a:pt x="277" y="25"/>
                  <a:pt x="277" y="25"/>
                  <a:pt x="277" y="25"/>
                </a:cubicBezTo>
                <a:cubicBezTo>
                  <a:pt x="279" y="46"/>
                  <a:pt x="279" y="46"/>
                  <a:pt x="279" y="46"/>
                </a:cubicBezTo>
                <a:cubicBezTo>
                  <a:pt x="246" y="79"/>
                  <a:pt x="246" y="79"/>
                  <a:pt x="246" y="79"/>
                </a:cubicBezTo>
                <a:lnTo>
                  <a:pt x="246" y="56"/>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29" name="Freeform 6">
            <a:extLst>
              <a:ext uri="{FF2B5EF4-FFF2-40B4-BE49-F238E27FC236}">
                <a16:creationId xmlns:a16="http://schemas.microsoft.com/office/drawing/2014/main" id="{C47046DC-327B-CA0B-0B01-CB7A7DF56E4A}"/>
              </a:ext>
            </a:extLst>
          </p:cNvPr>
          <p:cNvSpPr>
            <a:spLocks noEditPoints="1"/>
          </p:cNvSpPr>
          <p:nvPr/>
        </p:nvSpPr>
        <p:spPr bwMode="auto">
          <a:xfrm>
            <a:off x="5898588" y="2001590"/>
            <a:ext cx="553141" cy="550695"/>
          </a:xfrm>
          <a:custGeom>
            <a:avLst/>
            <a:gdLst>
              <a:gd name="T0" fmla="*/ 53 w 340"/>
              <a:gd name="T1" fmla="*/ 150 h 337"/>
              <a:gd name="T2" fmla="*/ 53 w 340"/>
              <a:gd name="T3" fmla="*/ 132 h 337"/>
              <a:gd name="T4" fmla="*/ 113 w 340"/>
              <a:gd name="T5" fmla="*/ 144 h 337"/>
              <a:gd name="T6" fmla="*/ 125 w 340"/>
              <a:gd name="T7" fmla="*/ 91 h 337"/>
              <a:gd name="T8" fmla="*/ 179 w 340"/>
              <a:gd name="T9" fmla="*/ 125 h 337"/>
              <a:gd name="T10" fmla="*/ 191 w 340"/>
              <a:gd name="T11" fmla="*/ 144 h 337"/>
              <a:gd name="T12" fmla="*/ 179 w 340"/>
              <a:gd name="T13" fmla="*/ 125 h 337"/>
              <a:gd name="T14" fmla="*/ 251 w 340"/>
              <a:gd name="T15" fmla="*/ 150 h 337"/>
              <a:gd name="T16" fmla="*/ 251 w 340"/>
              <a:gd name="T17" fmla="*/ 96 h 337"/>
              <a:gd name="T18" fmla="*/ 313 w 340"/>
              <a:gd name="T19" fmla="*/ 144 h 337"/>
              <a:gd name="T20" fmla="*/ 325 w 340"/>
              <a:gd name="T21" fmla="*/ 46 h 337"/>
              <a:gd name="T22" fmla="*/ 334 w 340"/>
              <a:gd name="T23" fmla="*/ 155 h 337"/>
              <a:gd name="T24" fmla="*/ 48 w 340"/>
              <a:gd name="T25" fmla="*/ 167 h 337"/>
              <a:gd name="T26" fmla="*/ 334 w 340"/>
              <a:gd name="T27" fmla="*/ 155 h 337"/>
              <a:gd name="T28" fmla="*/ 173 w 340"/>
              <a:gd name="T29" fmla="*/ 83 h 337"/>
              <a:gd name="T30" fmla="*/ 118 w 340"/>
              <a:gd name="T31" fmla="*/ 45 h 337"/>
              <a:gd name="T32" fmla="*/ 62 w 340"/>
              <a:gd name="T33" fmla="*/ 93 h 337"/>
              <a:gd name="T34" fmla="*/ 52 w 340"/>
              <a:gd name="T35" fmla="*/ 126 h 337"/>
              <a:gd name="T36" fmla="*/ 108 w 340"/>
              <a:gd name="T37" fmla="*/ 77 h 337"/>
              <a:gd name="T38" fmla="*/ 168 w 340"/>
              <a:gd name="T39" fmla="*/ 93 h 337"/>
              <a:gd name="T40" fmla="*/ 204 w 340"/>
              <a:gd name="T41" fmla="*/ 97 h 337"/>
              <a:gd name="T42" fmla="*/ 269 w 340"/>
              <a:gd name="T43" fmla="*/ 73 h 337"/>
              <a:gd name="T44" fmla="*/ 318 w 340"/>
              <a:gd name="T45" fmla="*/ 36 h 337"/>
              <a:gd name="T46" fmla="*/ 300 w 340"/>
              <a:gd name="T47" fmla="*/ 18 h 337"/>
              <a:gd name="T48" fmla="*/ 251 w 340"/>
              <a:gd name="T49" fmla="*/ 55 h 337"/>
              <a:gd name="T50" fmla="*/ 52 w 340"/>
              <a:gd name="T51" fmla="*/ 114 h 337"/>
              <a:gd name="T52" fmla="*/ 58 w 340"/>
              <a:gd name="T53" fmla="*/ 108 h 337"/>
              <a:gd name="T54" fmla="*/ 112 w 340"/>
              <a:gd name="T55" fmla="*/ 63 h 337"/>
              <a:gd name="T56" fmla="*/ 118 w 340"/>
              <a:gd name="T57" fmla="*/ 69 h 337"/>
              <a:gd name="T58" fmla="*/ 186 w 340"/>
              <a:gd name="T59" fmla="*/ 90 h 337"/>
              <a:gd name="T60" fmla="*/ 318 w 340"/>
              <a:gd name="T61" fmla="*/ 12 h 337"/>
              <a:gd name="T62" fmla="*/ 312 w 340"/>
              <a:gd name="T63" fmla="*/ 18 h 337"/>
              <a:gd name="T64" fmla="*/ 257 w 340"/>
              <a:gd name="T65" fmla="*/ 73 h 337"/>
              <a:gd name="T66" fmla="*/ 251 w 340"/>
              <a:gd name="T67" fmla="*/ 67 h 337"/>
              <a:gd name="T68" fmla="*/ 131 w 340"/>
              <a:gd name="T69" fmla="*/ 228 h 337"/>
              <a:gd name="T70" fmla="*/ 133 w 340"/>
              <a:gd name="T71" fmla="*/ 240 h 337"/>
              <a:gd name="T72" fmla="*/ 219 w 340"/>
              <a:gd name="T73" fmla="*/ 180 h 337"/>
              <a:gd name="T74" fmla="*/ 282 w 340"/>
              <a:gd name="T75" fmla="*/ 244 h 337"/>
              <a:gd name="T76" fmla="*/ 256 w 340"/>
              <a:gd name="T77" fmla="*/ 246 h 337"/>
              <a:gd name="T78" fmla="*/ 256 w 340"/>
              <a:gd name="T79" fmla="*/ 177 h 337"/>
              <a:gd name="T80" fmla="*/ 12 w 340"/>
              <a:gd name="T81" fmla="*/ 135 h 337"/>
              <a:gd name="T82" fmla="*/ 233 w 340"/>
              <a:gd name="T83" fmla="*/ 53 h 337"/>
              <a:gd name="T84" fmla="*/ 0 w 340"/>
              <a:gd name="T85" fmla="*/ 135 h 337"/>
              <a:gd name="T86" fmla="*/ 248 w 340"/>
              <a:gd name="T87" fmla="*/ 255 h 337"/>
              <a:gd name="T88" fmla="*/ 245 w 340"/>
              <a:gd name="T89" fmla="*/ 281 h 337"/>
              <a:gd name="T90" fmla="*/ 307 w 340"/>
              <a:gd name="T91" fmla="*/ 337 h 337"/>
              <a:gd name="T92" fmla="*/ 321 w 340"/>
              <a:gd name="T93" fmla="*/ 331 h 337"/>
              <a:gd name="T94" fmla="*/ 334 w 340"/>
              <a:gd name="T95" fmla="*/ 295 h 337"/>
              <a:gd name="T96" fmla="*/ 313 w 340"/>
              <a:gd name="T97" fmla="*/ 322 h 337"/>
              <a:gd name="T98" fmla="*/ 253 w 340"/>
              <a:gd name="T99" fmla="*/ 272 h 337"/>
              <a:gd name="T100" fmla="*/ 265 w 340"/>
              <a:gd name="T101" fmla="*/ 254 h 337"/>
              <a:gd name="T102" fmla="*/ 274 w 340"/>
              <a:gd name="T103" fmla="*/ 252 h 337"/>
              <a:gd name="T104" fmla="*/ 323 w 340"/>
              <a:gd name="T105" fmla="*/ 312 h 3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340" h="337">
                <a:moveTo>
                  <a:pt x="46" y="138"/>
                </a:moveTo>
                <a:cubicBezTo>
                  <a:pt x="46" y="144"/>
                  <a:pt x="46" y="144"/>
                  <a:pt x="46" y="144"/>
                </a:cubicBezTo>
                <a:cubicBezTo>
                  <a:pt x="46" y="148"/>
                  <a:pt x="49" y="150"/>
                  <a:pt x="53" y="150"/>
                </a:cubicBezTo>
                <a:cubicBezTo>
                  <a:pt x="56" y="150"/>
                  <a:pt x="59" y="148"/>
                  <a:pt x="59" y="144"/>
                </a:cubicBezTo>
                <a:cubicBezTo>
                  <a:pt x="59" y="138"/>
                  <a:pt x="59" y="138"/>
                  <a:pt x="59" y="138"/>
                </a:cubicBezTo>
                <a:cubicBezTo>
                  <a:pt x="59" y="134"/>
                  <a:pt x="56" y="132"/>
                  <a:pt x="53" y="132"/>
                </a:cubicBezTo>
                <a:cubicBezTo>
                  <a:pt x="49" y="132"/>
                  <a:pt x="46" y="134"/>
                  <a:pt x="46" y="138"/>
                </a:cubicBezTo>
                <a:close/>
                <a:moveTo>
                  <a:pt x="113" y="91"/>
                </a:moveTo>
                <a:cubicBezTo>
                  <a:pt x="113" y="144"/>
                  <a:pt x="113" y="144"/>
                  <a:pt x="113" y="144"/>
                </a:cubicBezTo>
                <a:cubicBezTo>
                  <a:pt x="113" y="148"/>
                  <a:pt x="116" y="150"/>
                  <a:pt x="119" y="150"/>
                </a:cubicBezTo>
                <a:cubicBezTo>
                  <a:pt x="122" y="150"/>
                  <a:pt x="125" y="148"/>
                  <a:pt x="125" y="144"/>
                </a:cubicBezTo>
                <a:cubicBezTo>
                  <a:pt x="125" y="91"/>
                  <a:pt x="125" y="91"/>
                  <a:pt x="125" y="91"/>
                </a:cubicBezTo>
                <a:cubicBezTo>
                  <a:pt x="125" y="88"/>
                  <a:pt x="122" y="85"/>
                  <a:pt x="119" y="85"/>
                </a:cubicBezTo>
                <a:cubicBezTo>
                  <a:pt x="116" y="85"/>
                  <a:pt x="113" y="88"/>
                  <a:pt x="113" y="91"/>
                </a:cubicBezTo>
                <a:close/>
                <a:moveTo>
                  <a:pt x="179" y="125"/>
                </a:moveTo>
                <a:cubicBezTo>
                  <a:pt x="179" y="144"/>
                  <a:pt x="179" y="144"/>
                  <a:pt x="179" y="144"/>
                </a:cubicBezTo>
                <a:cubicBezTo>
                  <a:pt x="179" y="148"/>
                  <a:pt x="182" y="150"/>
                  <a:pt x="185" y="150"/>
                </a:cubicBezTo>
                <a:cubicBezTo>
                  <a:pt x="188" y="150"/>
                  <a:pt x="191" y="148"/>
                  <a:pt x="191" y="144"/>
                </a:cubicBezTo>
                <a:cubicBezTo>
                  <a:pt x="191" y="125"/>
                  <a:pt x="191" y="125"/>
                  <a:pt x="191" y="125"/>
                </a:cubicBezTo>
                <a:cubicBezTo>
                  <a:pt x="191" y="121"/>
                  <a:pt x="188" y="119"/>
                  <a:pt x="185" y="119"/>
                </a:cubicBezTo>
                <a:cubicBezTo>
                  <a:pt x="182" y="119"/>
                  <a:pt x="179" y="121"/>
                  <a:pt x="179" y="125"/>
                </a:cubicBezTo>
                <a:close/>
                <a:moveTo>
                  <a:pt x="245" y="102"/>
                </a:moveTo>
                <a:cubicBezTo>
                  <a:pt x="245" y="144"/>
                  <a:pt x="245" y="144"/>
                  <a:pt x="245" y="144"/>
                </a:cubicBezTo>
                <a:cubicBezTo>
                  <a:pt x="245" y="148"/>
                  <a:pt x="248" y="150"/>
                  <a:pt x="251" y="150"/>
                </a:cubicBezTo>
                <a:cubicBezTo>
                  <a:pt x="254" y="150"/>
                  <a:pt x="257" y="148"/>
                  <a:pt x="257" y="144"/>
                </a:cubicBezTo>
                <a:cubicBezTo>
                  <a:pt x="257" y="102"/>
                  <a:pt x="257" y="102"/>
                  <a:pt x="257" y="102"/>
                </a:cubicBezTo>
                <a:cubicBezTo>
                  <a:pt x="257" y="98"/>
                  <a:pt x="254" y="96"/>
                  <a:pt x="251" y="96"/>
                </a:cubicBezTo>
                <a:cubicBezTo>
                  <a:pt x="248" y="96"/>
                  <a:pt x="245" y="98"/>
                  <a:pt x="245" y="102"/>
                </a:cubicBezTo>
                <a:close/>
                <a:moveTo>
                  <a:pt x="313" y="46"/>
                </a:moveTo>
                <a:cubicBezTo>
                  <a:pt x="313" y="144"/>
                  <a:pt x="313" y="144"/>
                  <a:pt x="313" y="144"/>
                </a:cubicBezTo>
                <a:cubicBezTo>
                  <a:pt x="313" y="148"/>
                  <a:pt x="316" y="150"/>
                  <a:pt x="319" y="150"/>
                </a:cubicBezTo>
                <a:cubicBezTo>
                  <a:pt x="322" y="150"/>
                  <a:pt x="325" y="148"/>
                  <a:pt x="325" y="144"/>
                </a:cubicBezTo>
                <a:cubicBezTo>
                  <a:pt x="325" y="46"/>
                  <a:pt x="325" y="46"/>
                  <a:pt x="325" y="46"/>
                </a:cubicBezTo>
                <a:cubicBezTo>
                  <a:pt x="325" y="43"/>
                  <a:pt x="322" y="40"/>
                  <a:pt x="319" y="40"/>
                </a:cubicBezTo>
                <a:cubicBezTo>
                  <a:pt x="316" y="40"/>
                  <a:pt x="313" y="43"/>
                  <a:pt x="313" y="46"/>
                </a:cubicBezTo>
                <a:close/>
                <a:moveTo>
                  <a:pt x="334" y="155"/>
                </a:moveTo>
                <a:cubicBezTo>
                  <a:pt x="48" y="155"/>
                  <a:pt x="48" y="155"/>
                  <a:pt x="48" y="155"/>
                </a:cubicBezTo>
                <a:cubicBezTo>
                  <a:pt x="44" y="155"/>
                  <a:pt x="42" y="158"/>
                  <a:pt x="42" y="161"/>
                </a:cubicBezTo>
                <a:cubicBezTo>
                  <a:pt x="42" y="164"/>
                  <a:pt x="44" y="167"/>
                  <a:pt x="48" y="167"/>
                </a:cubicBezTo>
                <a:cubicBezTo>
                  <a:pt x="334" y="167"/>
                  <a:pt x="334" y="167"/>
                  <a:pt x="334" y="167"/>
                </a:cubicBezTo>
                <a:cubicBezTo>
                  <a:pt x="338" y="167"/>
                  <a:pt x="340" y="164"/>
                  <a:pt x="340" y="161"/>
                </a:cubicBezTo>
                <a:cubicBezTo>
                  <a:pt x="340" y="158"/>
                  <a:pt x="338" y="155"/>
                  <a:pt x="334" y="155"/>
                </a:cubicBezTo>
                <a:close/>
                <a:moveTo>
                  <a:pt x="200" y="85"/>
                </a:moveTo>
                <a:cubicBezTo>
                  <a:pt x="197" y="81"/>
                  <a:pt x="192" y="78"/>
                  <a:pt x="186" y="78"/>
                </a:cubicBezTo>
                <a:cubicBezTo>
                  <a:pt x="181" y="78"/>
                  <a:pt x="177" y="80"/>
                  <a:pt x="173" y="83"/>
                </a:cubicBezTo>
                <a:cubicBezTo>
                  <a:pt x="136" y="64"/>
                  <a:pt x="136" y="64"/>
                  <a:pt x="136" y="64"/>
                </a:cubicBezTo>
                <a:cubicBezTo>
                  <a:pt x="136" y="63"/>
                  <a:pt x="136" y="63"/>
                  <a:pt x="136" y="63"/>
                </a:cubicBezTo>
                <a:cubicBezTo>
                  <a:pt x="136" y="53"/>
                  <a:pt x="128" y="45"/>
                  <a:pt x="118" y="45"/>
                </a:cubicBezTo>
                <a:cubicBezTo>
                  <a:pt x="108" y="45"/>
                  <a:pt x="100" y="53"/>
                  <a:pt x="100" y="63"/>
                </a:cubicBezTo>
                <a:cubicBezTo>
                  <a:pt x="100" y="64"/>
                  <a:pt x="101" y="66"/>
                  <a:pt x="101" y="67"/>
                </a:cubicBezTo>
                <a:cubicBezTo>
                  <a:pt x="62" y="93"/>
                  <a:pt x="62" y="93"/>
                  <a:pt x="62" y="93"/>
                </a:cubicBezTo>
                <a:cubicBezTo>
                  <a:pt x="59" y="91"/>
                  <a:pt x="56" y="90"/>
                  <a:pt x="52" y="90"/>
                </a:cubicBezTo>
                <a:cubicBezTo>
                  <a:pt x="42" y="90"/>
                  <a:pt x="34" y="98"/>
                  <a:pt x="34" y="108"/>
                </a:cubicBezTo>
                <a:cubicBezTo>
                  <a:pt x="34" y="118"/>
                  <a:pt x="42" y="126"/>
                  <a:pt x="52" y="126"/>
                </a:cubicBezTo>
                <a:cubicBezTo>
                  <a:pt x="62" y="126"/>
                  <a:pt x="70" y="118"/>
                  <a:pt x="70" y="108"/>
                </a:cubicBezTo>
                <a:cubicBezTo>
                  <a:pt x="70" y="106"/>
                  <a:pt x="70" y="105"/>
                  <a:pt x="69" y="103"/>
                </a:cubicBezTo>
                <a:cubicBezTo>
                  <a:pt x="108" y="77"/>
                  <a:pt x="108" y="77"/>
                  <a:pt x="108" y="77"/>
                </a:cubicBezTo>
                <a:cubicBezTo>
                  <a:pt x="111" y="79"/>
                  <a:pt x="114" y="81"/>
                  <a:pt x="118" y="81"/>
                </a:cubicBezTo>
                <a:cubicBezTo>
                  <a:pt x="124" y="81"/>
                  <a:pt x="128" y="78"/>
                  <a:pt x="132" y="75"/>
                </a:cubicBezTo>
                <a:cubicBezTo>
                  <a:pt x="168" y="93"/>
                  <a:pt x="168" y="93"/>
                  <a:pt x="168" y="93"/>
                </a:cubicBezTo>
                <a:cubicBezTo>
                  <a:pt x="168" y="94"/>
                  <a:pt x="168" y="95"/>
                  <a:pt x="168" y="96"/>
                </a:cubicBezTo>
                <a:cubicBezTo>
                  <a:pt x="168" y="106"/>
                  <a:pt x="176" y="114"/>
                  <a:pt x="186" y="114"/>
                </a:cubicBezTo>
                <a:cubicBezTo>
                  <a:pt x="195" y="114"/>
                  <a:pt x="203" y="106"/>
                  <a:pt x="204" y="97"/>
                </a:cubicBezTo>
                <a:cubicBezTo>
                  <a:pt x="237" y="84"/>
                  <a:pt x="237" y="84"/>
                  <a:pt x="237" y="84"/>
                </a:cubicBezTo>
                <a:cubicBezTo>
                  <a:pt x="240" y="88"/>
                  <a:pt x="245" y="91"/>
                  <a:pt x="251" y="91"/>
                </a:cubicBezTo>
                <a:cubicBezTo>
                  <a:pt x="261" y="91"/>
                  <a:pt x="269" y="83"/>
                  <a:pt x="269" y="73"/>
                </a:cubicBezTo>
                <a:cubicBezTo>
                  <a:pt x="269" y="71"/>
                  <a:pt x="269" y="69"/>
                  <a:pt x="268" y="67"/>
                </a:cubicBezTo>
                <a:cubicBezTo>
                  <a:pt x="310" y="34"/>
                  <a:pt x="310" y="34"/>
                  <a:pt x="310" y="34"/>
                </a:cubicBezTo>
                <a:cubicBezTo>
                  <a:pt x="313" y="35"/>
                  <a:pt x="315" y="36"/>
                  <a:pt x="318" y="36"/>
                </a:cubicBezTo>
                <a:cubicBezTo>
                  <a:pt x="328" y="36"/>
                  <a:pt x="336" y="28"/>
                  <a:pt x="336" y="18"/>
                </a:cubicBezTo>
                <a:cubicBezTo>
                  <a:pt x="336" y="8"/>
                  <a:pt x="328" y="0"/>
                  <a:pt x="318" y="0"/>
                </a:cubicBezTo>
                <a:cubicBezTo>
                  <a:pt x="308" y="0"/>
                  <a:pt x="300" y="8"/>
                  <a:pt x="300" y="18"/>
                </a:cubicBezTo>
                <a:cubicBezTo>
                  <a:pt x="300" y="21"/>
                  <a:pt x="301" y="23"/>
                  <a:pt x="302" y="25"/>
                </a:cubicBezTo>
                <a:cubicBezTo>
                  <a:pt x="260" y="58"/>
                  <a:pt x="260" y="58"/>
                  <a:pt x="260" y="58"/>
                </a:cubicBezTo>
                <a:cubicBezTo>
                  <a:pt x="258" y="56"/>
                  <a:pt x="255" y="55"/>
                  <a:pt x="251" y="55"/>
                </a:cubicBezTo>
                <a:cubicBezTo>
                  <a:pt x="242" y="55"/>
                  <a:pt x="234" y="63"/>
                  <a:pt x="233" y="73"/>
                </a:cubicBezTo>
                <a:lnTo>
                  <a:pt x="200" y="85"/>
                </a:lnTo>
                <a:close/>
                <a:moveTo>
                  <a:pt x="52" y="114"/>
                </a:moveTo>
                <a:cubicBezTo>
                  <a:pt x="48" y="114"/>
                  <a:pt x="46" y="111"/>
                  <a:pt x="46" y="108"/>
                </a:cubicBezTo>
                <a:cubicBezTo>
                  <a:pt x="46" y="104"/>
                  <a:pt x="48" y="102"/>
                  <a:pt x="52" y="102"/>
                </a:cubicBezTo>
                <a:cubicBezTo>
                  <a:pt x="55" y="102"/>
                  <a:pt x="58" y="104"/>
                  <a:pt x="58" y="108"/>
                </a:cubicBezTo>
                <a:cubicBezTo>
                  <a:pt x="58" y="111"/>
                  <a:pt x="55" y="114"/>
                  <a:pt x="52" y="114"/>
                </a:cubicBezTo>
                <a:close/>
                <a:moveTo>
                  <a:pt x="118" y="69"/>
                </a:moveTo>
                <a:cubicBezTo>
                  <a:pt x="115" y="69"/>
                  <a:pt x="112" y="66"/>
                  <a:pt x="112" y="63"/>
                </a:cubicBezTo>
                <a:cubicBezTo>
                  <a:pt x="112" y="59"/>
                  <a:pt x="115" y="57"/>
                  <a:pt x="118" y="57"/>
                </a:cubicBezTo>
                <a:cubicBezTo>
                  <a:pt x="122" y="57"/>
                  <a:pt x="124" y="59"/>
                  <a:pt x="124" y="63"/>
                </a:cubicBezTo>
                <a:cubicBezTo>
                  <a:pt x="124" y="66"/>
                  <a:pt x="122" y="69"/>
                  <a:pt x="118" y="69"/>
                </a:cubicBezTo>
                <a:close/>
                <a:moveTo>
                  <a:pt x="186" y="102"/>
                </a:moveTo>
                <a:cubicBezTo>
                  <a:pt x="182" y="102"/>
                  <a:pt x="180" y="99"/>
                  <a:pt x="180" y="96"/>
                </a:cubicBezTo>
                <a:cubicBezTo>
                  <a:pt x="180" y="92"/>
                  <a:pt x="182" y="90"/>
                  <a:pt x="186" y="90"/>
                </a:cubicBezTo>
                <a:cubicBezTo>
                  <a:pt x="189" y="90"/>
                  <a:pt x="192" y="92"/>
                  <a:pt x="192" y="96"/>
                </a:cubicBezTo>
                <a:cubicBezTo>
                  <a:pt x="192" y="99"/>
                  <a:pt x="189" y="102"/>
                  <a:pt x="186" y="102"/>
                </a:cubicBezTo>
                <a:close/>
                <a:moveTo>
                  <a:pt x="318" y="12"/>
                </a:moveTo>
                <a:cubicBezTo>
                  <a:pt x="322" y="12"/>
                  <a:pt x="324" y="15"/>
                  <a:pt x="324" y="18"/>
                </a:cubicBezTo>
                <a:cubicBezTo>
                  <a:pt x="324" y="21"/>
                  <a:pt x="322" y="24"/>
                  <a:pt x="318" y="24"/>
                </a:cubicBezTo>
                <a:cubicBezTo>
                  <a:pt x="315" y="24"/>
                  <a:pt x="312" y="21"/>
                  <a:pt x="312" y="18"/>
                </a:cubicBezTo>
                <a:cubicBezTo>
                  <a:pt x="312" y="15"/>
                  <a:pt x="315" y="12"/>
                  <a:pt x="318" y="12"/>
                </a:cubicBezTo>
                <a:close/>
                <a:moveTo>
                  <a:pt x="251" y="67"/>
                </a:moveTo>
                <a:cubicBezTo>
                  <a:pt x="255" y="67"/>
                  <a:pt x="257" y="70"/>
                  <a:pt x="257" y="73"/>
                </a:cubicBezTo>
                <a:cubicBezTo>
                  <a:pt x="257" y="77"/>
                  <a:pt x="255" y="79"/>
                  <a:pt x="251" y="79"/>
                </a:cubicBezTo>
                <a:cubicBezTo>
                  <a:pt x="248" y="79"/>
                  <a:pt x="245" y="77"/>
                  <a:pt x="245" y="73"/>
                </a:cubicBezTo>
                <a:cubicBezTo>
                  <a:pt x="245" y="70"/>
                  <a:pt x="248" y="67"/>
                  <a:pt x="251" y="67"/>
                </a:cubicBezTo>
                <a:close/>
                <a:moveTo>
                  <a:pt x="218" y="182"/>
                </a:moveTo>
                <a:cubicBezTo>
                  <a:pt x="212" y="191"/>
                  <a:pt x="186" y="228"/>
                  <a:pt x="133" y="228"/>
                </a:cubicBezTo>
                <a:cubicBezTo>
                  <a:pt x="132" y="228"/>
                  <a:pt x="132" y="228"/>
                  <a:pt x="131" y="228"/>
                </a:cubicBezTo>
                <a:cubicBezTo>
                  <a:pt x="128" y="228"/>
                  <a:pt x="125" y="231"/>
                  <a:pt x="125" y="234"/>
                </a:cubicBezTo>
                <a:cubicBezTo>
                  <a:pt x="125" y="238"/>
                  <a:pt x="128" y="240"/>
                  <a:pt x="131" y="240"/>
                </a:cubicBezTo>
                <a:cubicBezTo>
                  <a:pt x="133" y="240"/>
                  <a:pt x="133" y="240"/>
                  <a:pt x="133" y="240"/>
                </a:cubicBezTo>
                <a:cubicBezTo>
                  <a:pt x="201" y="240"/>
                  <a:pt x="229" y="186"/>
                  <a:pt x="229" y="185"/>
                </a:cubicBezTo>
                <a:cubicBezTo>
                  <a:pt x="231" y="182"/>
                  <a:pt x="230" y="179"/>
                  <a:pt x="227" y="177"/>
                </a:cubicBezTo>
                <a:cubicBezTo>
                  <a:pt x="224" y="176"/>
                  <a:pt x="220" y="177"/>
                  <a:pt x="219" y="180"/>
                </a:cubicBezTo>
                <a:cubicBezTo>
                  <a:pt x="219" y="180"/>
                  <a:pt x="219" y="180"/>
                  <a:pt x="219" y="180"/>
                </a:cubicBezTo>
                <a:cubicBezTo>
                  <a:pt x="219" y="180"/>
                  <a:pt x="218" y="180"/>
                  <a:pt x="218" y="182"/>
                </a:cubicBezTo>
                <a:close/>
                <a:moveTo>
                  <a:pt x="282" y="244"/>
                </a:moveTo>
                <a:cubicBezTo>
                  <a:pt x="279" y="241"/>
                  <a:pt x="275" y="239"/>
                  <a:pt x="271" y="239"/>
                </a:cubicBezTo>
                <a:cubicBezTo>
                  <a:pt x="266" y="239"/>
                  <a:pt x="261" y="241"/>
                  <a:pt x="257" y="245"/>
                </a:cubicBezTo>
                <a:cubicBezTo>
                  <a:pt x="256" y="246"/>
                  <a:pt x="256" y="246"/>
                  <a:pt x="256" y="246"/>
                </a:cubicBezTo>
                <a:cubicBezTo>
                  <a:pt x="234" y="224"/>
                  <a:pt x="234" y="224"/>
                  <a:pt x="234" y="224"/>
                </a:cubicBezTo>
                <a:cubicBezTo>
                  <a:pt x="245" y="213"/>
                  <a:pt x="253" y="200"/>
                  <a:pt x="259" y="185"/>
                </a:cubicBezTo>
                <a:cubicBezTo>
                  <a:pt x="260" y="182"/>
                  <a:pt x="259" y="178"/>
                  <a:pt x="256" y="177"/>
                </a:cubicBezTo>
                <a:cubicBezTo>
                  <a:pt x="252" y="176"/>
                  <a:pt x="249" y="177"/>
                  <a:pt x="248" y="181"/>
                </a:cubicBezTo>
                <a:cubicBezTo>
                  <a:pt x="230" y="225"/>
                  <a:pt x="186" y="257"/>
                  <a:pt x="134" y="257"/>
                </a:cubicBezTo>
                <a:cubicBezTo>
                  <a:pt x="67" y="257"/>
                  <a:pt x="13" y="202"/>
                  <a:pt x="12" y="135"/>
                </a:cubicBezTo>
                <a:cubicBezTo>
                  <a:pt x="13" y="68"/>
                  <a:pt x="67" y="13"/>
                  <a:pt x="134" y="13"/>
                </a:cubicBezTo>
                <a:cubicBezTo>
                  <a:pt x="170" y="13"/>
                  <a:pt x="202" y="28"/>
                  <a:pt x="225" y="53"/>
                </a:cubicBezTo>
                <a:cubicBezTo>
                  <a:pt x="227" y="55"/>
                  <a:pt x="231" y="55"/>
                  <a:pt x="233" y="53"/>
                </a:cubicBezTo>
                <a:cubicBezTo>
                  <a:pt x="235" y="51"/>
                  <a:pt x="236" y="47"/>
                  <a:pt x="233" y="45"/>
                </a:cubicBezTo>
                <a:cubicBezTo>
                  <a:pt x="209" y="18"/>
                  <a:pt x="174" y="1"/>
                  <a:pt x="134" y="1"/>
                </a:cubicBezTo>
                <a:cubicBezTo>
                  <a:pt x="60" y="1"/>
                  <a:pt x="1" y="61"/>
                  <a:pt x="0" y="135"/>
                </a:cubicBezTo>
                <a:cubicBezTo>
                  <a:pt x="1" y="209"/>
                  <a:pt x="60" y="269"/>
                  <a:pt x="134" y="269"/>
                </a:cubicBezTo>
                <a:cubicBezTo>
                  <a:pt x="170" y="269"/>
                  <a:pt x="202" y="255"/>
                  <a:pt x="226" y="233"/>
                </a:cubicBezTo>
                <a:cubicBezTo>
                  <a:pt x="248" y="255"/>
                  <a:pt x="248" y="255"/>
                  <a:pt x="248" y="255"/>
                </a:cubicBezTo>
                <a:cubicBezTo>
                  <a:pt x="247" y="256"/>
                  <a:pt x="247" y="256"/>
                  <a:pt x="247" y="256"/>
                </a:cubicBezTo>
                <a:cubicBezTo>
                  <a:pt x="243" y="260"/>
                  <a:pt x="240" y="265"/>
                  <a:pt x="240" y="270"/>
                </a:cubicBezTo>
                <a:cubicBezTo>
                  <a:pt x="240" y="274"/>
                  <a:pt x="242" y="278"/>
                  <a:pt x="245" y="281"/>
                </a:cubicBezTo>
                <a:cubicBezTo>
                  <a:pt x="296" y="333"/>
                  <a:pt x="296" y="333"/>
                  <a:pt x="296" y="333"/>
                </a:cubicBezTo>
                <a:cubicBezTo>
                  <a:pt x="299" y="336"/>
                  <a:pt x="303" y="337"/>
                  <a:pt x="307" y="337"/>
                </a:cubicBezTo>
                <a:cubicBezTo>
                  <a:pt x="307" y="337"/>
                  <a:pt x="307" y="337"/>
                  <a:pt x="307" y="337"/>
                </a:cubicBezTo>
                <a:cubicBezTo>
                  <a:pt x="312" y="337"/>
                  <a:pt x="317" y="335"/>
                  <a:pt x="321" y="331"/>
                </a:cubicBezTo>
                <a:cubicBezTo>
                  <a:pt x="317" y="327"/>
                  <a:pt x="317" y="327"/>
                  <a:pt x="317" y="327"/>
                </a:cubicBezTo>
                <a:cubicBezTo>
                  <a:pt x="321" y="331"/>
                  <a:pt x="321" y="331"/>
                  <a:pt x="321" y="331"/>
                </a:cubicBezTo>
                <a:cubicBezTo>
                  <a:pt x="332" y="320"/>
                  <a:pt x="332" y="320"/>
                  <a:pt x="332" y="320"/>
                </a:cubicBezTo>
                <a:cubicBezTo>
                  <a:pt x="336" y="316"/>
                  <a:pt x="338" y="311"/>
                  <a:pt x="338" y="306"/>
                </a:cubicBezTo>
                <a:cubicBezTo>
                  <a:pt x="338" y="302"/>
                  <a:pt x="337" y="298"/>
                  <a:pt x="334" y="295"/>
                </a:cubicBezTo>
                <a:lnTo>
                  <a:pt x="282" y="244"/>
                </a:lnTo>
                <a:close/>
                <a:moveTo>
                  <a:pt x="323" y="312"/>
                </a:moveTo>
                <a:cubicBezTo>
                  <a:pt x="313" y="322"/>
                  <a:pt x="313" y="322"/>
                  <a:pt x="313" y="322"/>
                </a:cubicBezTo>
                <a:cubicBezTo>
                  <a:pt x="311" y="324"/>
                  <a:pt x="309" y="325"/>
                  <a:pt x="307" y="325"/>
                </a:cubicBezTo>
                <a:cubicBezTo>
                  <a:pt x="306" y="325"/>
                  <a:pt x="305" y="325"/>
                  <a:pt x="305" y="324"/>
                </a:cubicBezTo>
                <a:cubicBezTo>
                  <a:pt x="253" y="272"/>
                  <a:pt x="253" y="272"/>
                  <a:pt x="253" y="272"/>
                </a:cubicBezTo>
                <a:cubicBezTo>
                  <a:pt x="253" y="272"/>
                  <a:pt x="252" y="271"/>
                  <a:pt x="252" y="270"/>
                </a:cubicBezTo>
                <a:cubicBezTo>
                  <a:pt x="252" y="269"/>
                  <a:pt x="253" y="266"/>
                  <a:pt x="255" y="264"/>
                </a:cubicBezTo>
                <a:cubicBezTo>
                  <a:pt x="265" y="254"/>
                  <a:pt x="265" y="254"/>
                  <a:pt x="265" y="254"/>
                </a:cubicBezTo>
                <a:cubicBezTo>
                  <a:pt x="267" y="252"/>
                  <a:pt x="270" y="251"/>
                  <a:pt x="271" y="251"/>
                </a:cubicBezTo>
                <a:cubicBezTo>
                  <a:pt x="271" y="251"/>
                  <a:pt x="271" y="251"/>
                  <a:pt x="271" y="251"/>
                </a:cubicBezTo>
                <a:cubicBezTo>
                  <a:pt x="272" y="251"/>
                  <a:pt x="273" y="252"/>
                  <a:pt x="274" y="252"/>
                </a:cubicBezTo>
                <a:cubicBezTo>
                  <a:pt x="325" y="304"/>
                  <a:pt x="325" y="304"/>
                  <a:pt x="325" y="304"/>
                </a:cubicBezTo>
                <a:cubicBezTo>
                  <a:pt x="326" y="304"/>
                  <a:pt x="326" y="305"/>
                  <a:pt x="326" y="306"/>
                </a:cubicBezTo>
                <a:cubicBezTo>
                  <a:pt x="326" y="308"/>
                  <a:pt x="325" y="310"/>
                  <a:pt x="323" y="312"/>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30" name="Freeform 16">
            <a:extLst>
              <a:ext uri="{FF2B5EF4-FFF2-40B4-BE49-F238E27FC236}">
                <a16:creationId xmlns:a16="http://schemas.microsoft.com/office/drawing/2014/main" id="{C4143552-75C0-0075-5075-96F97523C8BC}"/>
              </a:ext>
            </a:extLst>
          </p:cNvPr>
          <p:cNvSpPr>
            <a:spLocks noEditPoints="1"/>
          </p:cNvSpPr>
          <p:nvPr/>
        </p:nvSpPr>
        <p:spPr bwMode="auto">
          <a:xfrm>
            <a:off x="7461819" y="3251745"/>
            <a:ext cx="565359" cy="382066"/>
          </a:xfrm>
          <a:custGeom>
            <a:avLst/>
            <a:gdLst>
              <a:gd name="T0" fmla="*/ 270 w 347"/>
              <a:gd name="T1" fmla="*/ 32 h 234"/>
              <a:gd name="T2" fmla="*/ 224 w 347"/>
              <a:gd name="T3" fmla="*/ 37 h 234"/>
              <a:gd name="T4" fmla="*/ 123 w 347"/>
              <a:gd name="T5" fmla="*/ 60 h 234"/>
              <a:gd name="T6" fmla="*/ 122 w 347"/>
              <a:gd name="T7" fmla="*/ 119 h 234"/>
              <a:gd name="T8" fmla="*/ 160 w 347"/>
              <a:gd name="T9" fmla="*/ 92 h 234"/>
              <a:gd name="T10" fmla="*/ 154 w 347"/>
              <a:gd name="T11" fmla="*/ 81 h 234"/>
              <a:gd name="T12" fmla="*/ 125 w 347"/>
              <a:gd name="T13" fmla="*/ 108 h 234"/>
              <a:gd name="T14" fmla="*/ 132 w 347"/>
              <a:gd name="T15" fmla="*/ 69 h 234"/>
              <a:gd name="T16" fmla="*/ 176 w 347"/>
              <a:gd name="T17" fmla="*/ 40 h 234"/>
              <a:gd name="T18" fmla="*/ 257 w 347"/>
              <a:gd name="T19" fmla="*/ 58 h 234"/>
              <a:gd name="T20" fmla="*/ 280 w 347"/>
              <a:gd name="T21" fmla="*/ 135 h 234"/>
              <a:gd name="T22" fmla="*/ 282 w 347"/>
              <a:gd name="T23" fmla="*/ 150 h 234"/>
              <a:gd name="T24" fmla="*/ 269 w 347"/>
              <a:gd name="T25" fmla="*/ 167 h 234"/>
              <a:gd name="T26" fmla="*/ 236 w 347"/>
              <a:gd name="T27" fmla="*/ 150 h 234"/>
              <a:gd name="T28" fmla="*/ 254 w 347"/>
              <a:gd name="T29" fmla="*/ 177 h 234"/>
              <a:gd name="T30" fmla="*/ 229 w 347"/>
              <a:gd name="T31" fmla="*/ 180 h 234"/>
              <a:gd name="T32" fmla="*/ 213 w 347"/>
              <a:gd name="T33" fmla="*/ 166 h 234"/>
              <a:gd name="T34" fmla="*/ 226 w 347"/>
              <a:gd name="T35" fmla="*/ 197 h 234"/>
              <a:gd name="T36" fmla="*/ 190 w 347"/>
              <a:gd name="T37" fmla="*/ 191 h 234"/>
              <a:gd name="T38" fmla="*/ 185 w 347"/>
              <a:gd name="T39" fmla="*/ 203 h 234"/>
              <a:gd name="T40" fmla="*/ 171 w 347"/>
              <a:gd name="T41" fmla="*/ 219 h 234"/>
              <a:gd name="T42" fmla="*/ 166 w 347"/>
              <a:gd name="T43" fmla="*/ 189 h 234"/>
              <a:gd name="T44" fmla="*/ 141 w 347"/>
              <a:gd name="T45" fmla="*/ 168 h 234"/>
              <a:gd name="T46" fmla="*/ 121 w 347"/>
              <a:gd name="T47" fmla="*/ 159 h 234"/>
              <a:gd name="T48" fmla="*/ 96 w 347"/>
              <a:gd name="T49" fmla="*/ 135 h 234"/>
              <a:gd name="T50" fmla="*/ 49 w 347"/>
              <a:gd name="T51" fmla="*/ 111 h 234"/>
              <a:gd name="T52" fmla="*/ 117 w 347"/>
              <a:gd name="T53" fmla="*/ 53 h 234"/>
              <a:gd name="T54" fmla="*/ 73 w 347"/>
              <a:gd name="T55" fmla="*/ 30 h 234"/>
              <a:gd name="T56" fmla="*/ 63 w 347"/>
              <a:gd name="T57" fmla="*/ 39 h 234"/>
              <a:gd name="T58" fmla="*/ 5 w 347"/>
              <a:gd name="T59" fmla="*/ 134 h 234"/>
              <a:gd name="T60" fmla="*/ 45 w 347"/>
              <a:gd name="T61" fmla="*/ 123 h 234"/>
              <a:gd name="T62" fmla="*/ 68 w 347"/>
              <a:gd name="T63" fmla="*/ 162 h 234"/>
              <a:gd name="T64" fmla="*/ 90 w 347"/>
              <a:gd name="T65" fmla="*/ 189 h 234"/>
              <a:gd name="T66" fmla="*/ 118 w 347"/>
              <a:gd name="T67" fmla="*/ 210 h 234"/>
              <a:gd name="T68" fmla="*/ 144 w 347"/>
              <a:gd name="T69" fmla="*/ 229 h 234"/>
              <a:gd name="T70" fmla="*/ 178 w 347"/>
              <a:gd name="T71" fmla="*/ 234 h 234"/>
              <a:gd name="T72" fmla="*/ 215 w 347"/>
              <a:gd name="T73" fmla="*/ 220 h 234"/>
              <a:gd name="T74" fmla="*/ 243 w 347"/>
              <a:gd name="T75" fmla="*/ 200 h 234"/>
              <a:gd name="T76" fmla="*/ 276 w 347"/>
              <a:gd name="T77" fmla="*/ 182 h 234"/>
              <a:gd name="T78" fmla="*/ 298 w 347"/>
              <a:gd name="T79" fmla="*/ 129 h 234"/>
              <a:gd name="T80" fmla="*/ 312 w 347"/>
              <a:gd name="T81" fmla="*/ 144 h 234"/>
              <a:gd name="T82" fmla="*/ 336 w 347"/>
              <a:gd name="T83" fmla="*/ 120 h 234"/>
              <a:gd name="T84" fmla="*/ 346 w 347"/>
              <a:gd name="T85" fmla="*/ 5 h 234"/>
              <a:gd name="T86" fmla="*/ 70 w 347"/>
              <a:gd name="T87" fmla="*/ 129 h 234"/>
              <a:gd name="T88" fmla="*/ 82 w 347"/>
              <a:gd name="T89" fmla="*/ 130 h 234"/>
              <a:gd name="T90" fmla="*/ 74 w 347"/>
              <a:gd name="T91" fmla="*/ 148 h 234"/>
              <a:gd name="T92" fmla="*/ 90 w 347"/>
              <a:gd name="T93" fmla="*/ 177 h 234"/>
              <a:gd name="T94" fmla="*/ 91 w 347"/>
              <a:gd name="T95" fmla="*/ 152 h 234"/>
              <a:gd name="T96" fmla="*/ 111 w 347"/>
              <a:gd name="T97" fmla="*/ 148 h 234"/>
              <a:gd name="T98" fmla="*/ 98 w 347"/>
              <a:gd name="T99" fmla="*/ 174 h 234"/>
              <a:gd name="T100" fmla="*/ 109 w 347"/>
              <a:gd name="T101" fmla="*/ 189 h 234"/>
              <a:gd name="T102" fmla="*/ 126 w 347"/>
              <a:gd name="T103" fmla="*/ 173 h 234"/>
              <a:gd name="T104" fmla="*/ 125 w 347"/>
              <a:gd name="T105" fmla="*/ 195 h 234"/>
              <a:gd name="T106" fmla="*/ 150 w 347"/>
              <a:gd name="T107" fmla="*/ 215 h 234"/>
              <a:gd name="T108" fmla="*/ 138 w 347"/>
              <a:gd name="T109" fmla="*/ 203 h 234"/>
              <a:gd name="T110" fmla="*/ 157 w 347"/>
              <a:gd name="T111" fmla="*/ 197 h 234"/>
              <a:gd name="T112" fmla="*/ 157 w 347"/>
              <a:gd name="T113" fmla="*/ 209 h 2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47" h="234">
                <a:moveTo>
                  <a:pt x="346" y="5"/>
                </a:moveTo>
                <a:cubicBezTo>
                  <a:pt x="345" y="2"/>
                  <a:pt x="341" y="0"/>
                  <a:pt x="338" y="2"/>
                </a:cubicBezTo>
                <a:cubicBezTo>
                  <a:pt x="338" y="2"/>
                  <a:pt x="338" y="2"/>
                  <a:pt x="338" y="2"/>
                </a:cubicBezTo>
                <a:cubicBezTo>
                  <a:pt x="270" y="32"/>
                  <a:pt x="270" y="32"/>
                  <a:pt x="270" y="32"/>
                </a:cubicBezTo>
                <a:cubicBezTo>
                  <a:pt x="267" y="33"/>
                  <a:pt x="266" y="37"/>
                  <a:pt x="267" y="40"/>
                </a:cubicBezTo>
                <a:cubicBezTo>
                  <a:pt x="267" y="40"/>
                  <a:pt x="267" y="40"/>
                  <a:pt x="267" y="40"/>
                </a:cubicBezTo>
                <a:cubicBezTo>
                  <a:pt x="254" y="46"/>
                  <a:pt x="254" y="46"/>
                  <a:pt x="254" y="46"/>
                </a:cubicBezTo>
                <a:cubicBezTo>
                  <a:pt x="249" y="44"/>
                  <a:pt x="238" y="41"/>
                  <a:pt x="224" y="37"/>
                </a:cubicBezTo>
                <a:cubicBezTo>
                  <a:pt x="207" y="33"/>
                  <a:pt x="188" y="28"/>
                  <a:pt x="178" y="28"/>
                </a:cubicBezTo>
                <a:cubicBezTo>
                  <a:pt x="175" y="28"/>
                  <a:pt x="174" y="28"/>
                  <a:pt x="171" y="29"/>
                </a:cubicBezTo>
                <a:cubicBezTo>
                  <a:pt x="164" y="32"/>
                  <a:pt x="153" y="39"/>
                  <a:pt x="143" y="46"/>
                </a:cubicBezTo>
                <a:cubicBezTo>
                  <a:pt x="132" y="53"/>
                  <a:pt x="123" y="60"/>
                  <a:pt x="123" y="60"/>
                </a:cubicBezTo>
                <a:cubicBezTo>
                  <a:pt x="123" y="60"/>
                  <a:pt x="122" y="61"/>
                  <a:pt x="122" y="61"/>
                </a:cubicBezTo>
                <a:cubicBezTo>
                  <a:pt x="122" y="62"/>
                  <a:pt x="108" y="83"/>
                  <a:pt x="108" y="101"/>
                </a:cubicBezTo>
                <a:cubicBezTo>
                  <a:pt x="108" y="105"/>
                  <a:pt x="108" y="109"/>
                  <a:pt x="111" y="112"/>
                </a:cubicBezTo>
                <a:cubicBezTo>
                  <a:pt x="113" y="116"/>
                  <a:pt x="118" y="119"/>
                  <a:pt x="122" y="119"/>
                </a:cubicBezTo>
                <a:cubicBezTo>
                  <a:pt x="126" y="120"/>
                  <a:pt x="128" y="120"/>
                  <a:pt x="131" y="120"/>
                </a:cubicBezTo>
                <a:cubicBezTo>
                  <a:pt x="131" y="120"/>
                  <a:pt x="131" y="120"/>
                  <a:pt x="132" y="120"/>
                </a:cubicBezTo>
                <a:cubicBezTo>
                  <a:pt x="138" y="120"/>
                  <a:pt x="144" y="117"/>
                  <a:pt x="148" y="112"/>
                </a:cubicBezTo>
                <a:cubicBezTo>
                  <a:pt x="152" y="108"/>
                  <a:pt x="156" y="101"/>
                  <a:pt x="160" y="92"/>
                </a:cubicBezTo>
                <a:cubicBezTo>
                  <a:pt x="185" y="86"/>
                  <a:pt x="185" y="86"/>
                  <a:pt x="185" y="86"/>
                </a:cubicBezTo>
                <a:cubicBezTo>
                  <a:pt x="188" y="86"/>
                  <a:pt x="190" y="82"/>
                  <a:pt x="190" y="79"/>
                </a:cubicBezTo>
                <a:cubicBezTo>
                  <a:pt x="189" y="76"/>
                  <a:pt x="186" y="74"/>
                  <a:pt x="182" y="75"/>
                </a:cubicBezTo>
                <a:cubicBezTo>
                  <a:pt x="154" y="81"/>
                  <a:pt x="154" y="81"/>
                  <a:pt x="154" y="81"/>
                </a:cubicBezTo>
                <a:cubicBezTo>
                  <a:pt x="152" y="82"/>
                  <a:pt x="151" y="83"/>
                  <a:pt x="150" y="85"/>
                </a:cubicBezTo>
                <a:cubicBezTo>
                  <a:pt x="145" y="95"/>
                  <a:pt x="142" y="101"/>
                  <a:pt x="139" y="105"/>
                </a:cubicBezTo>
                <a:cubicBezTo>
                  <a:pt x="136" y="108"/>
                  <a:pt x="135" y="108"/>
                  <a:pt x="131" y="108"/>
                </a:cubicBezTo>
                <a:cubicBezTo>
                  <a:pt x="129" y="108"/>
                  <a:pt x="127" y="108"/>
                  <a:pt x="125" y="108"/>
                </a:cubicBezTo>
                <a:cubicBezTo>
                  <a:pt x="122" y="107"/>
                  <a:pt x="121" y="106"/>
                  <a:pt x="121" y="106"/>
                </a:cubicBezTo>
                <a:cubicBezTo>
                  <a:pt x="120" y="105"/>
                  <a:pt x="120" y="103"/>
                  <a:pt x="120" y="101"/>
                </a:cubicBezTo>
                <a:cubicBezTo>
                  <a:pt x="120" y="95"/>
                  <a:pt x="123" y="86"/>
                  <a:pt x="126" y="80"/>
                </a:cubicBezTo>
                <a:cubicBezTo>
                  <a:pt x="128" y="75"/>
                  <a:pt x="130" y="70"/>
                  <a:pt x="132" y="69"/>
                </a:cubicBezTo>
                <a:cubicBezTo>
                  <a:pt x="134" y="67"/>
                  <a:pt x="141" y="62"/>
                  <a:pt x="150" y="56"/>
                </a:cubicBezTo>
                <a:cubicBezTo>
                  <a:pt x="160" y="49"/>
                  <a:pt x="172" y="42"/>
                  <a:pt x="176" y="40"/>
                </a:cubicBezTo>
                <a:cubicBezTo>
                  <a:pt x="176" y="40"/>
                  <a:pt x="176" y="40"/>
                  <a:pt x="176" y="40"/>
                </a:cubicBezTo>
                <a:cubicBezTo>
                  <a:pt x="176" y="40"/>
                  <a:pt x="176" y="40"/>
                  <a:pt x="176" y="40"/>
                </a:cubicBezTo>
                <a:cubicBezTo>
                  <a:pt x="176" y="40"/>
                  <a:pt x="176" y="40"/>
                  <a:pt x="178" y="40"/>
                </a:cubicBezTo>
                <a:cubicBezTo>
                  <a:pt x="185" y="40"/>
                  <a:pt x="205" y="44"/>
                  <a:pt x="221" y="49"/>
                </a:cubicBezTo>
                <a:cubicBezTo>
                  <a:pt x="238" y="53"/>
                  <a:pt x="253" y="58"/>
                  <a:pt x="253" y="58"/>
                </a:cubicBezTo>
                <a:cubicBezTo>
                  <a:pt x="254" y="58"/>
                  <a:pt x="256" y="58"/>
                  <a:pt x="257" y="58"/>
                </a:cubicBezTo>
                <a:cubicBezTo>
                  <a:pt x="271" y="51"/>
                  <a:pt x="271" y="51"/>
                  <a:pt x="271" y="51"/>
                </a:cubicBezTo>
                <a:cubicBezTo>
                  <a:pt x="296" y="114"/>
                  <a:pt x="296" y="114"/>
                  <a:pt x="296" y="114"/>
                </a:cubicBezTo>
                <a:cubicBezTo>
                  <a:pt x="294" y="115"/>
                  <a:pt x="292" y="118"/>
                  <a:pt x="289" y="121"/>
                </a:cubicBezTo>
                <a:cubicBezTo>
                  <a:pt x="286" y="125"/>
                  <a:pt x="282" y="129"/>
                  <a:pt x="280" y="135"/>
                </a:cubicBezTo>
                <a:cubicBezTo>
                  <a:pt x="204" y="87"/>
                  <a:pt x="204" y="87"/>
                  <a:pt x="204" y="87"/>
                </a:cubicBezTo>
                <a:cubicBezTo>
                  <a:pt x="201" y="85"/>
                  <a:pt x="197" y="86"/>
                  <a:pt x="196" y="89"/>
                </a:cubicBezTo>
                <a:cubicBezTo>
                  <a:pt x="194" y="91"/>
                  <a:pt x="195" y="95"/>
                  <a:pt x="197" y="97"/>
                </a:cubicBezTo>
                <a:cubicBezTo>
                  <a:pt x="282" y="150"/>
                  <a:pt x="282" y="150"/>
                  <a:pt x="282" y="150"/>
                </a:cubicBezTo>
                <a:cubicBezTo>
                  <a:pt x="285" y="152"/>
                  <a:pt x="287" y="155"/>
                  <a:pt x="287" y="159"/>
                </a:cubicBezTo>
                <a:cubicBezTo>
                  <a:pt x="287" y="161"/>
                  <a:pt x="286" y="163"/>
                  <a:pt x="284" y="165"/>
                </a:cubicBezTo>
                <a:cubicBezTo>
                  <a:pt x="282" y="168"/>
                  <a:pt x="279" y="170"/>
                  <a:pt x="276" y="170"/>
                </a:cubicBezTo>
                <a:cubicBezTo>
                  <a:pt x="273" y="170"/>
                  <a:pt x="271" y="169"/>
                  <a:pt x="269" y="167"/>
                </a:cubicBezTo>
                <a:cubicBezTo>
                  <a:pt x="251" y="154"/>
                  <a:pt x="251" y="154"/>
                  <a:pt x="251" y="154"/>
                </a:cubicBezTo>
                <a:cubicBezTo>
                  <a:pt x="246" y="150"/>
                  <a:pt x="246" y="150"/>
                  <a:pt x="246" y="150"/>
                </a:cubicBezTo>
                <a:cubicBezTo>
                  <a:pt x="245" y="149"/>
                  <a:pt x="245" y="149"/>
                  <a:pt x="244" y="149"/>
                </a:cubicBezTo>
                <a:cubicBezTo>
                  <a:pt x="241" y="147"/>
                  <a:pt x="238" y="147"/>
                  <a:pt x="236" y="150"/>
                </a:cubicBezTo>
                <a:cubicBezTo>
                  <a:pt x="234" y="153"/>
                  <a:pt x="234" y="156"/>
                  <a:pt x="237" y="158"/>
                </a:cubicBezTo>
                <a:cubicBezTo>
                  <a:pt x="244" y="163"/>
                  <a:pt x="244" y="163"/>
                  <a:pt x="244" y="163"/>
                </a:cubicBezTo>
                <a:cubicBezTo>
                  <a:pt x="250" y="169"/>
                  <a:pt x="250" y="169"/>
                  <a:pt x="250" y="169"/>
                </a:cubicBezTo>
                <a:cubicBezTo>
                  <a:pt x="253" y="171"/>
                  <a:pt x="254" y="174"/>
                  <a:pt x="254" y="177"/>
                </a:cubicBezTo>
                <a:cubicBezTo>
                  <a:pt x="254" y="179"/>
                  <a:pt x="253" y="182"/>
                  <a:pt x="252" y="184"/>
                </a:cubicBezTo>
                <a:cubicBezTo>
                  <a:pt x="250" y="187"/>
                  <a:pt x="246" y="188"/>
                  <a:pt x="243" y="188"/>
                </a:cubicBezTo>
                <a:cubicBezTo>
                  <a:pt x="241" y="188"/>
                  <a:pt x="238" y="187"/>
                  <a:pt x="236" y="185"/>
                </a:cubicBezTo>
                <a:cubicBezTo>
                  <a:pt x="229" y="180"/>
                  <a:pt x="229" y="180"/>
                  <a:pt x="229" y="180"/>
                </a:cubicBezTo>
                <a:cubicBezTo>
                  <a:pt x="229" y="180"/>
                  <a:pt x="229" y="180"/>
                  <a:pt x="229" y="180"/>
                </a:cubicBezTo>
                <a:cubicBezTo>
                  <a:pt x="214" y="167"/>
                  <a:pt x="214" y="167"/>
                  <a:pt x="214" y="167"/>
                </a:cubicBezTo>
                <a:cubicBezTo>
                  <a:pt x="214" y="167"/>
                  <a:pt x="214" y="167"/>
                  <a:pt x="214" y="167"/>
                </a:cubicBezTo>
                <a:cubicBezTo>
                  <a:pt x="213" y="166"/>
                  <a:pt x="213" y="166"/>
                  <a:pt x="213" y="166"/>
                </a:cubicBezTo>
                <a:cubicBezTo>
                  <a:pt x="210" y="164"/>
                  <a:pt x="206" y="164"/>
                  <a:pt x="204" y="167"/>
                </a:cubicBezTo>
                <a:cubicBezTo>
                  <a:pt x="202" y="170"/>
                  <a:pt x="203" y="173"/>
                  <a:pt x="205" y="175"/>
                </a:cubicBezTo>
                <a:cubicBezTo>
                  <a:pt x="222" y="189"/>
                  <a:pt x="222" y="189"/>
                  <a:pt x="222" y="189"/>
                </a:cubicBezTo>
                <a:cubicBezTo>
                  <a:pt x="224" y="191"/>
                  <a:pt x="226" y="194"/>
                  <a:pt x="226" y="197"/>
                </a:cubicBezTo>
                <a:cubicBezTo>
                  <a:pt x="226" y="200"/>
                  <a:pt x="225" y="202"/>
                  <a:pt x="223" y="204"/>
                </a:cubicBezTo>
                <a:cubicBezTo>
                  <a:pt x="221" y="207"/>
                  <a:pt x="218" y="208"/>
                  <a:pt x="215" y="208"/>
                </a:cubicBezTo>
                <a:cubicBezTo>
                  <a:pt x="212" y="208"/>
                  <a:pt x="210" y="207"/>
                  <a:pt x="208" y="206"/>
                </a:cubicBezTo>
                <a:cubicBezTo>
                  <a:pt x="190" y="191"/>
                  <a:pt x="190" y="191"/>
                  <a:pt x="190" y="191"/>
                </a:cubicBezTo>
                <a:cubicBezTo>
                  <a:pt x="190" y="191"/>
                  <a:pt x="189" y="191"/>
                  <a:pt x="188" y="190"/>
                </a:cubicBezTo>
                <a:cubicBezTo>
                  <a:pt x="186" y="190"/>
                  <a:pt x="183" y="190"/>
                  <a:pt x="182" y="192"/>
                </a:cubicBezTo>
                <a:cubicBezTo>
                  <a:pt x="180" y="195"/>
                  <a:pt x="180" y="199"/>
                  <a:pt x="183" y="201"/>
                </a:cubicBezTo>
                <a:cubicBezTo>
                  <a:pt x="185" y="203"/>
                  <a:pt x="185" y="203"/>
                  <a:pt x="185" y="203"/>
                </a:cubicBezTo>
                <a:cubicBezTo>
                  <a:pt x="188" y="205"/>
                  <a:pt x="189" y="208"/>
                  <a:pt x="189" y="211"/>
                </a:cubicBezTo>
                <a:cubicBezTo>
                  <a:pt x="189" y="213"/>
                  <a:pt x="188" y="216"/>
                  <a:pt x="186" y="218"/>
                </a:cubicBezTo>
                <a:cubicBezTo>
                  <a:pt x="184" y="221"/>
                  <a:pt x="181" y="222"/>
                  <a:pt x="178" y="222"/>
                </a:cubicBezTo>
                <a:cubicBezTo>
                  <a:pt x="176" y="222"/>
                  <a:pt x="173" y="221"/>
                  <a:pt x="171" y="219"/>
                </a:cubicBezTo>
                <a:cubicBezTo>
                  <a:pt x="167" y="216"/>
                  <a:pt x="167" y="216"/>
                  <a:pt x="167" y="216"/>
                </a:cubicBezTo>
                <a:cubicBezTo>
                  <a:pt x="170" y="212"/>
                  <a:pt x="172" y="208"/>
                  <a:pt x="172" y="203"/>
                </a:cubicBezTo>
                <a:cubicBezTo>
                  <a:pt x="172" y="198"/>
                  <a:pt x="170" y="193"/>
                  <a:pt x="166" y="189"/>
                </a:cubicBezTo>
                <a:cubicBezTo>
                  <a:pt x="166" y="189"/>
                  <a:pt x="166" y="189"/>
                  <a:pt x="166" y="189"/>
                </a:cubicBezTo>
                <a:cubicBezTo>
                  <a:pt x="162" y="185"/>
                  <a:pt x="156" y="182"/>
                  <a:pt x="151" y="182"/>
                </a:cubicBezTo>
                <a:cubicBezTo>
                  <a:pt x="149" y="182"/>
                  <a:pt x="148" y="183"/>
                  <a:pt x="147" y="183"/>
                </a:cubicBezTo>
                <a:cubicBezTo>
                  <a:pt x="147" y="183"/>
                  <a:pt x="147" y="183"/>
                  <a:pt x="147" y="182"/>
                </a:cubicBezTo>
                <a:cubicBezTo>
                  <a:pt x="147" y="177"/>
                  <a:pt x="145" y="172"/>
                  <a:pt x="141" y="168"/>
                </a:cubicBezTo>
                <a:cubicBezTo>
                  <a:pt x="141" y="168"/>
                  <a:pt x="141" y="168"/>
                  <a:pt x="141" y="168"/>
                </a:cubicBezTo>
                <a:cubicBezTo>
                  <a:pt x="137" y="163"/>
                  <a:pt x="131" y="161"/>
                  <a:pt x="126" y="161"/>
                </a:cubicBezTo>
                <a:cubicBezTo>
                  <a:pt x="124" y="161"/>
                  <a:pt x="123" y="161"/>
                  <a:pt x="121" y="162"/>
                </a:cubicBezTo>
                <a:cubicBezTo>
                  <a:pt x="121" y="161"/>
                  <a:pt x="121" y="160"/>
                  <a:pt x="121" y="159"/>
                </a:cubicBezTo>
                <a:cubicBezTo>
                  <a:pt x="121" y="153"/>
                  <a:pt x="119" y="148"/>
                  <a:pt x="115" y="143"/>
                </a:cubicBezTo>
                <a:cubicBezTo>
                  <a:pt x="111" y="139"/>
                  <a:pt x="105" y="137"/>
                  <a:pt x="99" y="137"/>
                </a:cubicBezTo>
                <a:cubicBezTo>
                  <a:pt x="98" y="137"/>
                  <a:pt x="97" y="137"/>
                  <a:pt x="96" y="137"/>
                </a:cubicBezTo>
                <a:cubicBezTo>
                  <a:pt x="96" y="137"/>
                  <a:pt x="96" y="136"/>
                  <a:pt x="96" y="135"/>
                </a:cubicBezTo>
                <a:cubicBezTo>
                  <a:pt x="96" y="130"/>
                  <a:pt x="94" y="125"/>
                  <a:pt x="90" y="121"/>
                </a:cubicBezTo>
                <a:cubicBezTo>
                  <a:pt x="86" y="117"/>
                  <a:pt x="81" y="115"/>
                  <a:pt x="76" y="115"/>
                </a:cubicBezTo>
                <a:cubicBezTo>
                  <a:pt x="71" y="115"/>
                  <a:pt x="66" y="117"/>
                  <a:pt x="63" y="120"/>
                </a:cubicBezTo>
                <a:cubicBezTo>
                  <a:pt x="49" y="111"/>
                  <a:pt x="49" y="111"/>
                  <a:pt x="49" y="111"/>
                </a:cubicBezTo>
                <a:cubicBezTo>
                  <a:pt x="71" y="52"/>
                  <a:pt x="71" y="52"/>
                  <a:pt x="71" y="52"/>
                </a:cubicBezTo>
                <a:cubicBezTo>
                  <a:pt x="110" y="58"/>
                  <a:pt x="110" y="58"/>
                  <a:pt x="110" y="58"/>
                </a:cubicBezTo>
                <a:cubicBezTo>
                  <a:pt x="110" y="58"/>
                  <a:pt x="111" y="58"/>
                  <a:pt x="111" y="58"/>
                </a:cubicBezTo>
                <a:cubicBezTo>
                  <a:pt x="114" y="58"/>
                  <a:pt x="116" y="56"/>
                  <a:pt x="117" y="53"/>
                </a:cubicBezTo>
                <a:cubicBezTo>
                  <a:pt x="117" y="50"/>
                  <a:pt x="115" y="47"/>
                  <a:pt x="112" y="46"/>
                </a:cubicBezTo>
                <a:cubicBezTo>
                  <a:pt x="75" y="40"/>
                  <a:pt x="75" y="40"/>
                  <a:pt x="75" y="40"/>
                </a:cubicBezTo>
                <a:cubicBezTo>
                  <a:pt x="76" y="38"/>
                  <a:pt x="76" y="38"/>
                  <a:pt x="76" y="38"/>
                </a:cubicBezTo>
                <a:cubicBezTo>
                  <a:pt x="77" y="35"/>
                  <a:pt x="76" y="31"/>
                  <a:pt x="73" y="30"/>
                </a:cubicBezTo>
                <a:cubicBezTo>
                  <a:pt x="10" y="2"/>
                  <a:pt x="10" y="2"/>
                  <a:pt x="10" y="2"/>
                </a:cubicBezTo>
                <a:cubicBezTo>
                  <a:pt x="7" y="1"/>
                  <a:pt x="4" y="2"/>
                  <a:pt x="3" y="5"/>
                </a:cubicBezTo>
                <a:cubicBezTo>
                  <a:pt x="1" y="8"/>
                  <a:pt x="3" y="12"/>
                  <a:pt x="6" y="13"/>
                </a:cubicBezTo>
                <a:cubicBezTo>
                  <a:pt x="63" y="39"/>
                  <a:pt x="63" y="39"/>
                  <a:pt x="63" y="39"/>
                </a:cubicBezTo>
                <a:cubicBezTo>
                  <a:pt x="29" y="129"/>
                  <a:pt x="29" y="129"/>
                  <a:pt x="29" y="129"/>
                </a:cubicBezTo>
                <a:cubicBezTo>
                  <a:pt x="9" y="122"/>
                  <a:pt x="9" y="122"/>
                  <a:pt x="9" y="122"/>
                </a:cubicBezTo>
                <a:cubicBezTo>
                  <a:pt x="6" y="121"/>
                  <a:pt x="2" y="123"/>
                  <a:pt x="1" y="126"/>
                </a:cubicBezTo>
                <a:cubicBezTo>
                  <a:pt x="0" y="129"/>
                  <a:pt x="2" y="133"/>
                  <a:pt x="5" y="134"/>
                </a:cubicBezTo>
                <a:cubicBezTo>
                  <a:pt x="31" y="143"/>
                  <a:pt x="31" y="143"/>
                  <a:pt x="31" y="143"/>
                </a:cubicBezTo>
                <a:cubicBezTo>
                  <a:pt x="32" y="143"/>
                  <a:pt x="32" y="143"/>
                  <a:pt x="33" y="143"/>
                </a:cubicBezTo>
                <a:cubicBezTo>
                  <a:pt x="35" y="143"/>
                  <a:pt x="38" y="142"/>
                  <a:pt x="39" y="139"/>
                </a:cubicBezTo>
                <a:cubicBezTo>
                  <a:pt x="45" y="123"/>
                  <a:pt x="45" y="123"/>
                  <a:pt x="45" y="123"/>
                </a:cubicBezTo>
                <a:cubicBezTo>
                  <a:pt x="53" y="128"/>
                  <a:pt x="53" y="128"/>
                  <a:pt x="53" y="128"/>
                </a:cubicBezTo>
                <a:cubicBezTo>
                  <a:pt x="50" y="132"/>
                  <a:pt x="48" y="137"/>
                  <a:pt x="48" y="142"/>
                </a:cubicBezTo>
                <a:cubicBezTo>
                  <a:pt x="48" y="147"/>
                  <a:pt x="50" y="152"/>
                  <a:pt x="54" y="156"/>
                </a:cubicBezTo>
                <a:cubicBezTo>
                  <a:pt x="57" y="160"/>
                  <a:pt x="63" y="162"/>
                  <a:pt x="68" y="162"/>
                </a:cubicBezTo>
                <a:cubicBezTo>
                  <a:pt x="68" y="164"/>
                  <a:pt x="67" y="166"/>
                  <a:pt x="67" y="167"/>
                </a:cubicBezTo>
                <a:cubicBezTo>
                  <a:pt x="67" y="173"/>
                  <a:pt x="69" y="179"/>
                  <a:pt x="74" y="183"/>
                </a:cubicBezTo>
                <a:cubicBezTo>
                  <a:pt x="78" y="187"/>
                  <a:pt x="84" y="189"/>
                  <a:pt x="90" y="189"/>
                </a:cubicBezTo>
                <a:cubicBezTo>
                  <a:pt x="90" y="189"/>
                  <a:pt x="90" y="189"/>
                  <a:pt x="90" y="189"/>
                </a:cubicBezTo>
                <a:cubicBezTo>
                  <a:pt x="92" y="189"/>
                  <a:pt x="95" y="189"/>
                  <a:pt x="97" y="188"/>
                </a:cubicBezTo>
                <a:cubicBezTo>
                  <a:pt x="97" y="188"/>
                  <a:pt x="97" y="189"/>
                  <a:pt x="97" y="189"/>
                </a:cubicBezTo>
                <a:cubicBezTo>
                  <a:pt x="97" y="194"/>
                  <a:pt x="99" y="200"/>
                  <a:pt x="103" y="204"/>
                </a:cubicBezTo>
                <a:cubicBezTo>
                  <a:pt x="107" y="208"/>
                  <a:pt x="113" y="210"/>
                  <a:pt x="118" y="210"/>
                </a:cubicBezTo>
                <a:cubicBezTo>
                  <a:pt x="120" y="210"/>
                  <a:pt x="122" y="210"/>
                  <a:pt x="124" y="209"/>
                </a:cubicBezTo>
                <a:cubicBezTo>
                  <a:pt x="124" y="214"/>
                  <a:pt x="126" y="219"/>
                  <a:pt x="130" y="223"/>
                </a:cubicBezTo>
                <a:cubicBezTo>
                  <a:pt x="134" y="227"/>
                  <a:pt x="139" y="229"/>
                  <a:pt x="144" y="229"/>
                </a:cubicBezTo>
                <a:cubicBezTo>
                  <a:pt x="144" y="229"/>
                  <a:pt x="144" y="229"/>
                  <a:pt x="144" y="229"/>
                </a:cubicBezTo>
                <a:cubicBezTo>
                  <a:pt x="149" y="229"/>
                  <a:pt x="154" y="227"/>
                  <a:pt x="158" y="224"/>
                </a:cubicBezTo>
                <a:cubicBezTo>
                  <a:pt x="164" y="229"/>
                  <a:pt x="164" y="229"/>
                  <a:pt x="164" y="229"/>
                </a:cubicBezTo>
                <a:cubicBezTo>
                  <a:pt x="168" y="232"/>
                  <a:pt x="173" y="234"/>
                  <a:pt x="178" y="234"/>
                </a:cubicBezTo>
                <a:cubicBezTo>
                  <a:pt x="178" y="234"/>
                  <a:pt x="178" y="234"/>
                  <a:pt x="178" y="234"/>
                </a:cubicBezTo>
                <a:cubicBezTo>
                  <a:pt x="185" y="234"/>
                  <a:pt x="191" y="231"/>
                  <a:pt x="196" y="225"/>
                </a:cubicBezTo>
                <a:cubicBezTo>
                  <a:pt x="198" y="222"/>
                  <a:pt x="200" y="219"/>
                  <a:pt x="201" y="215"/>
                </a:cubicBezTo>
                <a:cubicBezTo>
                  <a:pt x="205" y="218"/>
                  <a:pt x="210" y="220"/>
                  <a:pt x="215" y="220"/>
                </a:cubicBezTo>
                <a:cubicBezTo>
                  <a:pt x="215" y="220"/>
                  <a:pt x="215" y="220"/>
                  <a:pt x="215" y="220"/>
                </a:cubicBezTo>
                <a:cubicBezTo>
                  <a:pt x="221" y="220"/>
                  <a:pt x="228" y="217"/>
                  <a:pt x="233" y="212"/>
                </a:cubicBezTo>
                <a:cubicBezTo>
                  <a:pt x="236" y="208"/>
                  <a:pt x="237" y="204"/>
                  <a:pt x="238" y="199"/>
                </a:cubicBezTo>
                <a:cubicBezTo>
                  <a:pt x="239" y="200"/>
                  <a:pt x="241" y="200"/>
                  <a:pt x="243" y="200"/>
                </a:cubicBezTo>
                <a:cubicBezTo>
                  <a:pt x="243" y="200"/>
                  <a:pt x="243" y="200"/>
                  <a:pt x="243" y="200"/>
                </a:cubicBezTo>
                <a:cubicBezTo>
                  <a:pt x="250" y="200"/>
                  <a:pt x="257" y="197"/>
                  <a:pt x="261" y="191"/>
                </a:cubicBezTo>
                <a:cubicBezTo>
                  <a:pt x="264" y="188"/>
                  <a:pt x="266" y="184"/>
                  <a:pt x="266" y="179"/>
                </a:cubicBezTo>
                <a:cubicBezTo>
                  <a:pt x="269" y="181"/>
                  <a:pt x="272" y="182"/>
                  <a:pt x="276" y="182"/>
                </a:cubicBezTo>
                <a:cubicBezTo>
                  <a:pt x="276" y="182"/>
                  <a:pt x="276" y="182"/>
                  <a:pt x="276" y="182"/>
                </a:cubicBezTo>
                <a:cubicBezTo>
                  <a:pt x="283" y="182"/>
                  <a:pt x="290" y="178"/>
                  <a:pt x="294" y="172"/>
                </a:cubicBezTo>
                <a:cubicBezTo>
                  <a:pt x="297" y="168"/>
                  <a:pt x="299" y="163"/>
                  <a:pt x="299" y="159"/>
                </a:cubicBezTo>
                <a:cubicBezTo>
                  <a:pt x="299" y="152"/>
                  <a:pt x="296" y="146"/>
                  <a:pt x="291" y="142"/>
                </a:cubicBezTo>
                <a:cubicBezTo>
                  <a:pt x="291" y="139"/>
                  <a:pt x="294" y="133"/>
                  <a:pt x="298" y="129"/>
                </a:cubicBezTo>
                <a:cubicBezTo>
                  <a:pt x="299" y="128"/>
                  <a:pt x="300" y="127"/>
                  <a:pt x="301" y="126"/>
                </a:cubicBezTo>
                <a:cubicBezTo>
                  <a:pt x="306" y="140"/>
                  <a:pt x="306" y="140"/>
                  <a:pt x="306" y="140"/>
                </a:cubicBezTo>
                <a:cubicBezTo>
                  <a:pt x="307" y="142"/>
                  <a:pt x="308" y="143"/>
                  <a:pt x="310" y="144"/>
                </a:cubicBezTo>
                <a:cubicBezTo>
                  <a:pt x="311" y="144"/>
                  <a:pt x="311" y="144"/>
                  <a:pt x="312" y="144"/>
                </a:cubicBezTo>
                <a:cubicBezTo>
                  <a:pt x="313" y="144"/>
                  <a:pt x="314" y="144"/>
                  <a:pt x="315" y="143"/>
                </a:cubicBezTo>
                <a:cubicBezTo>
                  <a:pt x="341" y="130"/>
                  <a:pt x="341" y="130"/>
                  <a:pt x="341" y="130"/>
                </a:cubicBezTo>
                <a:cubicBezTo>
                  <a:pt x="344" y="129"/>
                  <a:pt x="345" y="125"/>
                  <a:pt x="344" y="122"/>
                </a:cubicBezTo>
                <a:cubicBezTo>
                  <a:pt x="342" y="119"/>
                  <a:pt x="339" y="118"/>
                  <a:pt x="336" y="120"/>
                </a:cubicBezTo>
                <a:cubicBezTo>
                  <a:pt x="315" y="130"/>
                  <a:pt x="315" y="130"/>
                  <a:pt x="315" y="130"/>
                </a:cubicBezTo>
                <a:cubicBezTo>
                  <a:pt x="280" y="41"/>
                  <a:pt x="280" y="41"/>
                  <a:pt x="280" y="41"/>
                </a:cubicBezTo>
                <a:cubicBezTo>
                  <a:pt x="343" y="13"/>
                  <a:pt x="343" y="13"/>
                  <a:pt x="343" y="13"/>
                </a:cubicBezTo>
                <a:cubicBezTo>
                  <a:pt x="346" y="11"/>
                  <a:pt x="347" y="8"/>
                  <a:pt x="346" y="5"/>
                </a:cubicBezTo>
                <a:close/>
                <a:moveTo>
                  <a:pt x="60" y="142"/>
                </a:moveTo>
                <a:cubicBezTo>
                  <a:pt x="60" y="139"/>
                  <a:pt x="60" y="137"/>
                  <a:pt x="62" y="136"/>
                </a:cubicBezTo>
                <a:cubicBezTo>
                  <a:pt x="69" y="130"/>
                  <a:pt x="69" y="130"/>
                  <a:pt x="69" y="130"/>
                </a:cubicBezTo>
                <a:cubicBezTo>
                  <a:pt x="70" y="129"/>
                  <a:pt x="70" y="129"/>
                  <a:pt x="70" y="129"/>
                </a:cubicBezTo>
                <a:cubicBezTo>
                  <a:pt x="71" y="128"/>
                  <a:pt x="73" y="127"/>
                  <a:pt x="76" y="127"/>
                </a:cubicBezTo>
                <a:cubicBezTo>
                  <a:pt x="78" y="127"/>
                  <a:pt x="80" y="128"/>
                  <a:pt x="82" y="130"/>
                </a:cubicBezTo>
                <a:cubicBezTo>
                  <a:pt x="86" y="125"/>
                  <a:pt x="86" y="125"/>
                  <a:pt x="86" y="125"/>
                </a:cubicBezTo>
                <a:cubicBezTo>
                  <a:pt x="82" y="130"/>
                  <a:pt x="82" y="130"/>
                  <a:pt x="82" y="130"/>
                </a:cubicBezTo>
                <a:cubicBezTo>
                  <a:pt x="83" y="131"/>
                  <a:pt x="84" y="133"/>
                  <a:pt x="84" y="135"/>
                </a:cubicBezTo>
                <a:cubicBezTo>
                  <a:pt x="84" y="138"/>
                  <a:pt x="83" y="140"/>
                  <a:pt x="82" y="141"/>
                </a:cubicBezTo>
                <a:cubicBezTo>
                  <a:pt x="74" y="147"/>
                  <a:pt x="74" y="147"/>
                  <a:pt x="74" y="147"/>
                </a:cubicBezTo>
                <a:cubicBezTo>
                  <a:pt x="74" y="148"/>
                  <a:pt x="74" y="148"/>
                  <a:pt x="74" y="148"/>
                </a:cubicBezTo>
                <a:cubicBezTo>
                  <a:pt x="72" y="149"/>
                  <a:pt x="70" y="150"/>
                  <a:pt x="68" y="150"/>
                </a:cubicBezTo>
                <a:cubicBezTo>
                  <a:pt x="66" y="150"/>
                  <a:pt x="64" y="149"/>
                  <a:pt x="62" y="148"/>
                </a:cubicBezTo>
                <a:cubicBezTo>
                  <a:pt x="60" y="146"/>
                  <a:pt x="60" y="144"/>
                  <a:pt x="60" y="142"/>
                </a:cubicBezTo>
                <a:close/>
                <a:moveTo>
                  <a:pt x="90" y="177"/>
                </a:moveTo>
                <a:cubicBezTo>
                  <a:pt x="87" y="177"/>
                  <a:pt x="84" y="176"/>
                  <a:pt x="82" y="174"/>
                </a:cubicBezTo>
                <a:cubicBezTo>
                  <a:pt x="80" y="172"/>
                  <a:pt x="79" y="170"/>
                  <a:pt x="79" y="167"/>
                </a:cubicBezTo>
                <a:cubicBezTo>
                  <a:pt x="79" y="164"/>
                  <a:pt x="80" y="162"/>
                  <a:pt x="83" y="159"/>
                </a:cubicBezTo>
                <a:cubicBezTo>
                  <a:pt x="91" y="152"/>
                  <a:pt x="91" y="152"/>
                  <a:pt x="91" y="152"/>
                </a:cubicBezTo>
                <a:cubicBezTo>
                  <a:pt x="91" y="152"/>
                  <a:pt x="91" y="152"/>
                  <a:pt x="91" y="152"/>
                </a:cubicBezTo>
                <a:cubicBezTo>
                  <a:pt x="94" y="150"/>
                  <a:pt x="96" y="149"/>
                  <a:pt x="99" y="149"/>
                </a:cubicBezTo>
                <a:cubicBezTo>
                  <a:pt x="102" y="149"/>
                  <a:pt x="105" y="150"/>
                  <a:pt x="107" y="152"/>
                </a:cubicBezTo>
                <a:cubicBezTo>
                  <a:pt x="111" y="148"/>
                  <a:pt x="111" y="148"/>
                  <a:pt x="111" y="148"/>
                </a:cubicBezTo>
                <a:cubicBezTo>
                  <a:pt x="107" y="152"/>
                  <a:pt x="107" y="152"/>
                  <a:pt x="107" y="152"/>
                </a:cubicBezTo>
                <a:cubicBezTo>
                  <a:pt x="108" y="154"/>
                  <a:pt x="109" y="156"/>
                  <a:pt x="109" y="159"/>
                </a:cubicBezTo>
                <a:cubicBezTo>
                  <a:pt x="109" y="162"/>
                  <a:pt x="108" y="165"/>
                  <a:pt x="106" y="167"/>
                </a:cubicBezTo>
                <a:cubicBezTo>
                  <a:pt x="98" y="174"/>
                  <a:pt x="98" y="174"/>
                  <a:pt x="98" y="174"/>
                </a:cubicBezTo>
                <a:cubicBezTo>
                  <a:pt x="97" y="174"/>
                  <a:pt x="97" y="174"/>
                  <a:pt x="97" y="174"/>
                </a:cubicBezTo>
                <a:cubicBezTo>
                  <a:pt x="95" y="176"/>
                  <a:pt x="92" y="177"/>
                  <a:pt x="90" y="177"/>
                </a:cubicBezTo>
                <a:close/>
                <a:moveTo>
                  <a:pt x="111" y="195"/>
                </a:moveTo>
                <a:cubicBezTo>
                  <a:pt x="110" y="193"/>
                  <a:pt x="109" y="191"/>
                  <a:pt x="109" y="189"/>
                </a:cubicBezTo>
                <a:cubicBezTo>
                  <a:pt x="109" y="186"/>
                  <a:pt x="110" y="184"/>
                  <a:pt x="112" y="182"/>
                </a:cubicBezTo>
                <a:cubicBezTo>
                  <a:pt x="119" y="176"/>
                  <a:pt x="119" y="176"/>
                  <a:pt x="119" y="176"/>
                </a:cubicBezTo>
                <a:cubicBezTo>
                  <a:pt x="119" y="176"/>
                  <a:pt x="119" y="176"/>
                  <a:pt x="119" y="176"/>
                </a:cubicBezTo>
                <a:cubicBezTo>
                  <a:pt x="121" y="174"/>
                  <a:pt x="123" y="173"/>
                  <a:pt x="126" y="173"/>
                </a:cubicBezTo>
                <a:cubicBezTo>
                  <a:pt x="128" y="173"/>
                  <a:pt x="130" y="174"/>
                  <a:pt x="132" y="176"/>
                </a:cubicBezTo>
                <a:cubicBezTo>
                  <a:pt x="134" y="178"/>
                  <a:pt x="135" y="180"/>
                  <a:pt x="135" y="182"/>
                </a:cubicBezTo>
                <a:cubicBezTo>
                  <a:pt x="135" y="185"/>
                  <a:pt x="134" y="187"/>
                  <a:pt x="132" y="189"/>
                </a:cubicBezTo>
                <a:cubicBezTo>
                  <a:pt x="125" y="195"/>
                  <a:pt x="125" y="195"/>
                  <a:pt x="125" y="195"/>
                </a:cubicBezTo>
                <a:cubicBezTo>
                  <a:pt x="124" y="195"/>
                  <a:pt x="124" y="195"/>
                  <a:pt x="124" y="195"/>
                </a:cubicBezTo>
                <a:cubicBezTo>
                  <a:pt x="123" y="197"/>
                  <a:pt x="120" y="198"/>
                  <a:pt x="118" y="198"/>
                </a:cubicBezTo>
                <a:cubicBezTo>
                  <a:pt x="116" y="198"/>
                  <a:pt x="113" y="197"/>
                  <a:pt x="111" y="195"/>
                </a:cubicBezTo>
                <a:close/>
                <a:moveTo>
                  <a:pt x="150" y="215"/>
                </a:moveTo>
                <a:cubicBezTo>
                  <a:pt x="148" y="216"/>
                  <a:pt x="146" y="217"/>
                  <a:pt x="144" y="217"/>
                </a:cubicBezTo>
                <a:cubicBezTo>
                  <a:pt x="142" y="217"/>
                  <a:pt x="140" y="216"/>
                  <a:pt x="138" y="215"/>
                </a:cubicBezTo>
                <a:cubicBezTo>
                  <a:pt x="136" y="213"/>
                  <a:pt x="136" y="211"/>
                  <a:pt x="136" y="209"/>
                </a:cubicBezTo>
                <a:cubicBezTo>
                  <a:pt x="136" y="206"/>
                  <a:pt x="136" y="204"/>
                  <a:pt x="138" y="203"/>
                </a:cubicBezTo>
                <a:cubicBezTo>
                  <a:pt x="145" y="197"/>
                  <a:pt x="145" y="197"/>
                  <a:pt x="145" y="197"/>
                </a:cubicBezTo>
                <a:cubicBezTo>
                  <a:pt x="145" y="197"/>
                  <a:pt x="145" y="197"/>
                  <a:pt x="145" y="197"/>
                </a:cubicBezTo>
                <a:cubicBezTo>
                  <a:pt x="147" y="195"/>
                  <a:pt x="149" y="194"/>
                  <a:pt x="151" y="194"/>
                </a:cubicBezTo>
                <a:cubicBezTo>
                  <a:pt x="153" y="194"/>
                  <a:pt x="155" y="195"/>
                  <a:pt x="157" y="197"/>
                </a:cubicBezTo>
                <a:cubicBezTo>
                  <a:pt x="161" y="193"/>
                  <a:pt x="161" y="193"/>
                  <a:pt x="161" y="193"/>
                </a:cubicBezTo>
                <a:cubicBezTo>
                  <a:pt x="157" y="197"/>
                  <a:pt x="157" y="197"/>
                  <a:pt x="157" y="197"/>
                </a:cubicBezTo>
                <a:cubicBezTo>
                  <a:pt x="159" y="199"/>
                  <a:pt x="160" y="201"/>
                  <a:pt x="160" y="203"/>
                </a:cubicBezTo>
                <a:cubicBezTo>
                  <a:pt x="160" y="205"/>
                  <a:pt x="159" y="207"/>
                  <a:pt x="157" y="209"/>
                </a:cubicBezTo>
                <a:cubicBezTo>
                  <a:pt x="150" y="215"/>
                  <a:pt x="150" y="215"/>
                  <a:pt x="150" y="215"/>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31" name="Freeform 27">
            <a:extLst>
              <a:ext uri="{FF2B5EF4-FFF2-40B4-BE49-F238E27FC236}">
                <a16:creationId xmlns:a16="http://schemas.microsoft.com/office/drawing/2014/main" id="{1C35CCBC-2B64-6F4E-9ADF-89EEB416C8BF}"/>
              </a:ext>
            </a:extLst>
          </p:cNvPr>
          <p:cNvSpPr>
            <a:spLocks noEditPoints="1"/>
          </p:cNvSpPr>
          <p:nvPr/>
        </p:nvSpPr>
        <p:spPr bwMode="auto">
          <a:xfrm>
            <a:off x="4361736" y="3183827"/>
            <a:ext cx="496188" cy="504335"/>
          </a:xfrm>
          <a:custGeom>
            <a:avLst/>
            <a:gdLst>
              <a:gd name="T0" fmla="*/ 29 w 335"/>
              <a:gd name="T1" fmla="*/ 2 h 340"/>
              <a:gd name="T2" fmla="*/ 0 w 335"/>
              <a:gd name="T3" fmla="*/ 23 h 340"/>
              <a:gd name="T4" fmla="*/ 13 w 335"/>
              <a:gd name="T5" fmla="*/ 135 h 340"/>
              <a:gd name="T6" fmla="*/ 22 w 335"/>
              <a:gd name="T7" fmla="*/ 13 h 340"/>
              <a:gd name="T8" fmla="*/ 22 w 335"/>
              <a:gd name="T9" fmla="*/ 284 h 340"/>
              <a:gd name="T10" fmla="*/ 46 w 335"/>
              <a:gd name="T11" fmla="*/ 310 h 340"/>
              <a:gd name="T12" fmla="*/ 66 w 335"/>
              <a:gd name="T13" fmla="*/ 285 h 340"/>
              <a:gd name="T14" fmla="*/ 46 w 335"/>
              <a:gd name="T15" fmla="*/ 0 h 340"/>
              <a:gd name="T16" fmla="*/ 46 w 335"/>
              <a:gd name="T17" fmla="*/ 304 h 340"/>
              <a:gd name="T18" fmla="*/ 34 w 335"/>
              <a:gd name="T19" fmla="*/ 285 h 340"/>
              <a:gd name="T20" fmla="*/ 54 w 335"/>
              <a:gd name="T21" fmla="*/ 285 h 340"/>
              <a:gd name="T22" fmla="*/ 35 w 335"/>
              <a:gd name="T23" fmla="*/ 22 h 340"/>
              <a:gd name="T24" fmla="*/ 188 w 335"/>
              <a:gd name="T25" fmla="*/ 268 h 340"/>
              <a:gd name="T26" fmla="*/ 124 w 335"/>
              <a:gd name="T27" fmla="*/ 275 h 340"/>
              <a:gd name="T28" fmla="*/ 89 w 335"/>
              <a:gd name="T29" fmla="*/ 14 h 340"/>
              <a:gd name="T30" fmla="*/ 260 w 335"/>
              <a:gd name="T31" fmla="*/ 31 h 340"/>
              <a:gd name="T32" fmla="*/ 250 w 335"/>
              <a:gd name="T33" fmla="*/ 80 h 340"/>
              <a:gd name="T34" fmla="*/ 319 w 335"/>
              <a:gd name="T35" fmla="*/ 208 h 340"/>
              <a:gd name="T36" fmla="*/ 255 w 335"/>
              <a:gd name="T37" fmla="*/ 4 h 340"/>
              <a:gd name="T38" fmla="*/ 77 w 335"/>
              <a:gd name="T39" fmla="*/ 8 h 340"/>
              <a:gd name="T40" fmla="*/ 112 w 335"/>
              <a:gd name="T41" fmla="*/ 281 h 340"/>
              <a:gd name="T42" fmla="*/ 123 w 335"/>
              <a:gd name="T43" fmla="*/ 335 h 340"/>
              <a:gd name="T44" fmla="*/ 188 w 335"/>
              <a:gd name="T45" fmla="*/ 268 h 340"/>
              <a:gd name="T46" fmla="*/ 105 w 335"/>
              <a:gd name="T47" fmla="*/ 63 h 340"/>
              <a:gd name="T48" fmla="*/ 117 w 335"/>
              <a:gd name="T49" fmla="*/ 91 h 340"/>
              <a:gd name="T50" fmla="*/ 145 w 335"/>
              <a:gd name="T51" fmla="*/ 122 h 340"/>
              <a:gd name="T52" fmla="*/ 97 w 335"/>
              <a:gd name="T53" fmla="*/ 130 h 340"/>
              <a:gd name="T54" fmla="*/ 117 w 335"/>
              <a:gd name="T55" fmla="*/ 158 h 340"/>
              <a:gd name="T56" fmla="*/ 112 w 335"/>
              <a:gd name="T57" fmla="*/ 191 h 340"/>
              <a:gd name="T58" fmla="*/ 126 w 335"/>
              <a:gd name="T59" fmla="*/ 224 h 340"/>
              <a:gd name="T60" fmla="*/ 112 w 335"/>
              <a:gd name="T61" fmla="*/ 191 h 340"/>
              <a:gd name="T62" fmla="*/ 124 w 335"/>
              <a:gd name="T63" fmla="*/ 203 h 340"/>
              <a:gd name="T64" fmla="*/ 237 w 335"/>
              <a:gd name="T65" fmla="*/ 57 h 340"/>
              <a:gd name="T66" fmla="*/ 237 w 335"/>
              <a:gd name="T67" fmla="*/ 69 h 340"/>
              <a:gd name="T68" fmla="*/ 195 w 335"/>
              <a:gd name="T69" fmla="*/ 79 h 340"/>
              <a:gd name="T70" fmla="*/ 157 w 335"/>
              <a:gd name="T71" fmla="*/ 136 h 340"/>
              <a:gd name="T72" fmla="*/ 157 w 335"/>
              <a:gd name="T73" fmla="*/ 124 h 340"/>
              <a:gd name="T74" fmla="*/ 260 w 335"/>
              <a:gd name="T75" fmla="*/ 124 h 340"/>
              <a:gd name="T76" fmla="*/ 260 w 335"/>
              <a:gd name="T77" fmla="*/ 136 h 340"/>
              <a:gd name="T78" fmla="*/ 151 w 335"/>
              <a:gd name="T79" fmla="*/ 153 h 340"/>
              <a:gd name="T80" fmla="*/ 216 w 335"/>
              <a:gd name="T81" fmla="*/ 147 h 340"/>
              <a:gd name="T82" fmla="*/ 259 w 335"/>
              <a:gd name="T83" fmla="*/ 147 h 340"/>
              <a:gd name="T84" fmla="*/ 290 w 335"/>
              <a:gd name="T85" fmla="*/ 136 h 340"/>
              <a:gd name="T86" fmla="*/ 269 w 335"/>
              <a:gd name="T87" fmla="*/ 130 h 340"/>
              <a:gd name="T88" fmla="*/ 162 w 335"/>
              <a:gd name="T89" fmla="*/ 192 h 340"/>
              <a:gd name="T90" fmla="*/ 222 w 335"/>
              <a:gd name="T91" fmla="*/ 198 h 340"/>
              <a:gd name="T92" fmla="*/ 155 w 335"/>
              <a:gd name="T93" fmla="*/ 220 h 340"/>
              <a:gd name="T94" fmla="*/ 197 w 335"/>
              <a:gd name="T95" fmla="*/ 214 h 340"/>
              <a:gd name="T96" fmla="*/ 45 w 335"/>
              <a:gd name="T97" fmla="*/ 340 h 340"/>
              <a:gd name="T98" fmla="*/ 311 w 335"/>
              <a:gd name="T99" fmla="*/ 219 h 340"/>
              <a:gd name="T100" fmla="*/ 268 w 335"/>
              <a:gd name="T101" fmla="*/ 326 h 340"/>
              <a:gd name="T102" fmla="*/ 225 w 335"/>
              <a:gd name="T103" fmla="*/ 220 h 340"/>
              <a:gd name="T104" fmla="*/ 311 w 335"/>
              <a:gd name="T105" fmla="*/ 219 h 340"/>
              <a:gd name="T106" fmla="*/ 274 w 335"/>
              <a:gd name="T107" fmla="*/ 274 h 340"/>
              <a:gd name="T108" fmla="*/ 269 w 335"/>
              <a:gd name="T109" fmla="*/ 193 h 340"/>
              <a:gd name="T110" fmla="*/ 269 w 335"/>
              <a:gd name="T111" fmla="*/ 205 h 340"/>
              <a:gd name="T112" fmla="*/ 269 w 335"/>
              <a:gd name="T113" fmla="*/ 205 h 3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35" h="340">
                <a:moveTo>
                  <a:pt x="46" y="0"/>
                </a:moveTo>
                <a:cubicBezTo>
                  <a:pt x="46" y="0"/>
                  <a:pt x="45" y="0"/>
                  <a:pt x="45" y="0"/>
                </a:cubicBezTo>
                <a:cubicBezTo>
                  <a:pt x="40" y="0"/>
                  <a:pt x="36" y="1"/>
                  <a:pt x="32" y="4"/>
                </a:cubicBezTo>
                <a:cubicBezTo>
                  <a:pt x="31" y="3"/>
                  <a:pt x="30" y="2"/>
                  <a:pt x="29" y="2"/>
                </a:cubicBezTo>
                <a:cubicBezTo>
                  <a:pt x="26" y="1"/>
                  <a:pt x="23" y="1"/>
                  <a:pt x="22" y="1"/>
                </a:cubicBezTo>
                <a:cubicBezTo>
                  <a:pt x="22" y="1"/>
                  <a:pt x="21" y="1"/>
                  <a:pt x="21" y="1"/>
                </a:cubicBezTo>
                <a:cubicBezTo>
                  <a:pt x="21" y="1"/>
                  <a:pt x="21" y="1"/>
                  <a:pt x="21" y="1"/>
                </a:cubicBezTo>
                <a:cubicBezTo>
                  <a:pt x="9" y="1"/>
                  <a:pt x="0" y="11"/>
                  <a:pt x="0" y="23"/>
                </a:cubicBezTo>
                <a:cubicBezTo>
                  <a:pt x="0" y="23"/>
                  <a:pt x="0" y="23"/>
                  <a:pt x="0" y="23"/>
                </a:cubicBezTo>
                <a:cubicBezTo>
                  <a:pt x="1" y="135"/>
                  <a:pt x="1" y="135"/>
                  <a:pt x="1" y="135"/>
                </a:cubicBezTo>
                <a:cubicBezTo>
                  <a:pt x="1" y="138"/>
                  <a:pt x="3" y="141"/>
                  <a:pt x="7" y="141"/>
                </a:cubicBezTo>
                <a:cubicBezTo>
                  <a:pt x="10" y="141"/>
                  <a:pt x="13" y="138"/>
                  <a:pt x="13" y="135"/>
                </a:cubicBezTo>
                <a:cubicBezTo>
                  <a:pt x="12" y="23"/>
                  <a:pt x="12" y="23"/>
                  <a:pt x="12" y="23"/>
                </a:cubicBezTo>
                <a:cubicBezTo>
                  <a:pt x="12" y="23"/>
                  <a:pt x="12" y="23"/>
                  <a:pt x="12" y="23"/>
                </a:cubicBezTo>
                <a:cubicBezTo>
                  <a:pt x="12" y="17"/>
                  <a:pt x="17" y="13"/>
                  <a:pt x="22" y="13"/>
                </a:cubicBezTo>
                <a:cubicBezTo>
                  <a:pt x="22" y="13"/>
                  <a:pt x="22" y="13"/>
                  <a:pt x="22" y="13"/>
                </a:cubicBezTo>
                <a:cubicBezTo>
                  <a:pt x="22" y="13"/>
                  <a:pt x="24" y="13"/>
                  <a:pt x="25" y="13"/>
                </a:cubicBezTo>
                <a:cubicBezTo>
                  <a:pt x="25" y="13"/>
                  <a:pt x="25" y="13"/>
                  <a:pt x="25" y="13"/>
                </a:cubicBezTo>
                <a:cubicBezTo>
                  <a:pt x="24" y="16"/>
                  <a:pt x="23" y="19"/>
                  <a:pt x="23" y="22"/>
                </a:cubicBezTo>
                <a:cubicBezTo>
                  <a:pt x="22" y="284"/>
                  <a:pt x="22" y="284"/>
                  <a:pt x="22" y="284"/>
                </a:cubicBezTo>
                <a:cubicBezTo>
                  <a:pt x="22" y="284"/>
                  <a:pt x="22" y="285"/>
                  <a:pt x="22" y="285"/>
                </a:cubicBezTo>
                <a:cubicBezTo>
                  <a:pt x="22" y="291"/>
                  <a:pt x="25" y="298"/>
                  <a:pt x="29" y="304"/>
                </a:cubicBezTo>
                <a:cubicBezTo>
                  <a:pt x="33" y="310"/>
                  <a:pt x="38" y="315"/>
                  <a:pt x="46" y="316"/>
                </a:cubicBezTo>
                <a:cubicBezTo>
                  <a:pt x="46" y="310"/>
                  <a:pt x="46" y="310"/>
                  <a:pt x="46" y="310"/>
                </a:cubicBezTo>
                <a:cubicBezTo>
                  <a:pt x="46" y="316"/>
                  <a:pt x="46" y="316"/>
                  <a:pt x="46" y="316"/>
                </a:cubicBezTo>
                <a:cubicBezTo>
                  <a:pt x="46" y="316"/>
                  <a:pt x="46" y="316"/>
                  <a:pt x="46" y="316"/>
                </a:cubicBezTo>
                <a:cubicBezTo>
                  <a:pt x="54" y="315"/>
                  <a:pt x="59" y="309"/>
                  <a:pt x="62" y="303"/>
                </a:cubicBezTo>
                <a:cubicBezTo>
                  <a:pt x="65" y="297"/>
                  <a:pt x="66" y="291"/>
                  <a:pt x="66" y="285"/>
                </a:cubicBezTo>
                <a:cubicBezTo>
                  <a:pt x="67" y="22"/>
                  <a:pt x="67" y="22"/>
                  <a:pt x="67" y="22"/>
                </a:cubicBezTo>
                <a:cubicBezTo>
                  <a:pt x="67" y="22"/>
                  <a:pt x="67" y="22"/>
                  <a:pt x="67" y="22"/>
                </a:cubicBezTo>
                <a:cubicBezTo>
                  <a:pt x="67" y="22"/>
                  <a:pt x="67" y="22"/>
                  <a:pt x="67" y="22"/>
                </a:cubicBezTo>
                <a:cubicBezTo>
                  <a:pt x="67" y="10"/>
                  <a:pt x="58" y="0"/>
                  <a:pt x="46" y="0"/>
                </a:cubicBezTo>
                <a:close/>
                <a:moveTo>
                  <a:pt x="54" y="285"/>
                </a:moveTo>
                <a:cubicBezTo>
                  <a:pt x="54" y="288"/>
                  <a:pt x="53" y="294"/>
                  <a:pt x="51" y="298"/>
                </a:cubicBezTo>
                <a:cubicBezTo>
                  <a:pt x="49" y="302"/>
                  <a:pt x="46" y="304"/>
                  <a:pt x="46" y="304"/>
                </a:cubicBezTo>
                <a:cubicBezTo>
                  <a:pt x="46" y="304"/>
                  <a:pt x="46" y="304"/>
                  <a:pt x="46" y="304"/>
                </a:cubicBezTo>
                <a:cubicBezTo>
                  <a:pt x="46" y="304"/>
                  <a:pt x="46" y="304"/>
                  <a:pt x="46" y="304"/>
                </a:cubicBezTo>
                <a:cubicBezTo>
                  <a:pt x="45" y="304"/>
                  <a:pt x="41" y="302"/>
                  <a:pt x="39" y="297"/>
                </a:cubicBezTo>
                <a:cubicBezTo>
                  <a:pt x="36" y="293"/>
                  <a:pt x="34" y="288"/>
                  <a:pt x="34" y="285"/>
                </a:cubicBezTo>
                <a:cubicBezTo>
                  <a:pt x="34" y="285"/>
                  <a:pt x="34" y="285"/>
                  <a:pt x="34" y="285"/>
                </a:cubicBezTo>
                <a:cubicBezTo>
                  <a:pt x="34" y="285"/>
                  <a:pt x="34" y="285"/>
                  <a:pt x="34" y="285"/>
                </a:cubicBezTo>
                <a:cubicBezTo>
                  <a:pt x="34" y="202"/>
                  <a:pt x="34" y="202"/>
                  <a:pt x="34" y="202"/>
                </a:cubicBezTo>
                <a:cubicBezTo>
                  <a:pt x="55" y="202"/>
                  <a:pt x="55" y="202"/>
                  <a:pt x="55" y="202"/>
                </a:cubicBezTo>
                <a:lnTo>
                  <a:pt x="54" y="285"/>
                </a:lnTo>
                <a:close/>
                <a:moveTo>
                  <a:pt x="55" y="22"/>
                </a:moveTo>
                <a:cubicBezTo>
                  <a:pt x="55" y="190"/>
                  <a:pt x="55" y="190"/>
                  <a:pt x="55" y="190"/>
                </a:cubicBezTo>
                <a:cubicBezTo>
                  <a:pt x="34" y="190"/>
                  <a:pt x="34" y="190"/>
                  <a:pt x="34" y="190"/>
                </a:cubicBezTo>
                <a:cubicBezTo>
                  <a:pt x="35" y="22"/>
                  <a:pt x="35" y="22"/>
                  <a:pt x="35" y="22"/>
                </a:cubicBezTo>
                <a:cubicBezTo>
                  <a:pt x="35" y="16"/>
                  <a:pt x="40" y="12"/>
                  <a:pt x="45" y="12"/>
                </a:cubicBezTo>
                <a:cubicBezTo>
                  <a:pt x="45" y="12"/>
                  <a:pt x="45" y="12"/>
                  <a:pt x="45" y="12"/>
                </a:cubicBezTo>
                <a:cubicBezTo>
                  <a:pt x="51" y="12"/>
                  <a:pt x="55" y="16"/>
                  <a:pt x="55" y="22"/>
                </a:cubicBezTo>
                <a:close/>
                <a:moveTo>
                  <a:pt x="188" y="268"/>
                </a:moveTo>
                <a:cubicBezTo>
                  <a:pt x="163" y="268"/>
                  <a:pt x="163" y="268"/>
                  <a:pt x="163" y="268"/>
                </a:cubicBezTo>
                <a:cubicBezTo>
                  <a:pt x="161" y="268"/>
                  <a:pt x="159" y="269"/>
                  <a:pt x="158" y="270"/>
                </a:cubicBezTo>
                <a:cubicBezTo>
                  <a:pt x="124" y="314"/>
                  <a:pt x="124" y="314"/>
                  <a:pt x="124" y="314"/>
                </a:cubicBezTo>
                <a:cubicBezTo>
                  <a:pt x="124" y="275"/>
                  <a:pt x="124" y="275"/>
                  <a:pt x="124" y="275"/>
                </a:cubicBezTo>
                <a:cubicBezTo>
                  <a:pt x="124" y="273"/>
                  <a:pt x="123" y="272"/>
                  <a:pt x="122" y="271"/>
                </a:cubicBezTo>
                <a:cubicBezTo>
                  <a:pt x="121" y="270"/>
                  <a:pt x="120" y="269"/>
                  <a:pt x="118" y="269"/>
                </a:cubicBezTo>
                <a:cubicBezTo>
                  <a:pt x="89" y="269"/>
                  <a:pt x="89" y="269"/>
                  <a:pt x="89" y="269"/>
                </a:cubicBezTo>
                <a:cubicBezTo>
                  <a:pt x="89" y="14"/>
                  <a:pt x="89" y="14"/>
                  <a:pt x="89" y="14"/>
                </a:cubicBezTo>
                <a:cubicBezTo>
                  <a:pt x="248" y="14"/>
                  <a:pt x="248" y="14"/>
                  <a:pt x="248" y="14"/>
                </a:cubicBezTo>
                <a:cubicBezTo>
                  <a:pt x="308" y="69"/>
                  <a:pt x="308" y="69"/>
                  <a:pt x="308" y="69"/>
                </a:cubicBezTo>
                <a:cubicBezTo>
                  <a:pt x="260" y="69"/>
                  <a:pt x="260" y="69"/>
                  <a:pt x="260" y="69"/>
                </a:cubicBezTo>
                <a:cubicBezTo>
                  <a:pt x="260" y="31"/>
                  <a:pt x="260" y="31"/>
                  <a:pt x="260" y="31"/>
                </a:cubicBezTo>
                <a:cubicBezTo>
                  <a:pt x="260" y="28"/>
                  <a:pt x="258" y="25"/>
                  <a:pt x="254" y="25"/>
                </a:cubicBezTo>
                <a:cubicBezTo>
                  <a:pt x="251" y="25"/>
                  <a:pt x="248" y="28"/>
                  <a:pt x="248" y="31"/>
                </a:cubicBezTo>
                <a:cubicBezTo>
                  <a:pt x="248" y="75"/>
                  <a:pt x="248" y="75"/>
                  <a:pt x="248" y="75"/>
                </a:cubicBezTo>
                <a:cubicBezTo>
                  <a:pt x="248" y="77"/>
                  <a:pt x="249" y="78"/>
                  <a:pt x="250" y="80"/>
                </a:cubicBezTo>
                <a:cubicBezTo>
                  <a:pt x="251" y="81"/>
                  <a:pt x="253" y="81"/>
                  <a:pt x="254" y="81"/>
                </a:cubicBezTo>
                <a:cubicBezTo>
                  <a:pt x="312" y="81"/>
                  <a:pt x="312" y="81"/>
                  <a:pt x="312" y="81"/>
                </a:cubicBezTo>
                <a:cubicBezTo>
                  <a:pt x="312" y="202"/>
                  <a:pt x="312" y="202"/>
                  <a:pt x="312" y="202"/>
                </a:cubicBezTo>
                <a:cubicBezTo>
                  <a:pt x="312" y="205"/>
                  <a:pt x="315" y="208"/>
                  <a:pt x="319" y="208"/>
                </a:cubicBezTo>
                <a:cubicBezTo>
                  <a:pt x="322" y="208"/>
                  <a:pt x="325" y="205"/>
                  <a:pt x="325" y="202"/>
                </a:cubicBezTo>
                <a:cubicBezTo>
                  <a:pt x="325" y="71"/>
                  <a:pt x="325" y="71"/>
                  <a:pt x="325" y="71"/>
                </a:cubicBezTo>
                <a:cubicBezTo>
                  <a:pt x="325" y="69"/>
                  <a:pt x="324" y="67"/>
                  <a:pt x="323" y="66"/>
                </a:cubicBezTo>
                <a:cubicBezTo>
                  <a:pt x="255" y="4"/>
                  <a:pt x="255" y="4"/>
                  <a:pt x="255" y="4"/>
                </a:cubicBezTo>
                <a:cubicBezTo>
                  <a:pt x="254" y="3"/>
                  <a:pt x="252" y="2"/>
                  <a:pt x="251" y="2"/>
                </a:cubicBezTo>
                <a:cubicBezTo>
                  <a:pt x="83" y="2"/>
                  <a:pt x="83" y="2"/>
                  <a:pt x="83" y="2"/>
                </a:cubicBezTo>
                <a:cubicBezTo>
                  <a:pt x="81" y="2"/>
                  <a:pt x="80" y="3"/>
                  <a:pt x="79" y="4"/>
                </a:cubicBezTo>
                <a:cubicBezTo>
                  <a:pt x="77" y="5"/>
                  <a:pt x="77" y="6"/>
                  <a:pt x="77" y="8"/>
                </a:cubicBezTo>
                <a:cubicBezTo>
                  <a:pt x="77" y="275"/>
                  <a:pt x="77" y="275"/>
                  <a:pt x="77" y="275"/>
                </a:cubicBezTo>
                <a:cubicBezTo>
                  <a:pt x="77" y="277"/>
                  <a:pt x="77" y="278"/>
                  <a:pt x="79" y="279"/>
                </a:cubicBezTo>
                <a:cubicBezTo>
                  <a:pt x="80" y="280"/>
                  <a:pt x="81" y="281"/>
                  <a:pt x="83" y="281"/>
                </a:cubicBezTo>
                <a:cubicBezTo>
                  <a:pt x="112" y="281"/>
                  <a:pt x="112" y="281"/>
                  <a:pt x="112" y="281"/>
                </a:cubicBezTo>
                <a:cubicBezTo>
                  <a:pt x="112" y="331"/>
                  <a:pt x="112" y="331"/>
                  <a:pt x="112" y="331"/>
                </a:cubicBezTo>
                <a:cubicBezTo>
                  <a:pt x="112" y="334"/>
                  <a:pt x="114" y="336"/>
                  <a:pt x="116" y="337"/>
                </a:cubicBezTo>
                <a:cubicBezTo>
                  <a:pt x="117" y="337"/>
                  <a:pt x="117" y="337"/>
                  <a:pt x="118" y="337"/>
                </a:cubicBezTo>
                <a:cubicBezTo>
                  <a:pt x="120" y="337"/>
                  <a:pt x="122" y="336"/>
                  <a:pt x="123" y="335"/>
                </a:cubicBezTo>
                <a:cubicBezTo>
                  <a:pt x="166" y="280"/>
                  <a:pt x="166" y="280"/>
                  <a:pt x="166" y="280"/>
                </a:cubicBezTo>
                <a:cubicBezTo>
                  <a:pt x="188" y="280"/>
                  <a:pt x="188" y="280"/>
                  <a:pt x="188" y="280"/>
                </a:cubicBezTo>
                <a:cubicBezTo>
                  <a:pt x="191" y="280"/>
                  <a:pt x="194" y="277"/>
                  <a:pt x="194" y="274"/>
                </a:cubicBezTo>
                <a:cubicBezTo>
                  <a:pt x="194" y="271"/>
                  <a:pt x="191" y="268"/>
                  <a:pt x="188" y="268"/>
                </a:cubicBezTo>
                <a:close/>
                <a:moveTo>
                  <a:pt x="146" y="56"/>
                </a:moveTo>
                <a:cubicBezTo>
                  <a:pt x="143" y="54"/>
                  <a:pt x="139" y="54"/>
                  <a:pt x="137" y="56"/>
                </a:cubicBezTo>
                <a:cubicBezTo>
                  <a:pt x="117" y="77"/>
                  <a:pt x="117" y="77"/>
                  <a:pt x="117" y="77"/>
                </a:cubicBezTo>
                <a:cubicBezTo>
                  <a:pt x="105" y="63"/>
                  <a:pt x="105" y="63"/>
                  <a:pt x="105" y="63"/>
                </a:cubicBezTo>
                <a:cubicBezTo>
                  <a:pt x="102" y="61"/>
                  <a:pt x="98" y="61"/>
                  <a:pt x="96" y="63"/>
                </a:cubicBezTo>
                <a:cubicBezTo>
                  <a:pt x="94" y="65"/>
                  <a:pt x="94" y="69"/>
                  <a:pt x="96" y="72"/>
                </a:cubicBezTo>
                <a:cubicBezTo>
                  <a:pt x="113" y="89"/>
                  <a:pt x="113" y="89"/>
                  <a:pt x="113" y="89"/>
                </a:cubicBezTo>
                <a:cubicBezTo>
                  <a:pt x="114" y="91"/>
                  <a:pt x="116" y="91"/>
                  <a:pt x="117" y="91"/>
                </a:cubicBezTo>
                <a:cubicBezTo>
                  <a:pt x="119" y="91"/>
                  <a:pt x="121" y="91"/>
                  <a:pt x="122" y="89"/>
                </a:cubicBezTo>
                <a:cubicBezTo>
                  <a:pt x="146" y="65"/>
                  <a:pt x="146" y="65"/>
                  <a:pt x="146" y="65"/>
                </a:cubicBezTo>
                <a:cubicBezTo>
                  <a:pt x="148" y="62"/>
                  <a:pt x="148" y="58"/>
                  <a:pt x="146" y="56"/>
                </a:cubicBezTo>
                <a:close/>
                <a:moveTo>
                  <a:pt x="145" y="122"/>
                </a:moveTo>
                <a:cubicBezTo>
                  <a:pt x="143" y="120"/>
                  <a:pt x="139" y="120"/>
                  <a:pt x="137" y="123"/>
                </a:cubicBezTo>
                <a:cubicBezTo>
                  <a:pt x="117" y="143"/>
                  <a:pt x="117" y="143"/>
                  <a:pt x="117" y="143"/>
                </a:cubicBezTo>
                <a:cubicBezTo>
                  <a:pt x="105" y="131"/>
                  <a:pt x="105" y="131"/>
                  <a:pt x="105" y="131"/>
                </a:cubicBezTo>
                <a:cubicBezTo>
                  <a:pt x="103" y="128"/>
                  <a:pt x="99" y="128"/>
                  <a:pt x="97" y="130"/>
                </a:cubicBezTo>
                <a:cubicBezTo>
                  <a:pt x="94" y="133"/>
                  <a:pt x="94" y="136"/>
                  <a:pt x="97" y="139"/>
                </a:cubicBezTo>
                <a:cubicBezTo>
                  <a:pt x="97" y="139"/>
                  <a:pt x="97" y="139"/>
                  <a:pt x="97" y="139"/>
                </a:cubicBezTo>
                <a:cubicBezTo>
                  <a:pt x="113" y="156"/>
                  <a:pt x="113" y="156"/>
                  <a:pt x="113" y="156"/>
                </a:cubicBezTo>
                <a:cubicBezTo>
                  <a:pt x="114" y="157"/>
                  <a:pt x="115" y="158"/>
                  <a:pt x="117" y="158"/>
                </a:cubicBezTo>
                <a:cubicBezTo>
                  <a:pt x="119" y="158"/>
                  <a:pt x="120" y="157"/>
                  <a:pt x="121" y="156"/>
                </a:cubicBezTo>
                <a:cubicBezTo>
                  <a:pt x="145" y="131"/>
                  <a:pt x="145" y="131"/>
                  <a:pt x="145" y="131"/>
                </a:cubicBezTo>
                <a:cubicBezTo>
                  <a:pt x="148" y="128"/>
                  <a:pt x="148" y="125"/>
                  <a:pt x="145" y="122"/>
                </a:cubicBezTo>
                <a:close/>
                <a:moveTo>
                  <a:pt x="112" y="191"/>
                </a:moveTo>
                <a:cubicBezTo>
                  <a:pt x="106" y="191"/>
                  <a:pt x="102" y="195"/>
                  <a:pt x="102" y="201"/>
                </a:cubicBezTo>
                <a:cubicBezTo>
                  <a:pt x="102" y="214"/>
                  <a:pt x="102" y="214"/>
                  <a:pt x="102" y="214"/>
                </a:cubicBezTo>
                <a:cubicBezTo>
                  <a:pt x="102" y="219"/>
                  <a:pt x="106" y="224"/>
                  <a:pt x="112" y="224"/>
                </a:cubicBezTo>
                <a:cubicBezTo>
                  <a:pt x="126" y="224"/>
                  <a:pt x="126" y="224"/>
                  <a:pt x="126" y="224"/>
                </a:cubicBezTo>
                <a:cubicBezTo>
                  <a:pt x="131" y="224"/>
                  <a:pt x="136" y="219"/>
                  <a:pt x="136" y="214"/>
                </a:cubicBezTo>
                <a:cubicBezTo>
                  <a:pt x="136" y="201"/>
                  <a:pt x="136" y="201"/>
                  <a:pt x="136" y="201"/>
                </a:cubicBezTo>
                <a:cubicBezTo>
                  <a:pt x="136" y="195"/>
                  <a:pt x="131" y="191"/>
                  <a:pt x="126" y="191"/>
                </a:cubicBezTo>
                <a:lnTo>
                  <a:pt x="112" y="191"/>
                </a:lnTo>
                <a:close/>
                <a:moveTo>
                  <a:pt x="124" y="212"/>
                </a:moveTo>
                <a:cubicBezTo>
                  <a:pt x="114" y="212"/>
                  <a:pt x="114" y="212"/>
                  <a:pt x="114" y="212"/>
                </a:cubicBezTo>
                <a:cubicBezTo>
                  <a:pt x="114" y="203"/>
                  <a:pt x="114" y="203"/>
                  <a:pt x="114" y="203"/>
                </a:cubicBezTo>
                <a:cubicBezTo>
                  <a:pt x="124" y="203"/>
                  <a:pt x="124" y="203"/>
                  <a:pt x="124" y="203"/>
                </a:cubicBezTo>
                <a:lnTo>
                  <a:pt x="124" y="212"/>
                </a:lnTo>
                <a:close/>
                <a:moveTo>
                  <a:pt x="237" y="69"/>
                </a:moveTo>
                <a:cubicBezTo>
                  <a:pt x="240" y="69"/>
                  <a:pt x="243" y="66"/>
                  <a:pt x="243" y="63"/>
                </a:cubicBezTo>
                <a:cubicBezTo>
                  <a:pt x="243" y="60"/>
                  <a:pt x="240" y="57"/>
                  <a:pt x="237" y="57"/>
                </a:cubicBezTo>
                <a:cubicBezTo>
                  <a:pt x="154" y="57"/>
                  <a:pt x="154" y="57"/>
                  <a:pt x="154" y="57"/>
                </a:cubicBezTo>
                <a:cubicBezTo>
                  <a:pt x="151" y="57"/>
                  <a:pt x="148" y="60"/>
                  <a:pt x="148" y="63"/>
                </a:cubicBezTo>
                <a:cubicBezTo>
                  <a:pt x="148" y="66"/>
                  <a:pt x="151" y="69"/>
                  <a:pt x="154" y="69"/>
                </a:cubicBezTo>
                <a:lnTo>
                  <a:pt x="237" y="69"/>
                </a:lnTo>
                <a:close/>
                <a:moveTo>
                  <a:pt x="154" y="91"/>
                </a:moveTo>
                <a:cubicBezTo>
                  <a:pt x="195" y="91"/>
                  <a:pt x="195" y="91"/>
                  <a:pt x="195" y="91"/>
                </a:cubicBezTo>
                <a:cubicBezTo>
                  <a:pt x="198" y="91"/>
                  <a:pt x="201" y="88"/>
                  <a:pt x="201" y="85"/>
                </a:cubicBezTo>
                <a:cubicBezTo>
                  <a:pt x="201" y="81"/>
                  <a:pt x="198" y="79"/>
                  <a:pt x="195" y="79"/>
                </a:cubicBezTo>
                <a:cubicBezTo>
                  <a:pt x="154" y="79"/>
                  <a:pt x="154" y="79"/>
                  <a:pt x="154" y="79"/>
                </a:cubicBezTo>
                <a:cubicBezTo>
                  <a:pt x="151" y="79"/>
                  <a:pt x="148" y="81"/>
                  <a:pt x="148" y="85"/>
                </a:cubicBezTo>
                <a:cubicBezTo>
                  <a:pt x="148" y="88"/>
                  <a:pt x="151" y="91"/>
                  <a:pt x="154" y="91"/>
                </a:cubicBezTo>
                <a:close/>
                <a:moveTo>
                  <a:pt x="157" y="136"/>
                </a:moveTo>
                <a:cubicBezTo>
                  <a:pt x="184" y="136"/>
                  <a:pt x="184" y="136"/>
                  <a:pt x="184" y="136"/>
                </a:cubicBezTo>
                <a:cubicBezTo>
                  <a:pt x="188" y="136"/>
                  <a:pt x="190" y="133"/>
                  <a:pt x="190" y="130"/>
                </a:cubicBezTo>
                <a:cubicBezTo>
                  <a:pt x="190" y="126"/>
                  <a:pt x="188" y="124"/>
                  <a:pt x="184" y="124"/>
                </a:cubicBezTo>
                <a:cubicBezTo>
                  <a:pt x="157" y="124"/>
                  <a:pt x="157" y="124"/>
                  <a:pt x="157" y="124"/>
                </a:cubicBezTo>
                <a:cubicBezTo>
                  <a:pt x="153" y="124"/>
                  <a:pt x="151" y="126"/>
                  <a:pt x="151" y="130"/>
                </a:cubicBezTo>
                <a:cubicBezTo>
                  <a:pt x="151" y="133"/>
                  <a:pt x="153" y="136"/>
                  <a:pt x="157" y="136"/>
                </a:cubicBezTo>
                <a:close/>
                <a:moveTo>
                  <a:pt x="266" y="130"/>
                </a:moveTo>
                <a:cubicBezTo>
                  <a:pt x="266" y="126"/>
                  <a:pt x="263" y="124"/>
                  <a:pt x="260" y="124"/>
                </a:cubicBezTo>
                <a:cubicBezTo>
                  <a:pt x="202" y="124"/>
                  <a:pt x="202" y="124"/>
                  <a:pt x="202" y="124"/>
                </a:cubicBezTo>
                <a:cubicBezTo>
                  <a:pt x="199" y="124"/>
                  <a:pt x="196" y="126"/>
                  <a:pt x="196" y="130"/>
                </a:cubicBezTo>
                <a:cubicBezTo>
                  <a:pt x="196" y="133"/>
                  <a:pt x="199" y="136"/>
                  <a:pt x="202" y="136"/>
                </a:cubicBezTo>
                <a:cubicBezTo>
                  <a:pt x="260" y="136"/>
                  <a:pt x="260" y="136"/>
                  <a:pt x="260" y="136"/>
                </a:cubicBezTo>
                <a:cubicBezTo>
                  <a:pt x="263" y="136"/>
                  <a:pt x="266" y="133"/>
                  <a:pt x="266" y="130"/>
                </a:cubicBezTo>
                <a:close/>
                <a:moveTo>
                  <a:pt x="216" y="147"/>
                </a:moveTo>
                <a:cubicBezTo>
                  <a:pt x="157" y="147"/>
                  <a:pt x="157" y="147"/>
                  <a:pt x="157" y="147"/>
                </a:cubicBezTo>
                <a:cubicBezTo>
                  <a:pt x="153" y="147"/>
                  <a:pt x="151" y="149"/>
                  <a:pt x="151" y="153"/>
                </a:cubicBezTo>
                <a:cubicBezTo>
                  <a:pt x="151" y="156"/>
                  <a:pt x="153" y="159"/>
                  <a:pt x="157" y="159"/>
                </a:cubicBezTo>
                <a:cubicBezTo>
                  <a:pt x="216" y="159"/>
                  <a:pt x="216" y="159"/>
                  <a:pt x="216" y="159"/>
                </a:cubicBezTo>
                <a:cubicBezTo>
                  <a:pt x="219" y="159"/>
                  <a:pt x="222" y="156"/>
                  <a:pt x="222" y="153"/>
                </a:cubicBezTo>
                <a:cubicBezTo>
                  <a:pt x="222" y="149"/>
                  <a:pt x="219" y="147"/>
                  <a:pt x="216" y="147"/>
                </a:cubicBezTo>
                <a:close/>
                <a:moveTo>
                  <a:pt x="235" y="159"/>
                </a:moveTo>
                <a:cubicBezTo>
                  <a:pt x="259" y="159"/>
                  <a:pt x="259" y="159"/>
                  <a:pt x="259" y="159"/>
                </a:cubicBezTo>
                <a:cubicBezTo>
                  <a:pt x="262" y="159"/>
                  <a:pt x="265" y="156"/>
                  <a:pt x="265" y="153"/>
                </a:cubicBezTo>
                <a:cubicBezTo>
                  <a:pt x="265" y="149"/>
                  <a:pt x="262" y="147"/>
                  <a:pt x="259" y="147"/>
                </a:cubicBezTo>
                <a:cubicBezTo>
                  <a:pt x="235" y="147"/>
                  <a:pt x="235" y="147"/>
                  <a:pt x="235" y="147"/>
                </a:cubicBezTo>
                <a:cubicBezTo>
                  <a:pt x="231" y="147"/>
                  <a:pt x="229" y="149"/>
                  <a:pt x="229" y="153"/>
                </a:cubicBezTo>
                <a:cubicBezTo>
                  <a:pt x="229" y="156"/>
                  <a:pt x="231" y="159"/>
                  <a:pt x="235" y="159"/>
                </a:cubicBezTo>
                <a:close/>
                <a:moveTo>
                  <a:pt x="290" y="136"/>
                </a:moveTo>
                <a:cubicBezTo>
                  <a:pt x="294" y="136"/>
                  <a:pt x="296" y="133"/>
                  <a:pt x="296" y="130"/>
                </a:cubicBezTo>
                <a:cubicBezTo>
                  <a:pt x="296" y="126"/>
                  <a:pt x="294" y="124"/>
                  <a:pt x="290" y="124"/>
                </a:cubicBezTo>
                <a:cubicBezTo>
                  <a:pt x="275" y="124"/>
                  <a:pt x="275" y="124"/>
                  <a:pt x="275" y="124"/>
                </a:cubicBezTo>
                <a:cubicBezTo>
                  <a:pt x="272" y="124"/>
                  <a:pt x="269" y="126"/>
                  <a:pt x="269" y="130"/>
                </a:cubicBezTo>
                <a:cubicBezTo>
                  <a:pt x="269" y="133"/>
                  <a:pt x="272" y="136"/>
                  <a:pt x="275" y="136"/>
                </a:cubicBezTo>
                <a:lnTo>
                  <a:pt x="290" y="136"/>
                </a:lnTo>
                <a:close/>
                <a:moveTo>
                  <a:pt x="216" y="192"/>
                </a:moveTo>
                <a:cubicBezTo>
                  <a:pt x="162" y="192"/>
                  <a:pt x="162" y="192"/>
                  <a:pt x="162" y="192"/>
                </a:cubicBezTo>
                <a:cubicBezTo>
                  <a:pt x="159" y="192"/>
                  <a:pt x="156" y="194"/>
                  <a:pt x="156" y="198"/>
                </a:cubicBezTo>
                <a:cubicBezTo>
                  <a:pt x="156" y="201"/>
                  <a:pt x="159" y="204"/>
                  <a:pt x="162" y="204"/>
                </a:cubicBezTo>
                <a:cubicBezTo>
                  <a:pt x="216" y="204"/>
                  <a:pt x="216" y="204"/>
                  <a:pt x="216" y="204"/>
                </a:cubicBezTo>
                <a:cubicBezTo>
                  <a:pt x="219" y="204"/>
                  <a:pt x="222" y="201"/>
                  <a:pt x="222" y="198"/>
                </a:cubicBezTo>
                <a:cubicBezTo>
                  <a:pt x="222" y="194"/>
                  <a:pt x="219" y="192"/>
                  <a:pt x="216" y="192"/>
                </a:cubicBezTo>
                <a:close/>
                <a:moveTo>
                  <a:pt x="197" y="214"/>
                </a:moveTo>
                <a:cubicBezTo>
                  <a:pt x="161" y="214"/>
                  <a:pt x="161" y="214"/>
                  <a:pt x="161" y="214"/>
                </a:cubicBezTo>
                <a:cubicBezTo>
                  <a:pt x="158" y="214"/>
                  <a:pt x="155" y="217"/>
                  <a:pt x="155" y="220"/>
                </a:cubicBezTo>
                <a:cubicBezTo>
                  <a:pt x="155" y="223"/>
                  <a:pt x="158" y="226"/>
                  <a:pt x="161" y="226"/>
                </a:cubicBezTo>
                <a:cubicBezTo>
                  <a:pt x="197" y="226"/>
                  <a:pt x="197" y="226"/>
                  <a:pt x="197" y="226"/>
                </a:cubicBezTo>
                <a:cubicBezTo>
                  <a:pt x="200" y="226"/>
                  <a:pt x="203" y="223"/>
                  <a:pt x="203" y="220"/>
                </a:cubicBezTo>
                <a:cubicBezTo>
                  <a:pt x="203" y="217"/>
                  <a:pt x="200" y="214"/>
                  <a:pt x="197" y="214"/>
                </a:cubicBezTo>
                <a:close/>
                <a:moveTo>
                  <a:pt x="45" y="321"/>
                </a:moveTo>
                <a:cubicBezTo>
                  <a:pt x="42" y="321"/>
                  <a:pt x="39" y="323"/>
                  <a:pt x="39" y="327"/>
                </a:cubicBezTo>
                <a:cubicBezTo>
                  <a:pt x="39" y="334"/>
                  <a:pt x="39" y="334"/>
                  <a:pt x="39" y="334"/>
                </a:cubicBezTo>
                <a:cubicBezTo>
                  <a:pt x="39" y="337"/>
                  <a:pt x="42" y="340"/>
                  <a:pt x="45" y="340"/>
                </a:cubicBezTo>
                <a:cubicBezTo>
                  <a:pt x="49" y="340"/>
                  <a:pt x="51" y="337"/>
                  <a:pt x="51" y="334"/>
                </a:cubicBezTo>
                <a:cubicBezTo>
                  <a:pt x="51" y="327"/>
                  <a:pt x="51" y="327"/>
                  <a:pt x="51" y="327"/>
                </a:cubicBezTo>
                <a:cubicBezTo>
                  <a:pt x="51" y="323"/>
                  <a:pt x="49" y="321"/>
                  <a:pt x="45" y="321"/>
                </a:cubicBezTo>
                <a:close/>
                <a:moveTo>
                  <a:pt x="311" y="219"/>
                </a:moveTo>
                <a:cubicBezTo>
                  <a:pt x="308" y="217"/>
                  <a:pt x="305" y="218"/>
                  <a:pt x="303" y="220"/>
                </a:cubicBezTo>
                <a:cubicBezTo>
                  <a:pt x="300" y="223"/>
                  <a:pt x="301" y="226"/>
                  <a:pt x="303" y="229"/>
                </a:cubicBezTo>
                <a:cubicBezTo>
                  <a:pt x="316" y="239"/>
                  <a:pt x="323" y="254"/>
                  <a:pt x="323" y="271"/>
                </a:cubicBezTo>
                <a:cubicBezTo>
                  <a:pt x="323" y="301"/>
                  <a:pt x="299" y="325"/>
                  <a:pt x="268" y="326"/>
                </a:cubicBezTo>
                <a:cubicBezTo>
                  <a:pt x="238" y="325"/>
                  <a:pt x="214" y="301"/>
                  <a:pt x="214" y="271"/>
                </a:cubicBezTo>
                <a:cubicBezTo>
                  <a:pt x="214" y="254"/>
                  <a:pt x="221" y="239"/>
                  <a:pt x="233" y="229"/>
                </a:cubicBezTo>
                <a:cubicBezTo>
                  <a:pt x="235" y="227"/>
                  <a:pt x="235" y="223"/>
                  <a:pt x="233" y="221"/>
                </a:cubicBezTo>
                <a:cubicBezTo>
                  <a:pt x="231" y="218"/>
                  <a:pt x="227" y="218"/>
                  <a:pt x="225" y="220"/>
                </a:cubicBezTo>
                <a:cubicBezTo>
                  <a:pt x="211" y="233"/>
                  <a:pt x="202" y="251"/>
                  <a:pt x="202" y="271"/>
                </a:cubicBezTo>
                <a:cubicBezTo>
                  <a:pt x="202" y="308"/>
                  <a:pt x="232" y="338"/>
                  <a:pt x="268" y="338"/>
                </a:cubicBezTo>
                <a:cubicBezTo>
                  <a:pt x="305" y="338"/>
                  <a:pt x="335" y="308"/>
                  <a:pt x="335" y="271"/>
                </a:cubicBezTo>
                <a:cubicBezTo>
                  <a:pt x="335" y="250"/>
                  <a:pt x="326" y="231"/>
                  <a:pt x="311" y="219"/>
                </a:cubicBezTo>
                <a:close/>
                <a:moveTo>
                  <a:pt x="263" y="274"/>
                </a:moveTo>
                <a:cubicBezTo>
                  <a:pt x="264" y="276"/>
                  <a:pt x="266" y="277"/>
                  <a:pt x="268" y="277"/>
                </a:cubicBezTo>
                <a:cubicBezTo>
                  <a:pt x="268" y="277"/>
                  <a:pt x="268" y="277"/>
                  <a:pt x="268" y="277"/>
                </a:cubicBezTo>
                <a:cubicBezTo>
                  <a:pt x="271" y="277"/>
                  <a:pt x="273" y="276"/>
                  <a:pt x="274" y="274"/>
                </a:cubicBezTo>
                <a:cubicBezTo>
                  <a:pt x="301" y="205"/>
                  <a:pt x="301" y="205"/>
                  <a:pt x="301" y="205"/>
                </a:cubicBezTo>
                <a:cubicBezTo>
                  <a:pt x="302" y="204"/>
                  <a:pt x="302" y="202"/>
                  <a:pt x="301" y="201"/>
                </a:cubicBezTo>
                <a:cubicBezTo>
                  <a:pt x="300" y="199"/>
                  <a:pt x="299" y="198"/>
                  <a:pt x="298" y="197"/>
                </a:cubicBezTo>
                <a:cubicBezTo>
                  <a:pt x="287" y="194"/>
                  <a:pt x="277" y="193"/>
                  <a:pt x="269" y="193"/>
                </a:cubicBezTo>
                <a:cubicBezTo>
                  <a:pt x="250" y="193"/>
                  <a:pt x="237" y="199"/>
                  <a:pt x="236" y="199"/>
                </a:cubicBezTo>
                <a:cubicBezTo>
                  <a:pt x="233" y="200"/>
                  <a:pt x="232" y="204"/>
                  <a:pt x="233" y="207"/>
                </a:cubicBezTo>
                <a:lnTo>
                  <a:pt x="263" y="274"/>
                </a:lnTo>
                <a:close/>
                <a:moveTo>
                  <a:pt x="269" y="205"/>
                </a:moveTo>
                <a:cubicBezTo>
                  <a:pt x="275" y="205"/>
                  <a:pt x="281" y="205"/>
                  <a:pt x="288" y="207"/>
                </a:cubicBezTo>
                <a:cubicBezTo>
                  <a:pt x="268" y="256"/>
                  <a:pt x="268" y="256"/>
                  <a:pt x="268" y="256"/>
                </a:cubicBezTo>
                <a:cubicBezTo>
                  <a:pt x="247" y="208"/>
                  <a:pt x="247" y="208"/>
                  <a:pt x="247" y="208"/>
                </a:cubicBezTo>
                <a:cubicBezTo>
                  <a:pt x="252" y="206"/>
                  <a:pt x="259" y="205"/>
                  <a:pt x="269" y="205"/>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pic>
        <p:nvPicPr>
          <p:cNvPr id="20" name="Imagen 19">
            <a:extLst>
              <a:ext uri="{FF2B5EF4-FFF2-40B4-BE49-F238E27FC236}">
                <a16:creationId xmlns:a16="http://schemas.microsoft.com/office/drawing/2014/main" id="{AFBA8137-3730-5C40-FB73-3625B7A15C5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9795" y="6368290"/>
            <a:ext cx="1498186" cy="239305"/>
          </a:xfrm>
          <a:prstGeom prst="rect">
            <a:avLst/>
          </a:prstGeom>
        </p:spPr>
      </p:pic>
      <p:pic>
        <p:nvPicPr>
          <p:cNvPr id="21" name="Imagen 20">
            <a:extLst>
              <a:ext uri="{FF2B5EF4-FFF2-40B4-BE49-F238E27FC236}">
                <a16:creationId xmlns:a16="http://schemas.microsoft.com/office/drawing/2014/main" id="{FBAC5693-8283-4DC2-5336-D5DD41B1B54F}"/>
              </a:ext>
            </a:extLst>
          </p:cNvPr>
          <p:cNvPicPr>
            <a:picLocks noChangeAspect="1"/>
          </p:cNvPicPr>
          <p:nvPr/>
        </p:nvPicPr>
        <p:blipFill>
          <a:blip r:embed="rId3"/>
          <a:stretch>
            <a:fillRect/>
          </a:stretch>
        </p:blipFill>
        <p:spPr>
          <a:xfrm>
            <a:off x="10547350" y="6165838"/>
            <a:ext cx="1360142" cy="644208"/>
          </a:xfrm>
          <a:prstGeom prst="rect">
            <a:avLst/>
          </a:prstGeom>
        </p:spPr>
      </p:pic>
    </p:spTree>
    <p:extLst>
      <p:ext uri="{BB962C8B-B14F-4D97-AF65-F5344CB8AC3E}">
        <p14:creationId xmlns:p14="http://schemas.microsoft.com/office/powerpoint/2010/main" val="239964125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5">
            <a:extLst>
              <a:ext uri="{FF2B5EF4-FFF2-40B4-BE49-F238E27FC236}">
                <a16:creationId xmlns:a16="http://schemas.microsoft.com/office/drawing/2014/main" id="{60C3950C-117A-618C-5E73-3F07E748099F}"/>
              </a:ext>
            </a:extLst>
          </p:cNvPr>
          <p:cNvSpPr>
            <a:spLocks/>
          </p:cNvSpPr>
          <p:nvPr/>
        </p:nvSpPr>
        <p:spPr bwMode="auto">
          <a:xfrm>
            <a:off x="4399366" y="2094026"/>
            <a:ext cx="1651907" cy="1617318"/>
          </a:xfrm>
          <a:custGeom>
            <a:avLst/>
            <a:gdLst>
              <a:gd name="T0" fmla="*/ 161 w 185"/>
              <a:gd name="T1" fmla="*/ 0 h 181"/>
              <a:gd name="T2" fmla="*/ 56 w 185"/>
              <a:gd name="T3" fmla="*/ 0 h 181"/>
              <a:gd name="T4" fmla="*/ 58 w 185"/>
              <a:gd name="T5" fmla="*/ 12 h 181"/>
              <a:gd name="T6" fmla="*/ 14 w 185"/>
              <a:gd name="T7" fmla="*/ 55 h 181"/>
              <a:gd name="T8" fmla="*/ 0 w 185"/>
              <a:gd name="T9" fmla="*/ 53 h 181"/>
              <a:gd name="T10" fmla="*/ 0 w 185"/>
              <a:gd name="T11" fmla="*/ 157 h 181"/>
              <a:gd name="T12" fmla="*/ 24 w 185"/>
              <a:gd name="T13" fmla="*/ 181 h 181"/>
              <a:gd name="T14" fmla="*/ 161 w 185"/>
              <a:gd name="T15" fmla="*/ 181 h 181"/>
              <a:gd name="T16" fmla="*/ 185 w 185"/>
              <a:gd name="T17" fmla="*/ 157 h 181"/>
              <a:gd name="T18" fmla="*/ 185 w 185"/>
              <a:gd name="T19" fmla="*/ 24 h 181"/>
              <a:gd name="T20" fmla="*/ 161 w 185"/>
              <a:gd name="T21" fmla="*/ 0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85" h="181">
                <a:moveTo>
                  <a:pt x="161" y="0"/>
                </a:moveTo>
                <a:cubicBezTo>
                  <a:pt x="56" y="0"/>
                  <a:pt x="56" y="0"/>
                  <a:pt x="56" y="0"/>
                </a:cubicBezTo>
                <a:cubicBezTo>
                  <a:pt x="57" y="4"/>
                  <a:pt x="58" y="8"/>
                  <a:pt x="58" y="12"/>
                </a:cubicBezTo>
                <a:cubicBezTo>
                  <a:pt x="58" y="36"/>
                  <a:pt x="38" y="55"/>
                  <a:pt x="14" y="55"/>
                </a:cubicBezTo>
                <a:cubicBezTo>
                  <a:pt x="9" y="55"/>
                  <a:pt x="5" y="54"/>
                  <a:pt x="0" y="53"/>
                </a:cubicBezTo>
                <a:cubicBezTo>
                  <a:pt x="0" y="157"/>
                  <a:pt x="0" y="157"/>
                  <a:pt x="0" y="157"/>
                </a:cubicBezTo>
                <a:cubicBezTo>
                  <a:pt x="0" y="171"/>
                  <a:pt x="11" y="181"/>
                  <a:pt x="24" y="181"/>
                </a:cubicBezTo>
                <a:cubicBezTo>
                  <a:pt x="161" y="181"/>
                  <a:pt x="161" y="181"/>
                  <a:pt x="161" y="181"/>
                </a:cubicBezTo>
                <a:cubicBezTo>
                  <a:pt x="174" y="181"/>
                  <a:pt x="185" y="171"/>
                  <a:pt x="185" y="157"/>
                </a:cubicBezTo>
                <a:cubicBezTo>
                  <a:pt x="185" y="24"/>
                  <a:pt x="185" y="24"/>
                  <a:pt x="185" y="24"/>
                </a:cubicBezTo>
                <a:cubicBezTo>
                  <a:pt x="185" y="11"/>
                  <a:pt x="174" y="0"/>
                  <a:pt x="161" y="0"/>
                </a:cubicBezTo>
                <a:close/>
              </a:path>
            </a:pathLst>
          </a:custGeom>
          <a:solidFill>
            <a:schemeClr val="bg1"/>
          </a:solidFill>
          <a:ln>
            <a:noFill/>
          </a:ln>
          <a:effectLst>
            <a:outerShdw blurRad="254000" dist="190500" dir="8100000" algn="tr" rotWithShape="0">
              <a:schemeClr val="tx2">
                <a:alpha val="10000"/>
              </a:schemeClr>
            </a:outerShdw>
          </a:effectLst>
        </p:spPr>
        <p:txBody>
          <a:bodyPr vert="horz" wrap="square" lIns="91440" tIns="45720" rIns="91440" bIns="45720" numCol="1" anchor="t" anchorCtr="0" compatLnSpc="1">
            <a:prstTxWarp prst="textNoShape">
              <a:avLst/>
            </a:prstTxWarp>
          </a:bodyPr>
          <a:lstStyle/>
          <a:p>
            <a:endParaRPr lang="en-US"/>
          </a:p>
        </p:txBody>
      </p:sp>
      <p:sp>
        <p:nvSpPr>
          <p:cNvPr id="3" name="Freeform 6">
            <a:extLst>
              <a:ext uri="{FF2B5EF4-FFF2-40B4-BE49-F238E27FC236}">
                <a16:creationId xmlns:a16="http://schemas.microsoft.com/office/drawing/2014/main" id="{A5D9CD6A-CA93-1BFD-53C1-21F7BE9FE9AB}"/>
              </a:ext>
            </a:extLst>
          </p:cNvPr>
          <p:cNvSpPr>
            <a:spLocks/>
          </p:cNvSpPr>
          <p:nvPr/>
        </p:nvSpPr>
        <p:spPr bwMode="auto">
          <a:xfrm>
            <a:off x="6132378" y="2094026"/>
            <a:ext cx="1651907" cy="1617318"/>
          </a:xfrm>
          <a:custGeom>
            <a:avLst/>
            <a:gdLst>
              <a:gd name="T0" fmla="*/ 24 w 185"/>
              <a:gd name="T1" fmla="*/ 0 h 181"/>
              <a:gd name="T2" fmla="*/ 129 w 185"/>
              <a:gd name="T3" fmla="*/ 0 h 181"/>
              <a:gd name="T4" fmla="*/ 128 w 185"/>
              <a:gd name="T5" fmla="*/ 12 h 181"/>
              <a:gd name="T6" fmla="*/ 171 w 185"/>
              <a:gd name="T7" fmla="*/ 55 h 181"/>
              <a:gd name="T8" fmla="*/ 185 w 185"/>
              <a:gd name="T9" fmla="*/ 53 h 181"/>
              <a:gd name="T10" fmla="*/ 185 w 185"/>
              <a:gd name="T11" fmla="*/ 157 h 181"/>
              <a:gd name="T12" fmla="*/ 161 w 185"/>
              <a:gd name="T13" fmla="*/ 181 h 181"/>
              <a:gd name="T14" fmla="*/ 24 w 185"/>
              <a:gd name="T15" fmla="*/ 181 h 181"/>
              <a:gd name="T16" fmla="*/ 0 w 185"/>
              <a:gd name="T17" fmla="*/ 157 h 181"/>
              <a:gd name="T18" fmla="*/ 0 w 185"/>
              <a:gd name="T19" fmla="*/ 24 h 181"/>
              <a:gd name="T20" fmla="*/ 24 w 185"/>
              <a:gd name="T21" fmla="*/ 0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85" h="181">
                <a:moveTo>
                  <a:pt x="24" y="0"/>
                </a:moveTo>
                <a:cubicBezTo>
                  <a:pt x="129" y="0"/>
                  <a:pt x="129" y="0"/>
                  <a:pt x="129" y="0"/>
                </a:cubicBezTo>
                <a:cubicBezTo>
                  <a:pt x="128" y="4"/>
                  <a:pt x="128" y="8"/>
                  <a:pt x="128" y="12"/>
                </a:cubicBezTo>
                <a:cubicBezTo>
                  <a:pt x="128" y="36"/>
                  <a:pt x="147" y="55"/>
                  <a:pt x="171" y="55"/>
                </a:cubicBezTo>
                <a:cubicBezTo>
                  <a:pt x="176" y="55"/>
                  <a:pt x="181" y="54"/>
                  <a:pt x="185" y="53"/>
                </a:cubicBezTo>
                <a:cubicBezTo>
                  <a:pt x="185" y="157"/>
                  <a:pt x="185" y="157"/>
                  <a:pt x="185" y="157"/>
                </a:cubicBezTo>
                <a:cubicBezTo>
                  <a:pt x="185" y="171"/>
                  <a:pt x="174" y="181"/>
                  <a:pt x="161" y="181"/>
                </a:cubicBezTo>
                <a:cubicBezTo>
                  <a:pt x="24" y="181"/>
                  <a:pt x="24" y="181"/>
                  <a:pt x="24" y="181"/>
                </a:cubicBezTo>
                <a:cubicBezTo>
                  <a:pt x="11" y="181"/>
                  <a:pt x="0" y="171"/>
                  <a:pt x="0" y="157"/>
                </a:cubicBezTo>
                <a:cubicBezTo>
                  <a:pt x="0" y="24"/>
                  <a:pt x="0" y="24"/>
                  <a:pt x="0" y="24"/>
                </a:cubicBezTo>
                <a:cubicBezTo>
                  <a:pt x="0" y="11"/>
                  <a:pt x="11" y="0"/>
                  <a:pt x="24" y="0"/>
                </a:cubicBezTo>
                <a:close/>
              </a:path>
            </a:pathLst>
          </a:custGeom>
          <a:solidFill>
            <a:schemeClr val="bg1"/>
          </a:solidFill>
          <a:ln>
            <a:noFill/>
          </a:ln>
          <a:effectLst>
            <a:outerShdw blurRad="254000" dist="190500" dir="8100000" algn="tr" rotWithShape="0">
              <a:schemeClr val="tx2">
                <a:alpha val="10000"/>
              </a:schemeClr>
            </a:outerShdw>
          </a:effectLst>
        </p:spPr>
        <p:txBody>
          <a:bodyPr vert="horz" wrap="square" lIns="91440" tIns="45720" rIns="91440" bIns="45720" numCol="1" anchor="t" anchorCtr="0" compatLnSpc="1">
            <a:prstTxWarp prst="textNoShape">
              <a:avLst/>
            </a:prstTxWarp>
          </a:bodyPr>
          <a:lstStyle/>
          <a:p>
            <a:endParaRPr lang="en-US"/>
          </a:p>
        </p:txBody>
      </p:sp>
      <p:sp>
        <p:nvSpPr>
          <p:cNvPr id="4" name="Freeform 7">
            <a:extLst>
              <a:ext uri="{FF2B5EF4-FFF2-40B4-BE49-F238E27FC236}">
                <a16:creationId xmlns:a16="http://schemas.microsoft.com/office/drawing/2014/main" id="{7479FF81-49C5-F4B9-AB2F-70873C2F8F53}"/>
              </a:ext>
            </a:extLst>
          </p:cNvPr>
          <p:cNvSpPr>
            <a:spLocks/>
          </p:cNvSpPr>
          <p:nvPr/>
        </p:nvSpPr>
        <p:spPr bwMode="auto">
          <a:xfrm>
            <a:off x="6132378" y="3809145"/>
            <a:ext cx="1651907" cy="1625667"/>
          </a:xfrm>
          <a:custGeom>
            <a:avLst/>
            <a:gdLst>
              <a:gd name="T0" fmla="*/ 24 w 185"/>
              <a:gd name="T1" fmla="*/ 182 h 182"/>
              <a:gd name="T2" fmla="*/ 129 w 185"/>
              <a:gd name="T3" fmla="*/ 182 h 182"/>
              <a:gd name="T4" fmla="*/ 128 w 185"/>
              <a:gd name="T5" fmla="*/ 170 h 182"/>
              <a:gd name="T6" fmla="*/ 171 w 185"/>
              <a:gd name="T7" fmla="*/ 126 h 182"/>
              <a:gd name="T8" fmla="*/ 185 w 185"/>
              <a:gd name="T9" fmla="*/ 129 h 182"/>
              <a:gd name="T10" fmla="*/ 185 w 185"/>
              <a:gd name="T11" fmla="*/ 24 h 182"/>
              <a:gd name="T12" fmla="*/ 161 w 185"/>
              <a:gd name="T13" fmla="*/ 0 h 182"/>
              <a:gd name="T14" fmla="*/ 24 w 185"/>
              <a:gd name="T15" fmla="*/ 0 h 182"/>
              <a:gd name="T16" fmla="*/ 0 w 185"/>
              <a:gd name="T17" fmla="*/ 24 h 182"/>
              <a:gd name="T18" fmla="*/ 0 w 185"/>
              <a:gd name="T19" fmla="*/ 158 h 182"/>
              <a:gd name="T20" fmla="*/ 24 w 185"/>
              <a:gd name="T21" fmla="*/ 182 h 1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85" h="182">
                <a:moveTo>
                  <a:pt x="24" y="182"/>
                </a:moveTo>
                <a:cubicBezTo>
                  <a:pt x="129" y="182"/>
                  <a:pt x="129" y="182"/>
                  <a:pt x="129" y="182"/>
                </a:cubicBezTo>
                <a:cubicBezTo>
                  <a:pt x="128" y="178"/>
                  <a:pt x="128" y="174"/>
                  <a:pt x="128" y="170"/>
                </a:cubicBezTo>
                <a:cubicBezTo>
                  <a:pt x="128" y="146"/>
                  <a:pt x="147" y="126"/>
                  <a:pt x="171" y="126"/>
                </a:cubicBezTo>
                <a:cubicBezTo>
                  <a:pt x="176" y="126"/>
                  <a:pt x="181" y="127"/>
                  <a:pt x="185" y="129"/>
                </a:cubicBezTo>
                <a:cubicBezTo>
                  <a:pt x="185" y="24"/>
                  <a:pt x="185" y="24"/>
                  <a:pt x="185" y="24"/>
                </a:cubicBezTo>
                <a:cubicBezTo>
                  <a:pt x="185" y="11"/>
                  <a:pt x="174" y="0"/>
                  <a:pt x="161" y="0"/>
                </a:cubicBezTo>
                <a:cubicBezTo>
                  <a:pt x="24" y="0"/>
                  <a:pt x="24" y="0"/>
                  <a:pt x="24" y="0"/>
                </a:cubicBezTo>
                <a:cubicBezTo>
                  <a:pt x="11" y="0"/>
                  <a:pt x="0" y="11"/>
                  <a:pt x="0" y="24"/>
                </a:cubicBezTo>
                <a:cubicBezTo>
                  <a:pt x="0" y="158"/>
                  <a:pt x="0" y="158"/>
                  <a:pt x="0" y="158"/>
                </a:cubicBezTo>
                <a:cubicBezTo>
                  <a:pt x="0" y="171"/>
                  <a:pt x="11" y="182"/>
                  <a:pt x="24" y="182"/>
                </a:cubicBezTo>
                <a:close/>
              </a:path>
            </a:pathLst>
          </a:custGeom>
          <a:solidFill>
            <a:schemeClr val="bg1"/>
          </a:solidFill>
          <a:ln>
            <a:noFill/>
          </a:ln>
          <a:effectLst>
            <a:outerShdw blurRad="254000" dist="190500" dir="8100000" algn="tr" rotWithShape="0">
              <a:schemeClr val="tx2">
                <a:alpha val="10000"/>
              </a:schemeClr>
            </a:outerShdw>
          </a:effectLst>
        </p:spPr>
        <p:txBody>
          <a:bodyPr vert="horz" wrap="square" lIns="91440" tIns="45720" rIns="91440" bIns="45720" numCol="1" anchor="t" anchorCtr="0" compatLnSpc="1">
            <a:prstTxWarp prst="textNoShape">
              <a:avLst/>
            </a:prstTxWarp>
          </a:bodyPr>
          <a:lstStyle/>
          <a:p>
            <a:endParaRPr lang="en-US"/>
          </a:p>
        </p:txBody>
      </p:sp>
      <p:sp>
        <p:nvSpPr>
          <p:cNvPr id="5" name="Freeform 8">
            <a:extLst>
              <a:ext uri="{FF2B5EF4-FFF2-40B4-BE49-F238E27FC236}">
                <a16:creationId xmlns:a16="http://schemas.microsoft.com/office/drawing/2014/main" id="{B158009C-56C7-DD02-00CF-8FCDF724A0C7}"/>
              </a:ext>
            </a:extLst>
          </p:cNvPr>
          <p:cNvSpPr>
            <a:spLocks/>
          </p:cNvSpPr>
          <p:nvPr/>
        </p:nvSpPr>
        <p:spPr bwMode="auto">
          <a:xfrm>
            <a:off x="4399366" y="3809145"/>
            <a:ext cx="1651907" cy="1625667"/>
          </a:xfrm>
          <a:custGeom>
            <a:avLst/>
            <a:gdLst>
              <a:gd name="T0" fmla="*/ 161 w 185"/>
              <a:gd name="T1" fmla="*/ 182 h 182"/>
              <a:gd name="T2" fmla="*/ 56 w 185"/>
              <a:gd name="T3" fmla="*/ 182 h 182"/>
              <a:gd name="T4" fmla="*/ 58 w 185"/>
              <a:gd name="T5" fmla="*/ 170 h 182"/>
              <a:gd name="T6" fmla="*/ 14 w 185"/>
              <a:gd name="T7" fmla="*/ 126 h 182"/>
              <a:gd name="T8" fmla="*/ 0 w 185"/>
              <a:gd name="T9" fmla="*/ 129 h 182"/>
              <a:gd name="T10" fmla="*/ 0 w 185"/>
              <a:gd name="T11" fmla="*/ 24 h 182"/>
              <a:gd name="T12" fmla="*/ 24 w 185"/>
              <a:gd name="T13" fmla="*/ 0 h 182"/>
              <a:gd name="T14" fmla="*/ 161 w 185"/>
              <a:gd name="T15" fmla="*/ 0 h 182"/>
              <a:gd name="T16" fmla="*/ 185 w 185"/>
              <a:gd name="T17" fmla="*/ 24 h 182"/>
              <a:gd name="T18" fmla="*/ 185 w 185"/>
              <a:gd name="T19" fmla="*/ 158 h 182"/>
              <a:gd name="T20" fmla="*/ 161 w 185"/>
              <a:gd name="T21" fmla="*/ 182 h 1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85" h="182">
                <a:moveTo>
                  <a:pt x="161" y="182"/>
                </a:moveTo>
                <a:cubicBezTo>
                  <a:pt x="56" y="182"/>
                  <a:pt x="56" y="182"/>
                  <a:pt x="56" y="182"/>
                </a:cubicBezTo>
                <a:cubicBezTo>
                  <a:pt x="57" y="178"/>
                  <a:pt x="58" y="174"/>
                  <a:pt x="58" y="170"/>
                </a:cubicBezTo>
                <a:cubicBezTo>
                  <a:pt x="58" y="146"/>
                  <a:pt x="38" y="126"/>
                  <a:pt x="14" y="126"/>
                </a:cubicBezTo>
                <a:cubicBezTo>
                  <a:pt x="9" y="126"/>
                  <a:pt x="5" y="127"/>
                  <a:pt x="0" y="129"/>
                </a:cubicBezTo>
                <a:cubicBezTo>
                  <a:pt x="0" y="24"/>
                  <a:pt x="0" y="24"/>
                  <a:pt x="0" y="24"/>
                </a:cubicBezTo>
                <a:cubicBezTo>
                  <a:pt x="0" y="11"/>
                  <a:pt x="11" y="0"/>
                  <a:pt x="24" y="0"/>
                </a:cubicBezTo>
                <a:cubicBezTo>
                  <a:pt x="161" y="0"/>
                  <a:pt x="161" y="0"/>
                  <a:pt x="161" y="0"/>
                </a:cubicBezTo>
                <a:cubicBezTo>
                  <a:pt x="174" y="0"/>
                  <a:pt x="185" y="11"/>
                  <a:pt x="185" y="24"/>
                </a:cubicBezTo>
                <a:cubicBezTo>
                  <a:pt x="185" y="158"/>
                  <a:pt x="185" y="158"/>
                  <a:pt x="185" y="158"/>
                </a:cubicBezTo>
                <a:cubicBezTo>
                  <a:pt x="185" y="171"/>
                  <a:pt x="174" y="182"/>
                  <a:pt x="161" y="182"/>
                </a:cubicBezTo>
                <a:close/>
              </a:path>
            </a:pathLst>
          </a:custGeom>
          <a:solidFill>
            <a:schemeClr val="bg1"/>
          </a:solidFill>
          <a:ln>
            <a:noFill/>
          </a:ln>
          <a:effectLst>
            <a:outerShdw blurRad="254000" dist="190500" dir="8100000" algn="tr" rotWithShape="0">
              <a:schemeClr val="tx2">
                <a:alpha val="10000"/>
              </a:schemeClr>
            </a:outerShdw>
          </a:effectLst>
        </p:spPr>
        <p:txBody>
          <a:bodyPr vert="horz" wrap="square" lIns="91440" tIns="45720" rIns="91440" bIns="45720" numCol="1" anchor="t" anchorCtr="0" compatLnSpc="1">
            <a:prstTxWarp prst="textNoShape">
              <a:avLst/>
            </a:prstTxWarp>
          </a:bodyPr>
          <a:lstStyle/>
          <a:p>
            <a:endParaRPr lang="en-US"/>
          </a:p>
        </p:txBody>
      </p:sp>
      <p:sp>
        <p:nvSpPr>
          <p:cNvPr id="6" name="Freeform 9">
            <a:extLst>
              <a:ext uri="{FF2B5EF4-FFF2-40B4-BE49-F238E27FC236}">
                <a16:creationId xmlns:a16="http://schemas.microsoft.com/office/drawing/2014/main" id="{032CABBF-2559-5C6F-388D-84EC797A1173}"/>
              </a:ext>
            </a:extLst>
          </p:cNvPr>
          <p:cNvSpPr>
            <a:spLocks/>
          </p:cNvSpPr>
          <p:nvPr/>
        </p:nvSpPr>
        <p:spPr bwMode="auto">
          <a:xfrm>
            <a:off x="4631945" y="2300364"/>
            <a:ext cx="1186749" cy="1204640"/>
          </a:xfrm>
          <a:custGeom>
            <a:avLst/>
            <a:gdLst>
              <a:gd name="T0" fmla="*/ 38 w 133"/>
              <a:gd name="T1" fmla="*/ 0 h 135"/>
              <a:gd name="T2" fmla="*/ 0 w 133"/>
              <a:gd name="T3" fmla="*/ 39 h 135"/>
              <a:gd name="T4" fmla="*/ 0 w 133"/>
              <a:gd name="T5" fmla="*/ 135 h 135"/>
              <a:gd name="T6" fmla="*/ 133 w 133"/>
              <a:gd name="T7" fmla="*/ 135 h 135"/>
              <a:gd name="T8" fmla="*/ 133 w 133"/>
              <a:gd name="T9" fmla="*/ 0 h 135"/>
              <a:gd name="T10" fmla="*/ 38 w 133"/>
              <a:gd name="T11" fmla="*/ 0 h 135"/>
            </a:gdLst>
            <a:ahLst/>
            <a:cxnLst>
              <a:cxn ang="0">
                <a:pos x="T0" y="T1"/>
              </a:cxn>
              <a:cxn ang="0">
                <a:pos x="T2" y="T3"/>
              </a:cxn>
              <a:cxn ang="0">
                <a:pos x="T4" y="T5"/>
              </a:cxn>
              <a:cxn ang="0">
                <a:pos x="T6" y="T7"/>
              </a:cxn>
              <a:cxn ang="0">
                <a:pos x="T8" y="T9"/>
              </a:cxn>
              <a:cxn ang="0">
                <a:pos x="T10" y="T11"/>
              </a:cxn>
            </a:cxnLst>
            <a:rect l="0" t="0" r="r" b="b"/>
            <a:pathLst>
              <a:path w="133" h="135">
                <a:moveTo>
                  <a:pt x="38" y="0"/>
                </a:moveTo>
                <a:cubicBezTo>
                  <a:pt x="35" y="20"/>
                  <a:pt x="19" y="35"/>
                  <a:pt x="0" y="39"/>
                </a:cubicBezTo>
                <a:cubicBezTo>
                  <a:pt x="0" y="135"/>
                  <a:pt x="0" y="135"/>
                  <a:pt x="0" y="135"/>
                </a:cubicBezTo>
                <a:cubicBezTo>
                  <a:pt x="133" y="135"/>
                  <a:pt x="133" y="135"/>
                  <a:pt x="133" y="135"/>
                </a:cubicBezTo>
                <a:cubicBezTo>
                  <a:pt x="133" y="0"/>
                  <a:pt x="133" y="0"/>
                  <a:pt x="133" y="0"/>
                </a:cubicBezTo>
                <a:lnTo>
                  <a:pt x="38" y="0"/>
                </a:lnTo>
                <a:close/>
              </a:path>
            </a:pathLst>
          </a:custGeom>
          <a:solidFill>
            <a:srgbClr val="605FC0"/>
          </a:solidFill>
          <a:ln>
            <a:noFill/>
          </a:ln>
        </p:spPr>
        <p:txBody>
          <a:bodyPr vert="horz" wrap="square" lIns="91440" tIns="45720" rIns="91440" bIns="45720" numCol="1" anchor="t" anchorCtr="0" compatLnSpc="1">
            <a:prstTxWarp prst="textNoShape">
              <a:avLst/>
            </a:prstTxWarp>
          </a:bodyPr>
          <a:lstStyle/>
          <a:p>
            <a:endParaRPr lang="en-US"/>
          </a:p>
        </p:txBody>
      </p:sp>
      <p:sp>
        <p:nvSpPr>
          <p:cNvPr id="7" name="Freeform 10">
            <a:extLst>
              <a:ext uri="{FF2B5EF4-FFF2-40B4-BE49-F238E27FC236}">
                <a16:creationId xmlns:a16="http://schemas.microsoft.com/office/drawing/2014/main" id="{15C4E6C8-3DDF-E577-C97C-89AD114B48DF}"/>
              </a:ext>
            </a:extLst>
          </p:cNvPr>
          <p:cNvSpPr>
            <a:spLocks/>
          </p:cNvSpPr>
          <p:nvPr/>
        </p:nvSpPr>
        <p:spPr bwMode="auto">
          <a:xfrm>
            <a:off x="4189613" y="1858032"/>
            <a:ext cx="678326" cy="678325"/>
          </a:xfrm>
          <a:custGeom>
            <a:avLst/>
            <a:gdLst>
              <a:gd name="T0" fmla="*/ 85 w 87"/>
              <a:gd name="T1" fmla="*/ 32 h 87"/>
              <a:gd name="T2" fmla="*/ 43 w 87"/>
              <a:gd name="T3" fmla="*/ 0 h 87"/>
              <a:gd name="T4" fmla="*/ 0 w 87"/>
              <a:gd name="T5" fmla="*/ 44 h 87"/>
              <a:gd name="T6" fmla="*/ 29 w 87"/>
              <a:gd name="T7" fmla="*/ 85 h 87"/>
              <a:gd name="T8" fmla="*/ 43 w 87"/>
              <a:gd name="T9" fmla="*/ 87 h 87"/>
              <a:gd name="T10" fmla="*/ 87 w 87"/>
              <a:gd name="T11" fmla="*/ 44 h 87"/>
              <a:gd name="T12" fmla="*/ 85 w 87"/>
              <a:gd name="T13" fmla="*/ 32 h 87"/>
            </a:gdLst>
            <a:ahLst/>
            <a:cxnLst>
              <a:cxn ang="0">
                <a:pos x="T0" y="T1"/>
              </a:cxn>
              <a:cxn ang="0">
                <a:pos x="T2" y="T3"/>
              </a:cxn>
              <a:cxn ang="0">
                <a:pos x="T4" y="T5"/>
              </a:cxn>
              <a:cxn ang="0">
                <a:pos x="T6" y="T7"/>
              </a:cxn>
              <a:cxn ang="0">
                <a:pos x="T8" y="T9"/>
              </a:cxn>
              <a:cxn ang="0">
                <a:pos x="T10" y="T11"/>
              </a:cxn>
              <a:cxn ang="0">
                <a:pos x="T12" y="T13"/>
              </a:cxn>
            </a:cxnLst>
            <a:rect l="0" t="0" r="r" b="b"/>
            <a:pathLst>
              <a:path w="87" h="87">
                <a:moveTo>
                  <a:pt x="85" y="32"/>
                </a:moveTo>
                <a:cubicBezTo>
                  <a:pt x="80" y="14"/>
                  <a:pt x="63" y="0"/>
                  <a:pt x="43" y="0"/>
                </a:cubicBezTo>
                <a:cubicBezTo>
                  <a:pt x="19" y="0"/>
                  <a:pt x="0" y="20"/>
                  <a:pt x="0" y="44"/>
                </a:cubicBezTo>
                <a:cubicBezTo>
                  <a:pt x="0" y="63"/>
                  <a:pt x="12" y="79"/>
                  <a:pt x="29" y="85"/>
                </a:cubicBezTo>
                <a:cubicBezTo>
                  <a:pt x="34" y="86"/>
                  <a:pt x="38" y="87"/>
                  <a:pt x="43" y="87"/>
                </a:cubicBezTo>
                <a:cubicBezTo>
                  <a:pt x="67" y="87"/>
                  <a:pt x="87" y="68"/>
                  <a:pt x="87" y="44"/>
                </a:cubicBezTo>
                <a:cubicBezTo>
                  <a:pt x="87" y="40"/>
                  <a:pt x="86" y="36"/>
                  <a:pt x="85" y="32"/>
                </a:cubicBezTo>
                <a:close/>
              </a:path>
            </a:pathLst>
          </a:custGeom>
          <a:solidFill>
            <a:srgbClr val="605FC0"/>
          </a:solidFill>
          <a:ln w="38100">
            <a:noFill/>
          </a:ln>
        </p:spPr>
        <p:txBody>
          <a:bodyPr vert="horz" wrap="square" lIns="91440" tIns="45720" rIns="91440" bIns="45720" numCol="1" anchor="ctr" anchorCtr="0" compatLnSpc="1">
            <a:prstTxWarp prst="textNoShape">
              <a:avLst/>
            </a:prstTxWarp>
          </a:bodyPr>
          <a:lstStyle/>
          <a:p>
            <a:pPr algn="ctr"/>
            <a:r>
              <a:rPr lang="en-US" sz="2700" b="1">
                <a:solidFill>
                  <a:schemeClr val="bg1"/>
                </a:solidFill>
                <a:latin typeface="Open Sans" panose="020B0606030504020204" pitchFamily="34" charset="0"/>
                <a:ea typeface="Open Sans" panose="020B0606030504020204" pitchFamily="34" charset="0"/>
                <a:cs typeface="Open Sans" panose="020B0606030504020204" pitchFamily="34" charset="0"/>
              </a:rPr>
              <a:t>1</a:t>
            </a:r>
          </a:p>
        </p:txBody>
      </p:sp>
      <p:sp>
        <p:nvSpPr>
          <p:cNvPr id="8" name="Freeform 11">
            <a:extLst>
              <a:ext uri="{FF2B5EF4-FFF2-40B4-BE49-F238E27FC236}">
                <a16:creationId xmlns:a16="http://schemas.microsoft.com/office/drawing/2014/main" id="{10425DA9-2C4F-1AEF-ADC5-0D96611AB179}"/>
              </a:ext>
            </a:extLst>
          </p:cNvPr>
          <p:cNvSpPr>
            <a:spLocks/>
          </p:cNvSpPr>
          <p:nvPr/>
        </p:nvSpPr>
        <p:spPr bwMode="auto">
          <a:xfrm>
            <a:off x="6363764" y="2300364"/>
            <a:ext cx="1187942" cy="1204640"/>
          </a:xfrm>
          <a:custGeom>
            <a:avLst/>
            <a:gdLst>
              <a:gd name="T0" fmla="*/ 95 w 133"/>
              <a:gd name="T1" fmla="*/ 0 h 135"/>
              <a:gd name="T2" fmla="*/ 133 w 133"/>
              <a:gd name="T3" fmla="*/ 39 h 135"/>
              <a:gd name="T4" fmla="*/ 133 w 133"/>
              <a:gd name="T5" fmla="*/ 135 h 135"/>
              <a:gd name="T6" fmla="*/ 0 w 133"/>
              <a:gd name="T7" fmla="*/ 135 h 135"/>
              <a:gd name="T8" fmla="*/ 0 w 133"/>
              <a:gd name="T9" fmla="*/ 0 h 135"/>
              <a:gd name="T10" fmla="*/ 95 w 133"/>
              <a:gd name="T11" fmla="*/ 0 h 135"/>
            </a:gdLst>
            <a:ahLst/>
            <a:cxnLst>
              <a:cxn ang="0">
                <a:pos x="T0" y="T1"/>
              </a:cxn>
              <a:cxn ang="0">
                <a:pos x="T2" y="T3"/>
              </a:cxn>
              <a:cxn ang="0">
                <a:pos x="T4" y="T5"/>
              </a:cxn>
              <a:cxn ang="0">
                <a:pos x="T6" y="T7"/>
              </a:cxn>
              <a:cxn ang="0">
                <a:pos x="T8" y="T9"/>
              </a:cxn>
              <a:cxn ang="0">
                <a:pos x="T10" y="T11"/>
              </a:cxn>
            </a:cxnLst>
            <a:rect l="0" t="0" r="r" b="b"/>
            <a:pathLst>
              <a:path w="133" h="135">
                <a:moveTo>
                  <a:pt x="95" y="0"/>
                </a:moveTo>
                <a:cubicBezTo>
                  <a:pt x="99" y="20"/>
                  <a:pt x="114" y="35"/>
                  <a:pt x="133" y="39"/>
                </a:cubicBezTo>
                <a:cubicBezTo>
                  <a:pt x="133" y="135"/>
                  <a:pt x="133" y="135"/>
                  <a:pt x="133" y="135"/>
                </a:cubicBezTo>
                <a:cubicBezTo>
                  <a:pt x="0" y="135"/>
                  <a:pt x="0" y="135"/>
                  <a:pt x="0" y="135"/>
                </a:cubicBezTo>
                <a:cubicBezTo>
                  <a:pt x="0" y="0"/>
                  <a:pt x="0" y="0"/>
                  <a:pt x="0" y="0"/>
                </a:cubicBezTo>
                <a:lnTo>
                  <a:pt x="95" y="0"/>
                </a:lnTo>
                <a:close/>
              </a:path>
            </a:pathLst>
          </a:custGeom>
          <a:solidFill>
            <a:srgbClr val="FF9300"/>
          </a:solidFill>
          <a:ln>
            <a:noFill/>
          </a:ln>
        </p:spPr>
        <p:txBody>
          <a:bodyPr vert="horz" wrap="square" lIns="91440" tIns="45720" rIns="91440" bIns="45720" numCol="1" anchor="t" anchorCtr="0" compatLnSpc="1">
            <a:prstTxWarp prst="textNoShape">
              <a:avLst/>
            </a:prstTxWarp>
          </a:bodyPr>
          <a:lstStyle/>
          <a:p>
            <a:endParaRPr lang="en-US"/>
          </a:p>
        </p:txBody>
      </p:sp>
      <p:sp>
        <p:nvSpPr>
          <p:cNvPr id="9" name="Freeform 12">
            <a:extLst>
              <a:ext uri="{FF2B5EF4-FFF2-40B4-BE49-F238E27FC236}">
                <a16:creationId xmlns:a16="http://schemas.microsoft.com/office/drawing/2014/main" id="{77D20234-F8D5-630F-81C1-0FB2F454A046}"/>
              </a:ext>
            </a:extLst>
          </p:cNvPr>
          <p:cNvSpPr>
            <a:spLocks/>
          </p:cNvSpPr>
          <p:nvPr/>
        </p:nvSpPr>
        <p:spPr bwMode="auto">
          <a:xfrm>
            <a:off x="7324061" y="1858032"/>
            <a:ext cx="678326" cy="678325"/>
          </a:xfrm>
          <a:custGeom>
            <a:avLst/>
            <a:gdLst>
              <a:gd name="T0" fmla="*/ 1 w 87"/>
              <a:gd name="T1" fmla="*/ 32 h 87"/>
              <a:gd name="T2" fmla="*/ 43 w 87"/>
              <a:gd name="T3" fmla="*/ 0 h 87"/>
              <a:gd name="T4" fmla="*/ 87 w 87"/>
              <a:gd name="T5" fmla="*/ 44 h 87"/>
              <a:gd name="T6" fmla="*/ 57 w 87"/>
              <a:gd name="T7" fmla="*/ 85 h 87"/>
              <a:gd name="T8" fmla="*/ 43 w 87"/>
              <a:gd name="T9" fmla="*/ 87 h 87"/>
              <a:gd name="T10" fmla="*/ 0 w 87"/>
              <a:gd name="T11" fmla="*/ 44 h 87"/>
              <a:gd name="T12" fmla="*/ 1 w 87"/>
              <a:gd name="T13" fmla="*/ 32 h 87"/>
            </a:gdLst>
            <a:ahLst/>
            <a:cxnLst>
              <a:cxn ang="0">
                <a:pos x="T0" y="T1"/>
              </a:cxn>
              <a:cxn ang="0">
                <a:pos x="T2" y="T3"/>
              </a:cxn>
              <a:cxn ang="0">
                <a:pos x="T4" y="T5"/>
              </a:cxn>
              <a:cxn ang="0">
                <a:pos x="T6" y="T7"/>
              </a:cxn>
              <a:cxn ang="0">
                <a:pos x="T8" y="T9"/>
              </a:cxn>
              <a:cxn ang="0">
                <a:pos x="T10" y="T11"/>
              </a:cxn>
              <a:cxn ang="0">
                <a:pos x="T12" y="T13"/>
              </a:cxn>
            </a:cxnLst>
            <a:rect l="0" t="0" r="r" b="b"/>
            <a:pathLst>
              <a:path w="87" h="87">
                <a:moveTo>
                  <a:pt x="1" y="32"/>
                </a:moveTo>
                <a:cubicBezTo>
                  <a:pt x="6" y="14"/>
                  <a:pt x="23" y="0"/>
                  <a:pt x="43" y="0"/>
                </a:cubicBezTo>
                <a:cubicBezTo>
                  <a:pt x="67" y="0"/>
                  <a:pt x="87" y="20"/>
                  <a:pt x="87" y="44"/>
                </a:cubicBezTo>
                <a:cubicBezTo>
                  <a:pt x="87" y="63"/>
                  <a:pt x="74" y="79"/>
                  <a:pt x="57" y="85"/>
                </a:cubicBezTo>
                <a:cubicBezTo>
                  <a:pt x="53" y="86"/>
                  <a:pt x="48" y="87"/>
                  <a:pt x="43" y="87"/>
                </a:cubicBezTo>
                <a:cubicBezTo>
                  <a:pt x="19" y="87"/>
                  <a:pt x="0" y="68"/>
                  <a:pt x="0" y="44"/>
                </a:cubicBezTo>
                <a:cubicBezTo>
                  <a:pt x="0" y="40"/>
                  <a:pt x="0" y="36"/>
                  <a:pt x="1" y="32"/>
                </a:cubicBezTo>
                <a:close/>
              </a:path>
            </a:pathLst>
          </a:custGeom>
          <a:solidFill>
            <a:srgbClr val="FF9300"/>
          </a:solidFill>
          <a:ln w="38100">
            <a:noFill/>
          </a:ln>
        </p:spPr>
        <p:txBody>
          <a:bodyPr vert="horz" wrap="square" lIns="91440" tIns="45720" rIns="91440" bIns="45720" numCol="1" anchor="ctr" anchorCtr="0" compatLnSpc="1">
            <a:prstTxWarp prst="textNoShape">
              <a:avLst/>
            </a:prstTxWarp>
          </a:bodyPr>
          <a:lstStyle/>
          <a:p>
            <a:pPr algn="ctr"/>
            <a:r>
              <a:rPr lang="en-US" sz="2700" b="1">
                <a:solidFill>
                  <a:schemeClr val="bg1"/>
                </a:solidFill>
                <a:latin typeface="Open Sans" panose="020B0606030504020204" pitchFamily="34" charset="0"/>
                <a:ea typeface="Open Sans" panose="020B0606030504020204" pitchFamily="34" charset="0"/>
                <a:cs typeface="Open Sans" panose="020B0606030504020204" pitchFamily="34" charset="0"/>
              </a:rPr>
              <a:t>2</a:t>
            </a:r>
          </a:p>
        </p:txBody>
      </p:sp>
      <p:sp>
        <p:nvSpPr>
          <p:cNvPr id="10" name="Freeform 13">
            <a:extLst>
              <a:ext uri="{FF2B5EF4-FFF2-40B4-BE49-F238E27FC236}">
                <a16:creationId xmlns:a16="http://schemas.microsoft.com/office/drawing/2014/main" id="{7F35F5C3-00CE-22EF-8EFE-A560A7425EA9}"/>
              </a:ext>
            </a:extLst>
          </p:cNvPr>
          <p:cNvSpPr>
            <a:spLocks/>
          </p:cNvSpPr>
          <p:nvPr/>
        </p:nvSpPr>
        <p:spPr bwMode="auto">
          <a:xfrm>
            <a:off x="6363764" y="4023834"/>
            <a:ext cx="1187942" cy="1196291"/>
          </a:xfrm>
          <a:custGeom>
            <a:avLst/>
            <a:gdLst>
              <a:gd name="T0" fmla="*/ 95 w 133"/>
              <a:gd name="T1" fmla="*/ 134 h 134"/>
              <a:gd name="T2" fmla="*/ 133 w 133"/>
              <a:gd name="T3" fmla="*/ 96 h 134"/>
              <a:gd name="T4" fmla="*/ 133 w 133"/>
              <a:gd name="T5" fmla="*/ 0 h 134"/>
              <a:gd name="T6" fmla="*/ 0 w 133"/>
              <a:gd name="T7" fmla="*/ 0 h 134"/>
              <a:gd name="T8" fmla="*/ 0 w 133"/>
              <a:gd name="T9" fmla="*/ 134 h 134"/>
              <a:gd name="T10" fmla="*/ 95 w 133"/>
              <a:gd name="T11" fmla="*/ 134 h 134"/>
            </a:gdLst>
            <a:ahLst/>
            <a:cxnLst>
              <a:cxn ang="0">
                <a:pos x="T0" y="T1"/>
              </a:cxn>
              <a:cxn ang="0">
                <a:pos x="T2" y="T3"/>
              </a:cxn>
              <a:cxn ang="0">
                <a:pos x="T4" y="T5"/>
              </a:cxn>
              <a:cxn ang="0">
                <a:pos x="T6" y="T7"/>
              </a:cxn>
              <a:cxn ang="0">
                <a:pos x="T8" y="T9"/>
              </a:cxn>
              <a:cxn ang="0">
                <a:pos x="T10" y="T11"/>
              </a:cxn>
            </a:cxnLst>
            <a:rect l="0" t="0" r="r" b="b"/>
            <a:pathLst>
              <a:path w="133" h="134">
                <a:moveTo>
                  <a:pt x="95" y="134"/>
                </a:moveTo>
                <a:cubicBezTo>
                  <a:pt x="99" y="115"/>
                  <a:pt x="114" y="100"/>
                  <a:pt x="133" y="96"/>
                </a:cubicBezTo>
                <a:cubicBezTo>
                  <a:pt x="133" y="0"/>
                  <a:pt x="133" y="0"/>
                  <a:pt x="133" y="0"/>
                </a:cubicBezTo>
                <a:cubicBezTo>
                  <a:pt x="0" y="0"/>
                  <a:pt x="0" y="0"/>
                  <a:pt x="0" y="0"/>
                </a:cubicBezTo>
                <a:cubicBezTo>
                  <a:pt x="0" y="134"/>
                  <a:pt x="0" y="134"/>
                  <a:pt x="0" y="134"/>
                </a:cubicBezTo>
                <a:lnTo>
                  <a:pt x="95" y="134"/>
                </a:ln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endParaRPr lang="en-US"/>
          </a:p>
        </p:txBody>
      </p:sp>
      <p:sp>
        <p:nvSpPr>
          <p:cNvPr id="11" name="Freeform 14">
            <a:extLst>
              <a:ext uri="{FF2B5EF4-FFF2-40B4-BE49-F238E27FC236}">
                <a16:creationId xmlns:a16="http://schemas.microsoft.com/office/drawing/2014/main" id="{52FC14F3-A9C1-75EF-47C4-09599D21A3F0}"/>
              </a:ext>
            </a:extLst>
          </p:cNvPr>
          <p:cNvSpPr>
            <a:spLocks/>
          </p:cNvSpPr>
          <p:nvPr/>
        </p:nvSpPr>
        <p:spPr bwMode="auto">
          <a:xfrm>
            <a:off x="7324061" y="4983012"/>
            <a:ext cx="678326" cy="679369"/>
          </a:xfrm>
          <a:custGeom>
            <a:avLst/>
            <a:gdLst>
              <a:gd name="T0" fmla="*/ 1 w 87"/>
              <a:gd name="T1" fmla="*/ 56 h 87"/>
              <a:gd name="T2" fmla="*/ 43 w 87"/>
              <a:gd name="T3" fmla="*/ 87 h 87"/>
              <a:gd name="T4" fmla="*/ 87 w 87"/>
              <a:gd name="T5" fmla="*/ 44 h 87"/>
              <a:gd name="T6" fmla="*/ 57 w 87"/>
              <a:gd name="T7" fmla="*/ 3 h 87"/>
              <a:gd name="T8" fmla="*/ 43 w 87"/>
              <a:gd name="T9" fmla="*/ 0 h 87"/>
              <a:gd name="T10" fmla="*/ 0 w 87"/>
              <a:gd name="T11" fmla="*/ 44 h 87"/>
              <a:gd name="T12" fmla="*/ 1 w 87"/>
              <a:gd name="T13" fmla="*/ 56 h 87"/>
            </a:gdLst>
            <a:ahLst/>
            <a:cxnLst>
              <a:cxn ang="0">
                <a:pos x="T0" y="T1"/>
              </a:cxn>
              <a:cxn ang="0">
                <a:pos x="T2" y="T3"/>
              </a:cxn>
              <a:cxn ang="0">
                <a:pos x="T4" y="T5"/>
              </a:cxn>
              <a:cxn ang="0">
                <a:pos x="T6" y="T7"/>
              </a:cxn>
              <a:cxn ang="0">
                <a:pos x="T8" y="T9"/>
              </a:cxn>
              <a:cxn ang="0">
                <a:pos x="T10" y="T11"/>
              </a:cxn>
              <a:cxn ang="0">
                <a:pos x="T12" y="T13"/>
              </a:cxn>
            </a:cxnLst>
            <a:rect l="0" t="0" r="r" b="b"/>
            <a:pathLst>
              <a:path w="87" h="87">
                <a:moveTo>
                  <a:pt x="1" y="56"/>
                </a:moveTo>
                <a:cubicBezTo>
                  <a:pt x="6" y="74"/>
                  <a:pt x="23" y="87"/>
                  <a:pt x="43" y="87"/>
                </a:cubicBezTo>
                <a:cubicBezTo>
                  <a:pt x="67" y="87"/>
                  <a:pt x="87" y="68"/>
                  <a:pt x="87" y="44"/>
                </a:cubicBezTo>
                <a:cubicBezTo>
                  <a:pt x="87" y="25"/>
                  <a:pt x="74" y="8"/>
                  <a:pt x="57" y="3"/>
                </a:cubicBezTo>
                <a:cubicBezTo>
                  <a:pt x="53" y="1"/>
                  <a:pt x="48" y="0"/>
                  <a:pt x="43" y="0"/>
                </a:cubicBezTo>
                <a:cubicBezTo>
                  <a:pt x="19" y="0"/>
                  <a:pt x="0" y="20"/>
                  <a:pt x="0" y="44"/>
                </a:cubicBezTo>
                <a:cubicBezTo>
                  <a:pt x="0" y="48"/>
                  <a:pt x="0" y="52"/>
                  <a:pt x="1" y="56"/>
                </a:cubicBezTo>
                <a:close/>
              </a:path>
            </a:pathLst>
          </a:custGeom>
          <a:solidFill>
            <a:schemeClr val="tx2"/>
          </a:solidFill>
          <a:ln w="38100">
            <a:noFill/>
          </a:ln>
        </p:spPr>
        <p:txBody>
          <a:bodyPr vert="horz" wrap="square" lIns="91440" tIns="45720" rIns="91440" bIns="45720" numCol="1" anchor="ctr" anchorCtr="0" compatLnSpc="1">
            <a:prstTxWarp prst="textNoShape">
              <a:avLst/>
            </a:prstTxWarp>
          </a:bodyPr>
          <a:lstStyle/>
          <a:p>
            <a:pPr algn="ctr"/>
            <a:r>
              <a:rPr lang="en-US" sz="2700" b="1">
                <a:solidFill>
                  <a:schemeClr val="bg1"/>
                </a:solidFill>
                <a:latin typeface="Open Sans" panose="020B0606030504020204" pitchFamily="34" charset="0"/>
                <a:ea typeface="Open Sans" panose="020B0606030504020204" pitchFamily="34" charset="0"/>
                <a:cs typeface="Open Sans" panose="020B0606030504020204" pitchFamily="34" charset="0"/>
              </a:rPr>
              <a:t>3</a:t>
            </a:r>
          </a:p>
        </p:txBody>
      </p:sp>
      <p:sp>
        <p:nvSpPr>
          <p:cNvPr id="12" name="Freeform 15">
            <a:extLst>
              <a:ext uri="{FF2B5EF4-FFF2-40B4-BE49-F238E27FC236}">
                <a16:creationId xmlns:a16="http://schemas.microsoft.com/office/drawing/2014/main" id="{1ABCA2DB-BD0D-E0AC-E582-8569EDC30755}"/>
              </a:ext>
            </a:extLst>
          </p:cNvPr>
          <p:cNvSpPr>
            <a:spLocks/>
          </p:cNvSpPr>
          <p:nvPr/>
        </p:nvSpPr>
        <p:spPr bwMode="auto">
          <a:xfrm>
            <a:off x="4631945" y="4023834"/>
            <a:ext cx="1186749" cy="1196291"/>
          </a:xfrm>
          <a:custGeom>
            <a:avLst/>
            <a:gdLst>
              <a:gd name="T0" fmla="*/ 38 w 133"/>
              <a:gd name="T1" fmla="*/ 134 h 134"/>
              <a:gd name="T2" fmla="*/ 0 w 133"/>
              <a:gd name="T3" fmla="*/ 96 h 134"/>
              <a:gd name="T4" fmla="*/ 0 w 133"/>
              <a:gd name="T5" fmla="*/ 0 h 134"/>
              <a:gd name="T6" fmla="*/ 133 w 133"/>
              <a:gd name="T7" fmla="*/ 0 h 134"/>
              <a:gd name="T8" fmla="*/ 133 w 133"/>
              <a:gd name="T9" fmla="*/ 134 h 134"/>
              <a:gd name="T10" fmla="*/ 38 w 133"/>
              <a:gd name="T11" fmla="*/ 134 h 134"/>
            </a:gdLst>
            <a:ahLst/>
            <a:cxnLst>
              <a:cxn ang="0">
                <a:pos x="T0" y="T1"/>
              </a:cxn>
              <a:cxn ang="0">
                <a:pos x="T2" y="T3"/>
              </a:cxn>
              <a:cxn ang="0">
                <a:pos x="T4" y="T5"/>
              </a:cxn>
              <a:cxn ang="0">
                <a:pos x="T6" y="T7"/>
              </a:cxn>
              <a:cxn ang="0">
                <a:pos x="T8" y="T9"/>
              </a:cxn>
              <a:cxn ang="0">
                <a:pos x="T10" y="T11"/>
              </a:cxn>
            </a:cxnLst>
            <a:rect l="0" t="0" r="r" b="b"/>
            <a:pathLst>
              <a:path w="133" h="134">
                <a:moveTo>
                  <a:pt x="38" y="134"/>
                </a:moveTo>
                <a:cubicBezTo>
                  <a:pt x="35" y="115"/>
                  <a:pt x="19" y="100"/>
                  <a:pt x="0" y="96"/>
                </a:cubicBezTo>
                <a:cubicBezTo>
                  <a:pt x="0" y="0"/>
                  <a:pt x="0" y="0"/>
                  <a:pt x="0" y="0"/>
                </a:cubicBezTo>
                <a:cubicBezTo>
                  <a:pt x="133" y="0"/>
                  <a:pt x="133" y="0"/>
                  <a:pt x="133" y="0"/>
                </a:cubicBezTo>
                <a:cubicBezTo>
                  <a:pt x="133" y="134"/>
                  <a:pt x="133" y="134"/>
                  <a:pt x="133" y="134"/>
                </a:cubicBezTo>
                <a:lnTo>
                  <a:pt x="38" y="134"/>
                </a:lnTo>
                <a:close/>
              </a:path>
            </a:pathLst>
          </a:custGeom>
          <a:solidFill>
            <a:schemeClr val="tx2">
              <a:lumMod val="25000"/>
              <a:lumOff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3" name="Freeform 16">
            <a:extLst>
              <a:ext uri="{FF2B5EF4-FFF2-40B4-BE49-F238E27FC236}">
                <a16:creationId xmlns:a16="http://schemas.microsoft.com/office/drawing/2014/main" id="{5E99A560-BECC-F722-D901-E64E30226ABB}"/>
              </a:ext>
            </a:extLst>
          </p:cNvPr>
          <p:cNvSpPr>
            <a:spLocks/>
          </p:cNvSpPr>
          <p:nvPr/>
        </p:nvSpPr>
        <p:spPr bwMode="auto">
          <a:xfrm>
            <a:off x="4189613" y="4983012"/>
            <a:ext cx="678326" cy="679369"/>
          </a:xfrm>
          <a:custGeom>
            <a:avLst/>
            <a:gdLst>
              <a:gd name="T0" fmla="*/ 85 w 87"/>
              <a:gd name="T1" fmla="*/ 56 h 87"/>
              <a:gd name="T2" fmla="*/ 43 w 87"/>
              <a:gd name="T3" fmla="*/ 87 h 87"/>
              <a:gd name="T4" fmla="*/ 0 w 87"/>
              <a:gd name="T5" fmla="*/ 44 h 87"/>
              <a:gd name="T6" fmla="*/ 29 w 87"/>
              <a:gd name="T7" fmla="*/ 3 h 87"/>
              <a:gd name="T8" fmla="*/ 43 w 87"/>
              <a:gd name="T9" fmla="*/ 0 h 87"/>
              <a:gd name="T10" fmla="*/ 87 w 87"/>
              <a:gd name="T11" fmla="*/ 44 h 87"/>
              <a:gd name="T12" fmla="*/ 85 w 87"/>
              <a:gd name="T13" fmla="*/ 56 h 87"/>
            </a:gdLst>
            <a:ahLst/>
            <a:cxnLst>
              <a:cxn ang="0">
                <a:pos x="T0" y="T1"/>
              </a:cxn>
              <a:cxn ang="0">
                <a:pos x="T2" y="T3"/>
              </a:cxn>
              <a:cxn ang="0">
                <a:pos x="T4" y="T5"/>
              </a:cxn>
              <a:cxn ang="0">
                <a:pos x="T6" y="T7"/>
              </a:cxn>
              <a:cxn ang="0">
                <a:pos x="T8" y="T9"/>
              </a:cxn>
              <a:cxn ang="0">
                <a:pos x="T10" y="T11"/>
              </a:cxn>
              <a:cxn ang="0">
                <a:pos x="T12" y="T13"/>
              </a:cxn>
            </a:cxnLst>
            <a:rect l="0" t="0" r="r" b="b"/>
            <a:pathLst>
              <a:path w="87" h="87">
                <a:moveTo>
                  <a:pt x="85" y="56"/>
                </a:moveTo>
                <a:cubicBezTo>
                  <a:pt x="80" y="74"/>
                  <a:pt x="63" y="87"/>
                  <a:pt x="43" y="87"/>
                </a:cubicBezTo>
                <a:cubicBezTo>
                  <a:pt x="19" y="87"/>
                  <a:pt x="0" y="68"/>
                  <a:pt x="0" y="44"/>
                </a:cubicBezTo>
                <a:cubicBezTo>
                  <a:pt x="0" y="25"/>
                  <a:pt x="12" y="8"/>
                  <a:pt x="29" y="3"/>
                </a:cubicBezTo>
                <a:cubicBezTo>
                  <a:pt x="34" y="1"/>
                  <a:pt x="38" y="0"/>
                  <a:pt x="43" y="0"/>
                </a:cubicBezTo>
                <a:cubicBezTo>
                  <a:pt x="67" y="0"/>
                  <a:pt x="87" y="20"/>
                  <a:pt x="87" y="44"/>
                </a:cubicBezTo>
                <a:cubicBezTo>
                  <a:pt x="87" y="48"/>
                  <a:pt x="86" y="52"/>
                  <a:pt x="85" y="56"/>
                </a:cubicBezTo>
                <a:close/>
              </a:path>
            </a:pathLst>
          </a:custGeom>
          <a:solidFill>
            <a:schemeClr val="tx2">
              <a:lumMod val="25000"/>
              <a:lumOff val="75000"/>
            </a:schemeClr>
          </a:solidFill>
          <a:ln w="38100">
            <a:noFill/>
          </a:ln>
        </p:spPr>
        <p:txBody>
          <a:bodyPr vert="horz" wrap="square" lIns="91440" tIns="45720" rIns="91440" bIns="45720" numCol="1" anchor="ctr" anchorCtr="0" compatLnSpc="1">
            <a:prstTxWarp prst="textNoShape">
              <a:avLst/>
            </a:prstTxWarp>
          </a:bodyPr>
          <a:lstStyle/>
          <a:p>
            <a:pPr algn="ctr"/>
            <a:r>
              <a:rPr lang="en-US" sz="2700" b="1">
                <a:solidFill>
                  <a:schemeClr val="bg1"/>
                </a:solidFill>
                <a:latin typeface="Open Sans" panose="020B0606030504020204" pitchFamily="34" charset="0"/>
                <a:ea typeface="Open Sans" panose="020B0606030504020204" pitchFamily="34" charset="0"/>
                <a:cs typeface="Open Sans" panose="020B0606030504020204" pitchFamily="34" charset="0"/>
              </a:rPr>
              <a:t>4</a:t>
            </a:r>
          </a:p>
        </p:txBody>
      </p:sp>
      <p:sp>
        <p:nvSpPr>
          <p:cNvPr id="18" name="Subtitle 2">
            <a:extLst>
              <a:ext uri="{FF2B5EF4-FFF2-40B4-BE49-F238E27FC236}">
                <a16:creationId xmlns:a16="http://schemas.microsoft.com/office/drawing/2014/main" id="{3E61BE7D-AE1F-7D81-AC60-F4770D0E81E7}"/>
              </a:ext>
            </a:extLst>
          </p:cNvPr>
          <p:cNvSpPr txBox="1">
            <a:spLocks/>
          </p:cNvSpPr>
          <p:nvPr/>
        </p:nvSpPr>
        <p:spPr>
          <a:xfrm>
            <a:off x="1066800" y="2448076"/>
            <a:ext cx="2319338" cy="739764"/>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r">
              <a:lnSpc>
                <a:spcPts val="1600"/>
              </a:lnSpc>
              <a:spcBef>
                <a:spcPts val="0"/>
              </a:spcBef>
            </a:pPr>
            <a:r>
              <a:rPr lang="en-US" sz="9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Lorem ipsum dolor sit amet</a:t>
            </a:r>
          </a:p>
          <a:p>
            <a:pPr algn="r">
              <a:lnSpc>
                <a:spcPts val="1600"/>
              </a:lnSpc>
              <a:spcBef>
                <a:spcPts val="0"/>
              </a:spcBef>
            </a:pPr>
            <a:r>
              <a:rPr lang="en-US" sz="9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consectetuer adipiscing elit. Aenean natoque  dolor</a:t>
            </a:r>
          </a:p>
        </p:txBody>
      </p:sp>
      <p:sp>
        <p:nvSpPr>
          <p:cNvPr id="19" name="TextBox 18">
            <a:extLst>
              <a:ext uri="{FF2B5EF4-FFF2-40B4-BE49-F238E27FC236}">
                <a16:creationId xmlns:a16="http://schemas.microsoft.com/office/drawing/2014/main" id="{0151D074-8572-509E-E9A8-9DCD7327D502}"/>
              </a:ext>
            </a:extLst>
          </p:cNvPr>
          <p:cNvSpPr txBox="1"/>
          <p:nvPr/>
        </p:nvSpPr>
        <p:spPr>
          <a:xfrm>
            <a:off x="2163560" y="2178983"/>
            <a:ext cx="779380" cy="338554"/>
          </a:xfrm>
          <a:prstGeom prst="rect">
            <a:avLst/>
          </a:prstGeom>
          <a:noFill/>
        </p:spPr>
        <p:txBody>
          <a:bodyPr wrap="none" rtlCol="0">
            <a:spAutoFit/>
          </a:bodyPr>
          <a:lstStyle/>
          <a:p>
            <a:pPr marL="0" marR="0" lvl="0" indent="0" algn="ctr" rtl="0">
              <a:spcBef>
                <a:spcPts val="0"/>
              </a:spcBef>
              <a:spcAft>
                <a:spcPts val="0"/>
              </a:spcAft>
              <a:buNone/>
            </a:pPr>
            <a:r>
              <a:rPr lang="en-US" sz="1600" b="1" dirty="0" err="1">
                <a:solidFill>
                  <a:schemeClr val="dk1"/>
                </a:solidFill>
                <a:latin typeface="Open Sans" panose="020B0606030504020204" pitchFamily="34" charset="0"/>
                <a:ea typeface="Open Sans" panose="020B0606030504020204" pitchFamily="34" charset="0"/>
                <a:cs typeface="Open Sans" panose="020B0606030504020204" pitchFamily="34" charset="0"/>
                <a:sym typeface="Sora"/>
              </a:rPr>
              <a:t>Título</a:t>
            </a:r>
            <a:endParaRPr lang="en-US" sz="1600" b="1"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Sora"/>
            </a:endParaRPr>
          </a:p>
        </p:txBody>
      </p:sp>
      <p:sp>
        <p:nvSpPr>
          <p:cNvPr id="20" name="Subtitle 2">
            <a:extLst>
              <a:ext uri="{FF2B5EF4-FFF2-40B4-BE49-F238E27FC236}">
                <a16:creationId xmlns:a16="http://schemas.microsoft.com/office/drawing/2014/main" id="{59780EB5-C5A8-9FAC-6086-CA3A2C34DBF2}"/>
              </a:ext>
            </a:extLst>
          </p:cNvPr>
          <p:cNvSpPr txBox="1">
            <a:spLocks/>
          </p:cNvSpPr>
          <p:nvPr/>
        </p:nvSpPr>
        <p:spPr>
          <a:xfrm>
            <a:off x="1066800" y="4508637"/>
            <a:ext cx="2319338" cy="739764"/>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r">
              <a:lnSpc>
                <a:spcPts val="1600"/>
              </a:lnSpc>
              <a:spcBef>
                <a:spcPts val="0"/>
              </a:spcBef>
            </a:pPr>
            <a:r>
              <a:rPr lang="en-US" sz="9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Lorem ipsum dolor sit amet</a:t>
            </a:r>
          </a:p>
          <a:p>
            <a:pPr algn="r">
              <a:lnSpc>
                <a:spcPts val="1600"/>
              </a:lnSpc>
              <a:spcBef>
                <a:spcPts val="0"/>
              </a:spcBef>
            </a:pPr>
            <a:r>
              <a:rPr lang="en-US" sz="9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consectetuer adipiscing elit. Aenean natoque  dolor</a:t>
            </a:r>
          </a:p>
        </p:txBody>
      </p:sp>
      <p:sp>
        <p:nvSpPr>
          <p:cNvPr id="21" name="TextBox 20">
            <a:extLst>
              <a:ext uri="{FF2B5EF4-FFF2-40B4-BE49-F238E27FC236}">
                <a16:creationId xmlns:a16="http://schemas.microsoft.com/office/drawing/2014/main" id="{28D021F7-8E96-C88E-0637-3000AF4F3D80}"/>
              </a:ext>
            </a:extLst>
          </p:cNvPr>
          <p:cNvSpPr txBox="1"/>
          <p:nvPr/>
        </p:nvSpPr>
        <p:spPr>
          <a:xfrm>
            <a:off x="2163560" y="4239544"/>
            <a:ext cx="779380" cy="338554"/>
          </a:xfrm>
          <a:prstGeom prst="rect">
            <a:avLst/>
          </a:prstGeom>
          <a:noFill/>
        </p:spPr>
        <p:txBody>
          <a:bodyPr wrap="none" rtlCol="0">
            <a:spAutoFit/>
          </a:bodyPr>
          <a:lstStyle/>
          <a:p>
            <a:pPr marL="0" marR="0" lvl="0" indent="0" algn="ctr" rtl="0">
              <a:spcBef>
                <a:spcPts val="0"/>
              </a:spcBef>
              <a:spcAft>
                <a:spcPts val="0"/>
              </a:spcAft>
              <a:buNone/>
            </a:pPr>
            <a:r>
              <a:rPr lang="en-US" sz="1600" b="1" dirty="0" err="1">
                <a:solidFill>
                  <a:schemeClr val="dk1"/>
                </a:solidFill>
                <a:latin typeface="Open Sans" panose="020B0606030504020204" pitchFamily="34" charset="0"/>
                <a:ea typeface="Open Sans" panose="020B0606030504020204" pitchFamily="34" charset="0"/>
                <a:cs typeface="Open Sans" panose="020B0606030504020204" pitchFamily="34" charset="0"/>
                <a:sym typeface="Sora"/>
              </a:rPr>
              <a:t>Título</a:t>
            </a:r>
            <a:endParaRPr lang="en-US" sz="1600" b="1"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Sora"/>
            </a:endParaRPr>
          </a:p>
        </p:txBody>
      </p:sp>
      <p:sp>
        <p:nvSpPr>
          <p:cNvPr id="22" name="Subtitle 2">
            <a:extLst>
              <a:ext uri="{FF2B5EF4-FFF2-40B4-BE49-F238E27FC236}">
                <a16:creationId xmlns:a16="http://schemas.microsoft.com/office/drawing/2014/main" id="{0EA648DF-73DD-EC21-EB63-F150B099D492}"/>
              </a:ext>
            </a:extLst>
          </p:cNvPr>
          <p:cNvSpPr txBox="1">
            <a:spLocks/>
          </p:cNvSpPr>
          <p:nvPr/>
        </p:nvSpPr>
        <p:spPr>
          <a:xfrm>
            <a:off x="8805863" y="2448076"/>
            <a:ext cx="2319337" cy="739764"/>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ts val="1600"/>
              </a:lnSpc>
              <a:spcBef>
                <a:spcPts val="0"/>
              </a:spcBef>
            </a:pPr>
            <a:r>
              <a:rPr lang="en-US" sz="9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Lorem ipsum dolor sit amet</a:t>
            </a:r>
          </a:p>
          <a:p>
            <a:pPr algn="l">
              <a:lnSpc>
                <a:spcPts val="1600"/>
              </a:lnSpc>
              <a:spcBef>
                <a:spcPts val="0"/>
              </a:spcBef>
            </a:pPr>
            <a:r>
              <a:rPr lang="en-US" sz="9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consectetuer adipiscing elit. Aenean natoque  dolor</a:t>
            </a:r>
          </a:p>
        </p:txBody>
      </p:sp>
      <p:sp>
        <p:nvSpPr>
          <p:cNvPr id="23" name="TextBox 22">
            <a:extLst>
              <a:ext uri="{FF2B5EF4-FFF2-40B4-BE49-F238E27FC236}">
                <a16:creationId xmlns:a16="http://schemas.microsoft.com/office/drawing/2014/main" id="{DF341F45-3E5F-82EC-7F3C-3A22DD27804A}"/>
              </a:ext>
            </a:extLst>
          </p:cNvPr>
          <p:cNvSpPr txBox="1"/>
          <p:nvPr/>
        </p:nvSpPr>
        <p:spPr>
          <a:xfrm>
            <a:off x="9249061" y="2178983"/>
            <a:ext cx="779380" cy="338554"/>
          </a:xfrm>
          <a:prstGeom prst="rect">
            <a:avLst/>
          </a:prstGeom>
          <a:noFill/>
        </p:spPr>
        <p:txBody>
          <a:bodyPr wrap="none" rtlCol="0">
            <a:spAutoFit/>
          </a:bodyPr>
          <a:lstStyle/>
          <a:p>
            <a:pPr marL="0" marR="0" lvl="0" indent="0" algn="ctr" rtl="0">
              <a:spcBef>
                <a:spcPts val="0"/>
              </a:spcBef>
              <a:spcAft>
                <a:spcPts val="0"/>
              </a:spcAft>
              <a:buNone/>
            </a:pPr>
            <a:r>
              <a:rPr lang="en-US" sz="1600" b="1" dirty="0" err="1">
                <a:solidFill>
                  <a:schemeClr val="dk1"/>
                </a:solidFill>
                <a:latin typeface="Open Sans" panose="020B0606030504020204" pitchFamily="34" charset="0"/>
                <a:ea typeface="Open Sans" panose="020B0606030504020204" pitchFamily="34" charset="0"/>
                <a:cs typeface="Open Sans" panose="020B0606030504020204" pitchFamily="34" charset="0"/>
                <a:sym typeface="Sora"/>
              </a:rPr>
              <a:t>Título</a:t>
            </a:r>
            <a:endParaRPr lang="en-US" sz="1600" b="1"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Sora"/>
            </a:endParaRPr>
          </a:p>
        </p:txBody>
      </p:sp>
      <p:sp>
        <p:nvSpPr>
          <p:cNvPr id="24" name="Subtitle 2">
            <a:extLst>
              <a:ext uri="{FF2B5EF4-FFF2-40B4-BE49-F238E27FC236}">
                <a16:creationId xmlns:a16="http://schemas.microsoft.com/office/drawing/2014/main" id="{F1E91BCD-C448-B383-BDB5-82768567C573}"/>
              </a:ext>
            </a:extLst>
          </p:cNvPr>
          <p:cNvSpPr txBox="1">
            <a:spLocks/>
          </p:cNvSpPr>
          <p:nvPr/>
        </p:nvSpPr>
        <p:spPr>
          <a:xfrm>
            <a:off x="8805863" y="4508637"/>
            <a:ext cx="2319337" cy="739764"/>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ts val="1600"/>
              </a:lnSpc>
              <a:spcBef>
                <a:spcPts val="0"/>
              </a:spcBef>
            </a:pPr>
            <a:r>
              <a:rPr lang="en-US" sz="9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Lorem ipsum dolor sit amet</a:t>
            </a:r>
          </a:p>
          <a:p>
            <a:pPr algn="l">
              <a:lnSpc>
                <a:spcPts val="1600"/>
              </a:lnSpc>
              <a:spcBef>
                <a:spcPts val="0"/>
              </a:spcBef>
            </a:pPr>
            <a:r>
              <a:rPr lang="en-US" sz="9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consectetuer adipiscing elit. Aenean natoque  dolor</a:t>
            </a:r>
          </a:p>
        </p:txBody>
      </p:sp>
      <p:sp>
        <p:nvSpPr>
          <p:cNvPr id="25" name="TextBox 24">
            <a:extLst>
              <a:ext uri="{FF2B5EF4-FFF2-40B4-BE49-F238E27FC236}">
                <a16:creationId xmlns:a16="http://schemas.microsoft.com/office/drawing/2014/main" id="{F2E15122-EDB7-A376-DCD7-22ADF8D12EBF}"/>
              </a:ext>
            </a:extLst>
          </p:cNvPr>
          <p:cNvSpPr txBox="1"/>
          <p:nvPr/>
        </p:nvSpPr>
        <p:spPr>
          <a:xfrm>
            <a:off x="9249061" y="4239544"/>
            <a:ext cx="779380" cy="338554"/>
          </a:xfrm>
          <a:prstGeom prst="rect">
            <a:avLst/>
          </a:prstGeom>
          <a:noFill/>
        </p:spPr>
        <p:txBody>
          <a:bodyPr wrap="none" rtlCol="0">
            <a:spAutoFit/>
          </a:bodyPr>
          <a:lstStyle/>
          <a:p>
            <a:pPr marL="0" marR="0" lvl="0" indent="0" algn="ctr" rtl="0">
              <a:spcBef>
                <a:spcPts val="0"/>
              </a:spcBef>
              <a:spcAft>
                <a:spcPts val="0"/>
              </a:spcAft>
              <a:buNone/>
            </a:pPr>
            <a:r>
              <a:rPr lang="en-US" sz="1600" b="1" dirty="0" err="1">
                <a:solidFill>
                  <a:schemeClr val="dk1"/>
                </a:solidFill>
                <a:latin typeface="Open Sans" panose="020B0606030504020204" pitchFamily="34" charset="0"/>
                <a:ea typeface="Open Sans" panose="020B0606030504020204" pitchFamily="34" charset="0"/>
                <a:cs typeface="Open Sans" panose="020B0606030504020204" pitchFamily="34" charset="0"/>
                <a:sym typeface="Sora"/>
              </a:rPr>
              <a:t>Título</a:t>
            </a:r>
            <a:endParaRPr lang="en-US" sz="1600" b="1"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Sora"/>
            </a:endParaRPr>
          </a:p>
        </p:txBody>
      </p:sp>
      <p:sp>
        <p:nvSpPr>
          <p:cNvPr id="28" name="TextBox 27">
            <a:extLst>
              <a:ext uri="{FF2B5EF4-FFF2-40B4-BE49-F238E27FC236}">
                <a16:creationId xmlns:a16="http://schemas.microsoft.com/office/drawing/2014/main" id="{E02A0661-24DD-C651-6302-1F32D54D08B9}"/>
              </a:ext>
            </a:extLst>
          </p:cNvPr>
          <p:cNvSpPr txBox="1"/>
          <p:nvPr/>
        </p:nvSpPr>
        <p:spPr>
          <a:xfrm>
            <a:off x="4795485" y="570480"/>
            <a:ext cx="2601033" cy="630942"/>
          </a:xfrm>
          <a:prstGeom prst="rect">
            <a:avLst/>
          </a:prstGeom>
          <a:noFill/>
        </p:spPr>
        <p:txBody>
          <a:bodyPr wrap="none" rtlCol="0">
            <a:spAutoFit/>
          </a:bodyPr>
          <a:lstStyle/>
          <a:p>
            <a:pPr algn="ctr"/>
            <a:r>
              <a:rPr lang="en-US" sz="3500" b="1" i="0" dirty="0" err="1">
                <a:effectLst/>
                <a:latin typeface="Open Sans" panose="020B0606030504020204" pitchFamily="34" charset="0"/>
                <a:ea typeface="Open Sans" panose="020B0606030504020204" pitchFamily="34" charset="0"/>
                <a:cs typeface="Open Sans" panose="020B0606030504020204" pitchFamily="34" charset="0"/>
              </a:rPr>
              <a:t>Infografías</a:t>
            </a:r>
            <a:endParaRPr lang="en-US" sz="3500" b="1" i="0" dirty="0">
              <a:effectLst/>
              <a:latin typeface="Open Sans" panose="020B0606030504020204" pitchFamily="34" charset="0"/>
              <a:ea typeface="Open Sans" panose="020B0606030504020204" pitchFamily="34" charset="0"/>
              <a:cs typeface="Open Sans" panose="020B0606030504020204" pitchFamily="34" charset="0"/>
            </a:endParaRPr>
          </a:p>
        </p:txBody>
      </p:sp>
      <p:sp>
        <p:nvSpPr>
          <p:cNvPr id="54" name="Freeform 25">
            <a:extLst>
              <a:ext uri="{FF2B5EF4-FFF2-40B4-BE49-F238E27FC236}">
                <a16:creationId xmlns:a16="http://schemas.microsoft.com/office/drawing/2014/main" id="{3C89BE21-A5A8-1BBE-E312-56421081C928}"/>
              </a:ext>
            </a:extLst>
          </p:cNvPr>
          <p:cNvSpPr>
            <a:spLocks noEditPoints="1"/>
          </p:cNvSpPr>
          <p:nvPr/>
        </p:nvSpPr>
        <p:spPr bwMode="auto">
          <a:xfrm>
            <a:off x="6716598" y="2693904"/>
            <a:ext cx="482274" cy="417561"/>
          </a:xfrm>
          <a:custGeom>
            <a:avLst/>
            <a:gdLst>
              <a:gd name="T0" fmla="*/ 225 w 336"/>
              <a:gd name="T1" fmla="*/ 182 h 290"/>
              <a:gd name="T2" fmla="*/ 219 w 336"/>
              <a:gd name="T3" fmla="*/ 61 h 290"/>
              <a:gd name="T4" fmla="*/ 213 w 336"/>
              <a:gd name="T5" fmla="*/ 182 h 290"/>
              <a:gd name="T6" fmla="*/ 211 w 336"/>
              <a:gd name="T7" fmla="*/ 188 h 290"/>
              <a:gd name="T8" fmla="*/ 92 w 336"/>
              <a:gd name="T9" fmla="*/ 190 h 290"/>
              <a:gd name="T10" fmla="*/ 90 w 336"/>
              <a:gd name="T11" fmla="*/ 225 h 290"/>
              <a:gd name="T12" fmla="*/ 53 w 336"/>
              <a:gd name="T13" fmla="*/ 188 h 290"/>
              <a:gd name="T14" fmla="*/ 12 w 336"/>
              <a:gd name="T15" fmla="*/ 186 h 290"/>
              <a:gd name="T16" fmla="*/ 14 w 336"/>
              <a:gd name="T17" fmla="*/ 12 h 290"/>
              <a:gd name="T18" fmla="*/ 213 w 336"/>
              <a:gd name="T19" fmla="*/ 14 h 290"/>
              <a:gd name="T20" fmla="*/ 219 w 336"/>
              <a:gd name="T21" fmla="*/ 36 h 290"/>
              <a:gd name="T22" fmla="*/ 225 w 336"/>
              <a:gd name="T23" fmla="*/ 14 h 290"/>
              <a:gd name="T24" fmla="*/ 14 w 336"/>
              <a:gd name="T25" fmla="*/ 0 h 290"/>
              <a:gd name="T26" fmla="*/ 0 w 336"/>
              <a:gd name="T27" fmla="*/ 186 h 290"/>
              <a:gd name="T28" fmla="*/ 50 w 336"/>
              <a:gd name="T29" fmla="*/ 200 h 290"/>
              <a:gd name="T30" fmla="*/ 96 w 336"/>
              <a:gd name="T31" fmla="*/ 246 h 290"/>
              <a:gd name="T32" fmla="*/ 102 w 336"/>
              <a:gd name="T33" fmla="*/ 240 h 290"/>
              <a:gd name="T34" fmla="*/ 211 w 336"/>
              <a:gd name="T35" fmla="*/ 200 h 290"/>
              <a:gd name="T36" fmla="*/ 34 w 336"/>
              <a:gd name="T37" fmla="*/ 161 h 290"/>
              <a:gd name="T38" fmla="*/ 47 w 336"/>
              <a:gd name="T39" fmla="*/ 161 h 290"/>
              <a:gd name="T40" fmla="*/ 34 w 336"/>
              <a:gd name="T41" fmla="*/ 161 h 290"/>
              <a:gd name="T42" fmla="*/ 64 w 336"/>
              <a:gd name="T43" fmla="*/ 167 h 290"/>
              <a:gd name="T44" fmla="*/ 64 w 336"/>
              <a:gd name="T45" fmla="*/ 154 h 290"/>
              <a:gd name="T46" fmla="*/ 79 w 336"/>
              <a:gd name="T47" fmla="*/ 161 h 290"/>
              <a:gd name="T48" fmla="*/ 92 w 336"/>
              <a:gd name="T49" fmla="*/ 161 h 290"/>
              <a:gd name="T50" fmla="*/ 79 w 336"/>
              <a:gd name="T51" fmla="*/ 161 h 290"/>
              <a:gd name="T52" fmla="*/ 252 w 336"/>
              <a:gd name="T53" fmla="*/ 199 h 290"/>
              <a:gd name="T54" fmla="*/ 252 w 336"/>
              <a:gd name="T55" fmla="*/ 212 h 290"/>
              <a:gd name="T56" fmla="*/ 282 w 336"/>
              <a:gd name="T57" fmla="*/ 205 h 290"/>
              <a:gd name="T58" fmla="*/ 269 w 336"/>
              <a:gd name="T59" fmla="*/ 205 h 290"/>
              <a:gd name="T60" fmla="*/ 282 w 336"/>
              <a:gd name="T61" fmla="*/ 205 h 290"/>
              <a:gd name="T62" fmla="*/ 297 w 336"/>
              <a:gd name="T63" fmla="*/ 199 h 290"/>
              <a:gd name="T64" fmla="*/ 297 w 336"/>
              <a:gd name="T65" fmla="*/ 212 h 290"/>
              <a:gd name="T66" fmla="*/ 322 w 336"/>
              <a:gd name="T67" fmla="*/ 44 h 290"/>
              <a:gd name="T68" fmla="*/ 123 w 336"/>
              <a:gd name="T69" fmla="*/ 58 h 290"/>
              <a:gd name="T70" fmla="*/ 129 w 336"/>
              <a:gd name="T71" fmla="*/ 180 h 290"/>
              <a:gd name="T72" fmla="*/ 135 w 336"/>
              <a:gd name="T73" fmla="*/ 58 h 290"/>
              <a:gd name="T74" fmla="*/ 322 w 336"/>
              <a:gd name="T75" fmla="*/ 56 h 290"/>
              <a:gd name="T76" fmla="*/ 324 w 336"/>
              <a:gd name="T77" fmla="*/ 231 h 290"/>
              <a:gd name="T78" fmla="*/ 297 w 336"/>
              <a:gd name="T79" fmla="*/ 233 h 290"/>
              <a:gd name="T80" fmla="*/ 257 w 336"/>
              <a:gd name="T81" fmla="*/ 270 h 290"/>
              <a:gd name="T82" fmla="*/ 256 w 336"/>
              <a:gd name="T83" fmla="*/ 235 h 290"/>
              <a:gd name="T84" fmla="*/ 137 w 336"/>
              <a:gd name="T85" fmla="*/ 233 h 290"/>
              <a:gd name="T86" fmla="*/ 135 w 336"/>
              <a:gd name="T87" fmla="*/ 216 h 290"/>
              <a:gd name="T88" fmla="*/ 123 w 336"/>
              <a:gd name="T89" fmla="*/ 216 h 290"/>
              <a:gd name="T90" fmla="*/ 137 w 336"/>
              <a:gd name="T91" fmla="*/ 245 h 290"/>
              <a:gd name="T92" fmla="*/ 245 w 336"/>
              <a:gd name="T93" fmla="*/ 284 h 290"/>
              <a:gd name="T94" fmla="*/ 251 w 336"/>
              <a:gd name="T95" fmla="*/ 290 h 290"/>
              <a:gd name="T96" fmla="*/ 299 w 336"/>
              <a:gd name="T97" fmla="*/ 245 h 290"/>
              <a:gd name="T98" fmla="*/ 336 w 336"/>
              <a:gd name="T99" fmla="*/ 231 h 290"/>
              <a:gd name="T100" fmla="*/ 322 w 336"/>
              <a:gd name="T101" fmla="*/ 44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336" h="290">
                <a:moveTo>
                  <a:pt x="221" y="195"/>
                </a:moveTo>
                <a:cubicBezTo>
                  <a:pt x="224" y="191"/>
                  <a:pt x="225" y="187"/>
                  <a:pt x="225" y="182"/>
                </a:cubicBezTo>
                <a:cubicBezTo>
                  <a:pt x="225" y="67"/>
                  <a:pt x="225" y="67"/>
                  <a:pt x="225" y="67"/>
                </a:cubicBezTo>
                <a:cubicBezTo>
                  <a:pt x="225" y="64"/>
                  <a:pt x="222" y="61"/>
                  <a:pt x="219" y="61"/>
                </a:cubicBezTo>
                <a:cubicBezTo>
                  <a:pt x="216" y="61"/>
                  <a:pt x="213" y="64"/>
                  <a:pt x="213" y="67"/>
                </a:cubicBezTo>
                <a:cubicBezTo>
                  <a:pt x="213" y="182"/>
                  <a:pt x="213" y="182"/>
                  <a:pt x="213" y="182"/>
                </a:cubicBezTo>
                <a:cubicBezTo>
                  <a:pt x="213" y="186"/>
                  <a:pt x="212" y="187"/>
                  <a:pt x="212" y="188"/>
                </a:cubicBezTo>
                <a:cubicBezTo>
                  <a:pt x="211" y="188"/>
                  <a:pt x="212" y="188"/>
                  <a:pt x="211" y="188"/>
                </a:cubicBezTo>
                <a:cubicBezTo>
                  <a:pt x="96" y="188"/>
                  <a:pt x="96" y="188"/>
                  <a:pt x="96" y="188"/>
                </a:cubicBezTo>
                <a:cubicBezTo>
                  <a:pt x="94" y="188"/>
                  <a:pt x="93" y="189"/>
                  <a:pt x="92" y="190"/>
                </a:cubicBezTo>
                <a:cubicBezTo>
                  <a:pt x="91" y="191"/>
                  <a:pt x="90" y="193"/>
                  <a:pt x="90" y="194"/>
                </a:cubicBezTo>
                <a:cubicBezTo>
                  <a:pt x="90" y="225"/>
                  <a:pt x="90" y="225"/>
                  <a:pt x="90" y="225"/>
                </a:cubicBezTo>
                <a:cubicBezTo>
                  <a:pt x="57" y="190"/>
                  <a:pt x="57" y="190"/>
                  <a:pt x="57" y="190"/>
                </a:cubicBezTo>
                <a:cubicBezTo>
                  <a:pt x="56" y="189"/>
                  <a:pt x="54" y="188"/>
                  <a:pt x="53" y="188"/>
                </a:cubicBezTo>
                <a:cubicBezTo>
                  <a:pt x="14" y="188"/>
                  <a:pt x="14" y="188"/>
                  <a:pt x="14" y="188"/>
                </a:cubicBezTo>
                <a:cubicBezTo>
                  <a:pt x="13" y="188"/>
                  <a:pt x="12" y="187"/>
                  <a:pt x="12" y="186"/>
                </a:cubicBezTo>
                <a:cubicBezTo>
                  <a:pt x="12" y="14"/>
                  <a:pt x="12" y="14"/>
                  <a:pt x="12" y="14"/>
                </a:cubicBezTo>
                <a:cubicBezTo>
                  <a:pt x="12" y="13"/>
                  <a:pt x="13" y="12"/>
                  <a:pt x="14" y="12"/>
                </a:cubicBezTo>
                <a:cubicBezTo>
                  <a:pt x="211" y="12"/>
                  <a:pt x="211" y="12"/>
                  <a:pt x="211" y="12"/>
                </a:cubicBezTo>
                <a:cubicBezTo>
                  <a:pt x="212" y="12"/>
                  <a:pt x="213" y="13"/>
                  <a:pt x="213" y="14"/>
                </a:cubicBezTo>
                <a:cubicBezTo>
                  <a:pt x="213" y="30"/>
                  <a:pt x="213" y="30"/>
                  <a:pt x="213" y="30"/>
                </a:cubicBezTo>
                <a:cubicBezTo>
                  <a:pt x="213" y="34"/>
                  <a:pt x="216" y="36"/>
                  <a:pt x="219" y="36"/>
                </a:cubicBezTo>
                <a:cubicBezTo>
                  <a:pt x="222" y="36"/>
                  <a:pt x="225" y="34"/>
                  <a:pt x="225" y="30"/>
                </a:cubicBezTo>
                <a:cubicBezTo>
                  <a:pt x="225" y="14"/>
                  <a:pt x="225" y="14"/>
                  <a:pt x="225" y="14"/>
                </a:cubicBezTo>
                <a:cubicBezTo>
                  <a:pt x="225" y="6"/>
                  <a:pt x="219" y="0"/>
                  <a:pt x="211" y="0"/>
                </a:cubicBezTo>
                <a:cubicBezTo>
                  <a:pt x="14" y="0"/>
                  <a:pt x="14" y="0"/>
                  <a:pt x="14" y="0"/>
                </a:cubicBezTo>
                <a:cubicBezTo>
                  <a:pt x="7" y="0"/>
                  <a:pt x="0" y="6"/>
                  <a:pt x="0" y="14"/>
                </a:cubicBezTo>
                <a:cubicBezTo>
                  <a:pt x="0" y="186"/>
                  <a:pt x="0" y="186"/>
                  <a:pt x="0" y="186"/>
                </a:cubicBezTo>
                <a:cubicBezTo>
                  <a:pt x="0" y="194"/>
                  <a:pt x="7" y="200"/>
                  <a:pt x="14" y="200"/>
                </a:cubicBezTo>
                <a:cubicBezTo>
                  <a:pt x="50" y="200"/>
                  <a:pt x="50" y="200"/>
                  <a:pt x="50" y="200"/>
                </a:cubicBezTo>
                <a:cubicBezTo>
                  <a:pt x="92" y="245"/>
                  <a:pt x="92" y="245"/>
                  <a:pt x="92" y="245"/>
                </a:cubicBezTo>
                <a:cubicBezTo>
                  <a:pt x="93" y="246"/>
                  <a:pt x="94" y="246"/>
                  <a:pt x="96" y="246"/>
                </a:cubicBezTo>
                <a:cubicBezTo>
                  <a:pt x="97" y="246"/>
                  <a:pt x="97" y="246"/>
                  <a:pt x="98" y="246"/>
                </a:cubicBezTo>
                <a:cubicBezTo>
                  <a:pt x="100" y="245"/>
                  <a:pt x="102" y="243"/>
                  <a:pt x="102" y="240"/>
                </a:cubicBezTo>
                <a:cubicBezTo>
                  <a:pt x="102" y="200"/>
                  <a:pt x="102" y="200"/>
                  <a:pt x="102" y="200"/>
                </a:cubicBezTo>
                <a:cubicBezTo>
                  <a:pt x="211" y="200"/>
                  <a:pt x="211" y="200"/>
                  <a:pt x="211" y="200"/>
                </a:cubicBezTo>
                <a:cubicBezTo>
                  <a:pt x="215" y="200"/>
                  <a:pt x="219" y="198"/>
                  <a:pt x="221" y="195"/>
                </a:cubicBezTo>
                <a:close/>
                <a:moveTo>
                  <a:pt x="34" y="161"/>
                </a:moveTo>
                <a:cubicBezTo>
                  <a:pt x="34" y="164"/>
                  <a:pt x="37" y="167"/>
                  <a:pt x="41" y="167"/>
                </a:cubicBezTo>
                <a:cubicBezTo>
                  <a:pt x="44" y="167"/>
                  <a:pt x="47" y="164"/>
                  <a:pt x="47" y="161"/>
                </a:cubicBezTo>
                <a:cubicBezTo>
                  <a:pt x="47" y="157"/>
                  <a:pt x="44" y="154"/>
                  <a:pt x="41" y="154"/>
                </a:cubicBezTo>
                <a:cubicBezTo>
                  <a:pt x="37" y="154"/>
                  <a:pt x="34" y="157"/>
                  <a:pt x="34" y="161"/>
                </a:cubicBezTo>
                <a:close/>
                <a:moveTo>
                  <a:pt x="57" y="161"/>
                </a:moveTo>
                <a:cubicBezTo>
                  <a:pt x="57" y="164"/>
                  <a:pt x="61" y="167"/>
                  <a:pt x="64" y="167"/>
                </a:cubicBezTo>
                <a:cubicBezTo>
                  <a:pt x="68" y="167"/>
                  <a:pt x="71" y="164"/>
                  <a:pt x="71" y="161"/>
                </a:cubicBezTo>
                <a:cubicBezTo>
                  <a:pt x="71" y="157"/>
                  <a:pt x="68" y="154"/>
                  <a:pt x="64" y="154"/>
                </a:cubicBezTo>
                <a:cubicBezTo>
                  <a:pt x="61" y="154"/>
                  <a:pt x="57" y="157"/>
                  <a:pt x="57" y="161"/>
                </a:cubicBezTo>
                <a:close/>
                <a:moveTo>
                  <a:pt x="79" y="161"/>
                </a:moveTo>
                <a:cubicBezTo>
                  <a:pt x="79" y="164"/>
                  <a:pt x="82" y="167"/>
                  <a:pt x="85" y="167"/>
                </a:cubicBezTo>
                <a:cubicBezTo>
                  <a:pt x="89" y="167"/>
                  <a:pt x="92" y="164"/>
                  <a:pt x="92" y="161"/>
                </a:cubicBezTo>
                <a:cubicBezTo>
                  <a:pt x="92" y="157"/>
                  <a:pt x="89" y="154"/>
                  <a:pt x="85" y="154"/>
                </a:cubicBezTo>
                <a:cubicBezTo>
                  <a:pt x="82" y="154"/>
                  <a:pt x="79" y="157"/>
                  <a:pt x="79" y="161"/>
                </a:cubicBezTo>
                <a:close/>
                <a:moveTo>
                  <a:pt x="259" y="205"/>
                </a:moveTo>
                <a:cubicBezTo>
                  <a:pt x="259" y="202"/>
                  <a:pt x="256" y="199"/>
                  <a:pt x="252" y="199"/>
                </a:cubicBezTo>
                <a:cubicBezTo>
                  <a:pt x="248" y="199"/>
                  <a:pt x="245" y="202"/>
                  <a:pt x="245" y="205"/>
                </a:cubicBezTo>
                <a:cubicBezTo>
                  <a:pt x="245" y="209"/>
                  <a:pt x="248" y="212"/>
                  <a:pt x="252" y="212"/>
                </a:cubicBezTo>
                <a:cubicBezTo>
                  <a:pt x="256" y="212"/>
                  <a:pt x="259" y="209"/>
                  <a:pt x="259" y="205"/>
                </a:cubicBezTo>
                <a:close/>
                <a:moveTo>
                  <a:pt x="282" y="205"/>
                </a:moveTo>
                <a:cubicBezTo>
                  <a:pt x="282" y="202"/>
                  <a:pt x="279" y="199"/>
                  <a:pt x="276" y="199"/>
                </a:cubicBezTo>
                <a:cubicBezTo>
                  <a:pt x="272" y="199"/>
                  <a:pt x="269" y="202"/>
                  <a:pt x="269" y="205"/>
                </a:cubicBezTo>
                <a:cubicBezTo>
                  <a:pt x="269" y="209"/>
                  <a:pt x="272" y="212"/>
                  <a:pt x="276" y="212"/>
                </a:cubicBezTo>
                <a:cubicBezTo>
                  <a:pt x="279" y="212"/>
                  <a:pt x="282" y="209"/>
                  <a:pt x="282" y="205"/>
                </a:cubicBezTo>
                <a:close/>
                <a:moveTo>
                  <a:pt x="304" y="205"/>
                </a:moveTo>
                <a:cubicBezTo>
                  <a:pt x="304" y="202"/>
                  <a:pt x="301" y="199"/>
                  <a:pt x="297" y="199"/>
                </a:cubicBezTo>
                <a:cubicBezTo>
                  <a:pt x="293" y="199"/>
                  <a:pt x="290" y="202"/>
                  <a:pt x="290" y="205"/>
                </a:cubicBezTo>
                <a:cubicBezTo>
                  <a:pt x="290" y="209"/>
                  <a:pt x="293" y="212"/>
                  <a:pt x="297" y="212"/>
                </a:cubicBezTo>
                <a:cubicBezTo>
                  <a:pt x="301" y="212"/>
                  <a:pt x="304" y="209"/>
                  <a:pt x="304" y="205"/>
                </a:cubicBezTo>
                <a:close/>
                <a:moveTo>
                  <a:pt x="322" y="44"/>
                </a:moveTo>
                <a:cubicBezTo>
                  <a:pt x="137" y="44"/>
                  <a:pt x="137" y="44"/>
                  <a:pt x="137" y="44"/>
                </a:cubicBezTo>
                <a:cubicBezTo>
                  <a:pt x="129" y="44"/>
                  <a:pt x="123" y="50"/>
                  <a:pt x="123" y="58"/>
                </a:cubicBezTo>
                <a:cubicBezTo>
                  <a:pt x="123" y="174"/>
                  <a:pt x="123" y="174"/>
                  <a:pt x="123" y="174"/>
                </a:cubicBezTo>
                <a:cubicBezTo>
                  <a:pt x="123" y="178"/>
                  <a:pt x="126" y="180"/>
                  <a:pt x="129" y="180"/>
                </a:cubicBezTo>
                <a:cubicBezTo>
                  <a:pt x="132" y="180"/>
                  <a:pt x="135" y="178"/>
                  <a:pt x="135" y="174"/>
                </a:cubicBezTo>
                <a:cubicBezTo>
                  <a:pt x="135" y="58"/>
                  <a:pt x="135" y="58"/>
                  <a:pt x="135" y="58"/>
                </a:cubicBezTo>
                <a:cubicBezTo>
                  <a:pt x="135" y="57"/>
                  <a:pt x="136" y="56"/>
                  <a:pt x="137" y="56"/>
                </a:cubicBezTo>
                <a:cubicBezTo>
                  <a:pt x="322" y="56"/>
                  <a:pt x="322" y="56"/>
                  <a:pt x="322" y="56"/>
                </a:cubicBezTo>
                <a:cubicBezTo>
                  <a:pt x="323" y="56"/>
                  <a:pt x="324" y="57"/>
                  <a:pt x="324" y="58"/>
                </a:cubicBezTo>
                <a:cubicBezTo>
                  <a:pt x="324" y="231"/>
                  <a:pt x="324" y="231"/>
                  <a:pt x="324" y="231"/>
                </a:cubicBezTo>
                <a:cubicBezTo>
                  <a:pt x="324" y="232"/>
                  <a:pt x="323" y="233"/>
                  <a:pt x="322" y="233"/>
                </a:cubicBezTo>
                <a:cubicBezTo>
                  <a:pt x="297" y="233"/>
                  <a:pt x="297" y="233"/>
                  <a:pt x="297" y="233"/>
                </a:cubicBezTo>
                <a:cubicBezTo>
                  <a:pt x="295" y="233"/>
                  <a:pt x="294" y="233"/>
                  <a:pt x="293" y="235"/>
                </a:cubicBezTo>
                <a:cubicBezTo>
                  <a:pt x="257" y="270"/>
                  <a:pt x="257" y="270"/>
                  <a:pt x="257" y="270"/>
                </a:cubicBezTo>
                <a:cubicBezTo>
                  <a:pt x="257" y="239"/>
                  <a:pt x="257" y="239"/>
                  <a:pt x="257" y="239"/>
                </a:cubicBezTo>
                <a:cubicBezTo>
                  <a:pt x="257" y="237"/>
                  <a:pt x="257" y="236"/>
                  <a:pt x="256" y="235"/>
                </a:cubicBezTo>
                <a:cubicBezTo>
                  <a:pt x="254" y="233"/>
                  <a:pt x="253" y="233"/>
                  <a:pt x="251" y="233"/>
                </a:cubicBezTo>
                <a:cubicBezTo>
                  <a:pt x="137" y="233"/>
                  <a:pt x="137" y="233"/>
                  <a:pt x="137" y="233"/>
                </a:cubicBezTo>
                <a:cubicBezTo>
                  <a:pt x="136" y="233"/>
                  <a:pt x="135" y="232"/>
                  <a:pt x="135" y="231"/>
                </a:cubicBezTo>
                <a:cubicBezTo>
                  <a:pt x="135" y="216"/>
                  <a:pt x="135" y="216"/>
                  <a:pt x="135" y="216"/>
                </a:cubicBezTo>
                <a:cubicBezTo>
                  <a:pt x="135" y="213"/>
                  <a:pt x="132" y="210"/>
                  <a:pt x="129" y="210"/>
                </a:cubicBezTo>
                <a:cubicBezTo>
                  <a:pt x="126" y="210"/>
                  <a:pt x="123" y="213"/>
                  <a:pt x="123" y="216"/>
                </a:cubicBezTo>
                <a:cubicBezTo>
                  <a:pt x="123" y="231"/>
                  <a:pt x="123" y="231"/>
                  <a:pt x="123" y="231"/>
                </a:cubicBezTo>
                <a:cubicBezTo>
                  <a:pt x="123" y="239"/>
                  <a:pt x="129" y="245"/>
                  <a:pt x="137" y="245"/>
                </a:cubicBezTo>
                <a:cubicBezTo>
                  <a:pt x="245" y="245"/>
                  <a:pt x="245" y="245"/>
                  <a:pt x="245" y="245"/>
                </a:cubicBezTo>
                <a:cubicBezTo>
                  <a:pt x="245" y="284"/>
                  <a:pt x="245" y="284"/>
                  <a:pt x="245" y="284"/>
                </a:cubicBezTo>
                <a:cubicBezTo>
                  <a:pt x="245" y="287"/>
                  <a:pt x="247" y="289"/>
                  <a:pt x="249" y="290"/>
                </a:cubicBezTo>
                <a:cubicBezTo>
                  <a:pt x="250" y="290"/>
                  <a:pt x="251" y="290"/>
                  <a:pt x="251" y="290"/>
                </a:cubicBezTo>
                <a:cubicBezTo>
                  <a:pt x="253" y="290"/>
                  <a:pt x="254" y="290"/>
                  <a:pt x="256" y="288"/>
                </a:cubicBezTo>
                <a:cubicBezTo>
                  <a:pt x="299" y="245"/>
                  <a:pt x="299" y="245"/>
                  <a:pt x="299" y="245"/>
                </a:cubicBezTo>
                <a:cubicBezTo>
                  <a:pt x="322" y="245"/>
                  <a:pt x="322" y="245"/>
                  <a:pt x="322" y="245"/>
                </a:cubicBezTo>
                <a:cubicBezTo>
                  <a:pt x="329" y="245"/>
                  <a:pt x="336" y="239"/>
                  <a:pt x="336" y="231"/>
                </a:cubicBezTo>
                <a:cubicBezTo>
                  <a:pt x="336" y="58"/>
                  <a:pt x="336" y="58"/>
                  <a:pt x="336" y="58"/>
                </a:cubicBezTo>
                <a:cubicBezTo>
                  <a:pt x="336" y="50"/>
                  <a:pt x="329" y="44"/>
                  <a:pt x="322" y="44"/>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55" name="Freeform 75">
            <a:extLst>
              <a:ext uri="{FF2B5EF4-FFF2-40B4-BE49-F238E27FC236}">
                <a16:creationId xmlns:a16="http://schemas.microsoft.com/office/drawing/2014/main" id="{D3404786-A737-592A-FAEC-06DF01AA6FB7}"/>
              </a:ext>
            </a:extLst>
          </p:cNvPr>
          <p:cNvSpPr>
            <a:spLocks noEditPoints="1"/>
          </p:cNvSpPr>
          <p:nvPr/>
        </p:nvSpPr>
        <p:spPr bwMode="auto">
          <a:xfrm>
            <a:off x="6719679" y="4447097"/>
            <a:ext cx="476112" cy="349764"/>
          </a:xfrm>
          <a:custGeom>
            <a:avLst/>
            <a:gdLst>
              <a:gd name="T0" fmla="*/ 32 w 331"/>
              <a:gd name="T1" fmla="*/ 198 h 243"/>
              <a:gd name="T2" fmla="*/ 32 w 331"/>
              <a:gd name="T3" fmla="*/ 14 h 243"/>
              <a:gd name="T4" fmla="*/ 296 w 331"/>
              <a:gd name="T5" fmla="*/ 12 h 243"/>
              <a:gd name="T6" fmla="*/ 298 w 331"/>
              <a:gd name="T7" fmla="*/ 198 h 243"/>
              <a:gd name="T8" fmla="*/ 310 w 331"/>
              <a:gd name="T9" fmla="*/ 198 h 243"/>
              <a:gd name="T10" fmla="*/ 296 w 331"/>
              <a:gd name="T11" fmla="*/ 0 h 243"/>
              <a:gd name="T12" fmla="*/ 20 w 331"/>
              <a:gd name="T13" fmla="*/ 14 h 243"/>
              <a:gd name="T14" fmla="*/ 26 w 331"/>
              <a:gd name="T15" fmla="*/ 204 h 243"/>
              <a:gd name="T16" fmla="*/ 325 w 331"/>
              <a:gd name="T17" fmla="*/ 210 h 243"/>
              <a:gd name="T18" fmla="*/ 197 w 331"/>
              <a:gd name="T19" fmla="*/ 216 h 243"/>
              <a:gd name="T20" fmla="*/ 319 w 331"/>
              <a:gd name="T21" fmla="*/ 222 h 243"/>
              <a:gd name="T22" fmla="*/ 22 w 331"/>
              <a:gd name="T23" fmla="*/ 231 h 243"/>
              <a:gd name="T24" fmla="*/ 127 w 331"/>
              <a:gd name="T25" fmla="*/ 222 h 243"/>
              <a:gd name="T26" fmla="*/ 127 w 331"/>
              <a:gd name="T27" fmla="*/ 210 h 243"/>
              <a:gd name="T28" fmla="*/ 1 w 331"/>
              <a:gd name="T29" fmla="*/ 212 h 243"/>
              <a:gd name="T30" fmla="*/ 0 w 331"/>
              <a:gd name="T31" fmla="*/ 221 h 243"/>
              <a:gd name="T32" fmla="*/ 309 w 331"/>
              <a:gd name="T33" fmla="*/ 243 h 243"/>
              <a:gd name="T34" fmla="*/ 331 w 331"/>
              <a:gd name="T35" fmla="*/ 216 h 243"/>
              <a:gd name="T36" fmla="*/ 179 w 331"/>
              <a:gd name="T37" fmla="*/ 52 h 243"/>
              <a:gd name="T38" fmla="*/ 144 w 331"/>
              <a:gd name="T39" fmla="*/ 171 h 243"/>
              <a:gd name="T40" fmla="*/ 152 w 331"/>
              <a:gd name="T41" fmla="*/ 167 h 243"/>
              <a:gd name="T42" fmla="*/ 186 w 331"/>
              <a:gd name="T43" fmla="*/ 49 h 243"/>
              <a:gd name="T44" fmla="*/ 124 w 331"/>
              <a:gd name="T45" fmla="*/ 61 h 243"/>
              <a:gd name="T46" fmla="*/ 115 w 331"/>
              <a:gd name="T47" fmla="*/ 61 h 243"/>
              <a:gd name="T48" fmla="*/ 70 w 331"/>
              <a:gd name="T49" fmla="*/ 116 h 243"/>
              <a:gd name="T50" fmla="*/ 118 w 331"/>
              <a:gd name="T51" fmla="*/ 161 h 243"/>
              <a:gd name="T52" fmla="*/ 122 w 331"/>
              <a:gd name="T53" fmla="*/ 151 h 243"/>
              <a:gd name="T54" fmla="*/ 124 w 331"/>
              <a:gd name="T55" fmla="*/ 70 h 243"/>
              <a:gd name="T56" fmla="*/ 207 w 331"/>
              <a:gd name="T57" fmla="*/ 157 h 243"/>
              <a:gd name="T58" fmla="*/ 216 w 331"/>
              <a:gd name="T59" fmla="*/ 158 h 243"/>
              <a:gd name="T60" fmla="*/ 268 w 331"/>
              <a:gd name="T61" fmla="*/ 111 h 243"/>
              <a:gd name="T62" fmla="*/ 216 w 331"/>
              <a:gd name="T63" fmla="*/ 63 h 243"/>
              <a:gd name="T64" fmla="*/ 208 w 331"/>
              <a:gd name="T65" fmla="*/ 72 h 243"/>
              <a:gd name="T66" fmla="*/ 208 w 331"/>
              <a:gd name="T67" fmla="*/ 149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31" h="243">
                <a:moveTo>
                  <a:pt x="26" y="204"/>
                </a:moveTo>
                <a:cubicBezTo>
                  <a:pt x="29" y="204"/>
                  <a:pt x="32" y="202"/>
                  <a:pt x="32" y="198"/>
                </a:cubicBezTo>
                <a:cubicBezTo>
                  <a:pt x="32" y="198"/>
                  <a:pt x="32" y="198"/>
                  <a:pt x="32" y="198"/>
                </a:cubicBezTo>
                <a:cubicBezTo>
                  <a:pt x="32" y="14"/>
                  <a:pt x="32" y="14"/>
                  <a:pt x="32" y="14"/>
                </a:cubicBezTo>
                <a:cubicBezTo>
                  <a:pt x="32" y="13"/>
                  <a:pt x="33" y="12"/>
                  <a:pt x="34" y="12"/>
                </a:cubicBezTo>
                <a:cubicBezTo>
                  <a:pt x="296" y="12"/>
                  <a:pt x="296" y="12"/>
                  <a:pt x="296" y="12"/>
                </a:cubicBezTo>
                <a:cubicBezTo>
                  <a:pt x="297" y="12"/>
                  <a:pt x="298" y="13"/>
                  <a:pt x="298" y="14"/>
                </a:cubicBezTo>
                <a:cubicBezTo>
                  <a:pt x="298" y="198"/>
                  <a:pt x="298" y="198"/>
                  <a:pt x="298" y="198"/>
                </a:cubicBezTo>
                <a:cubicBezTo>
                  <a:pt x="298" y="202"/>
                  <a:pt x="301" y="204"/>
                  <a:pt x="304" y="204"/>
                </a:cubicBezTo>
                <a:cubicBezTo>
                  <a:pt x="307" y="204"/>
                  <a:pt x="310" y="202"/>
                  <a:pt x="310" y="198"/>
                </a:cubicBezTo>
                <a:cubicBezTo>
                  <a:pt x="310" y="14"/>
                  <a:pt x="310" y="14"/>
                  <a:pt x="310" y="14"/>
                </a:cubicBezTo>
                <a:cubicBezTo>
                  <a:pt x="310" y="6"/>
                  <a:pt x="304" y="0"/>
                  <a:pt x="296" y="0"/>
                </a:cubicBezTo>
                <a:cubicBezTo>
                  <a:pt x="34" y="0"/>
                  <a:pt x="34" y="0"/>
                  <a:pt x="34" y="0"/>
                </a:cubicBezTo>
                <a:cubicBezTo>
                  <a:pt x="26" y="0"/>
                  <a:pt x="20" y="6"/>
                  <a:pt x="20" y="14"/>
                </a:cubicBezTo>
                <a:cubicBezTo>
                  <a:pt x="20" y="198"/>
                  <a:pt x="20" y="198"/>
                  <a:pt x="20" y="198"/>
                </a:cubicBezTo>
                <a:cubicBezTo>
                  <a:pt x="20" y="202"/>
                  <a:pt x="23" y="204"/>
                  <a:pt x="26" y="204"/>
                </a:cubicBezTo>
                <a:close/>
                <a:moveTo>
                  <a:pt x="330" y="212"/>
                </a:moveTo>
                <a:cubicBezTo>
                  <a:pt x="328" y="211"/>
                  <a:pt x="327" y="210"/>
                  <a:pt x="325" y="210"/>
                </a:cubicBezTo>
                <a:cubicBezTo>
                  <a:pt x="203" y="210"/>
                  <a:pt x="203" y="210"/>
                  <a:pt x="203" y="210"/>
                </a:cubicBezTo>
                <a:cubicBezTo>
                  <a:pt x="200" y="210"/>
                  <a:pt x="197" y="213"/>
                  <a:pt x="197" y="216"/>
                </a:cubicBezTo>
                <a:cubicBezTo>
                  <a:pt x="197" y="219"/>
                  <a:pt x="200" y="222"/>
                  <a:pt x="203" y="222"/>
                </a:cubicBezTo>
                <a:cubicBezTo>
                  <a:pt x="319" y="222"/>
                  <a:pt x="319" y="222"/>
                  <a:pt x="319" y="222"/>
                </a:cubicBezTo>
                <a:cubicBezTo>
                  <a:pt x="319" y="227"/>
                  <a:pt x="315" y="231"/>
                  <a:pt x="309" y="231"/>
                </a:cubicBezTo>
                <a:cubicBezTo>
                  <a:pt x="22" y="231"/>
                  <a:pt x="22" y="231"/>
                  <a:pt x="22" y="231"/>
                </a:cubicBezTo>
                <a:cubicBezTo>
                  <a:pt x="16" y="231"/>
                  <a:pt x="12" y="227"/>
                  <a:pt x="12" y="222"/>
                </a:cubicBezTo>
                <a:cubicBezTo>
                  <a:pt x="127" y="222"/>
                  <a:pt x="127" y="222"/>
                  <a:pt x="127" y="222"/>
                </a:cubicBezTo>
                <a:cubicBezTo>
                  <a:pt x="131" y="222"/>
                  <a:pt x="133" y="219"/>
                  <a:pt x="133" y="216"/>
                </a:cubicBezTo>
                <a:cubicBezTo>
                  <a:pt x="133" y="213"/>
                  <a:pt x="131" y="210"/>
                  <a:pt x="127" y="210"/>
                </a:cubicBezTo>
                <a:cubicBezTo>
                  <a:pt x="6" y="210"/>
                  <a:pt x="6" y="210"/>
                  <a:pt x="6" y="210"/>
                </a:cubicBezTo>
                <a:cubicBezTo>
                  <a:pt x="4" y="210"/>
                  <a:pt x="3" y="211"/>
                  <a:pt x="1" y="212"/>
                </a:cubicBezTo>
                <a:cubicBezTo>
                  <a:pt x="0" y="213"/>
                  <a:pt x="0" y="214"/>
                  <a:pt x="0" y="216"/>
                </a:cubicBezTo>
                <a:cubicBezTo>
                  <a:pt x="0" y="221"/>
                  <a:pt x="0" y="221"/>
                  <a:pt x="0" y="221"/>
                </a:cubicBezTo>
                <a:cubicBezTo>
                  <a:pt x="0" y="233"/>
                  <a:pt x="9" y="243"/>
                  <a:pt x="22" y="243"/>
                </a:cubicBezTo>
                <a:cubicBezTo>
                  <a:pt x="309" y="243"/>
                  <a:pt x="309" y="243"/>
                  <a:pt x="309" y="243"/>
                </a:cubicBezTo>
                <a:cubicBezTo>
                  <a:pt x="322" y="243"/>
                  <a:pt x="331" y="233"/>
                  <a:pt x="331" y="221"/>
                </a:cubicBezTo>
                <a:cubicBezTo>
                  <a:pt x="331" y="216"/>
                  <a:pt x="331" y="216"/>
                  <a:pt x="331" y="216"/>
                </a:cubicBezTo>
                <a:cubicBezTo>
                  <a:pt x="331" y="214"/>
                  <a:pt x="331" y="213"/>
                  <a:pt x="330" y="212"/>
                </a:cubicBezTo>
                <a:close/>
                <a:moveTo>
                  <a:pt x="179" y="52"/>
                </a:moveTo>
                <a:cubicBezTo>
                  <a:pt x="141" y="163"/>
                  <a:pt x="141" y="163"/>
                  <a:pt x="141" y="163"/>
                </a:cubicBezTo>
                <a:cubicBezTo>
                  <a:pt x="140" y="167"/>
                  <a:pt x="141" y="170"/>
                  <a:pt x="144" y="171"/>
                </a:cubicBezTo>
                <a:cubicBezTo>
                  <a:pt x="145" y="171"/>
                  <a:pt x="146" y="171"/>
                  <a:pt x="146" y="171"/>
                </a:cubicBezTo>
                <a:cubicBezTo>
                  <a:pt x="149" y="171"/>
                  <a:pt x="151" y="170"/>
                  <a:pt x="152" y="167"/>
                </a:cubicBezTo>
                <a:cubicBezTo>
                  <a:pt x="190" y="56"/>
                  <a:pt x="190" y="56"/>
                  <a:pt x="190" y="56"/>
                </a:cubicBezTo>
                <a:cubicBezTo>
                  <a:pt x="191" y="53"/>
                  <a:pt x="189" y="50"/>
                  <a:pt x="186" y="49"/>
                </a:cubicBezTo>
                <a:cubicBezTo>
                  <a:pt x="183" y="48"/>
                  <a:pt x="180" y="49"/>
                  <a:pt x="179" y="52"/>
                </a:cubicBezTo>
                <a:close/>
                <a:moveTo>
                  <a:pt x="124" y="61"/>
                </a:moveTo>
                <a:cubicBezTo>
                  <a:pt x="122" y="59"/>
                  <a:pt x="118" y="59"/>
                  <a:pt x="115" y="61"/>
                </a:cubicBezTo>
                <a:cubicBezTo>
                  <a:pt x="115" y="61"/>
                  <a:pt x="115" y="61"/>
                  <a:pt x="115" y="61"/>
                </a:cubicBezTo>
                <a:cubicBezTo>
                  <a:pt x="70" y="107"/>
                  <a:pt x="70" y="107"/>
                  <a:pt x="70" y="107"/>
                </a:cubicBezTo>
                <a:cubicBezTo>
                  <a:pt x="67" y="110"/>
                  <a:pt x="67" y="113"/>
                  <a:pt x="70" y="116"/>
                </a:cubicBezTo>
                <a:cubicBezTo>
                  <a:pt x="113" y="160"/>
                  <a:pt x="113" y="160"/>
                  <a:pt x="113" y="160"/>
                </a:cubicBezTo>
                <a:cubicBezTo>
                  <a:pt x="115" y="161"/>
                  <a:pt x="116" y="161"/>
                  <a:pt x="118" y="161"/>
                </a:cubicBezTo>
                <a:cubicBezTo>
                  <a:pt x="119" y="161"/>
                  <a:pt x="121" y="161"/>
                  <a:pt x="122" y="160"/>
                </a:cubicBezTo>
                <a:cubicBezTo>
                  <a:pt x="124" y="157"/>
                  <a:pt x="124" y="153"/>
                  <a:pt x="122" y="151"/>
                </a:cubicBezTo>
                <a:cubicBezTo>
                  <a:pt x="82" y="111"/>
                  <a:pt x="82" y="111"/>
                  <a:pt x="82" y="111"/>
                </a:cubicBezTo>
                <a:cubicBezTo>
                  <a:pt x="124" y="70"/>
                  <a:pt x="124" y="70"/>
                  <a:pt x="124" y="70"/>
                </a:cubicBezTo>
                <a:cubicBezTo>
                  <a:pt x="126" y="67"/>
                  <a:pt x="126" y="64"/>
                  <a:pt x="124" y="61"/>
                </a:cubicBezTo>
                <a:close/>
                <a:moveTo>
                  <a:pt x="207" y="157"/>
                </a:moveTo>
                <a:cubicBezTo>
                  <a:pt x="209" y="159"/>
                  <a:pt x="210" y="160"/>
                  <a:pt x="212" y="160"/>
                </a:cubicBezTo>
                <a:cubicBezTo>
                  <a:pt x="213" y="160"/>
                  <a:pt x="215" y="159"/>
                  <a:pt x="216" y="158"/>
                </a:cubicBezTo>
                <a:cubicBezTo>
                  <a:pt x="266" y="115"/>
                  <a:pt x="266" y="115"/>
                  <a:pt x="266" y="115"/>
                </a:cubicBezTo>
                <a:cubicBezTo>
                  <a:pt x="267" y="114"/>
                  <a:pt x="268" y="113"/>
                  <a:pt x="268" y="111"/>
                </a:cubicBezTo>
                <a:cubicBezTo>
                  <a:pt x="268" y="109"/>
                  <a:pt x="267" y="108"/>
                  <a:pt x="266" y="106"/>
                </a:cubicBezTo>
                <a:cubicBezTo>
                  <a:pt x="216" y="63"/>
                  <a:pt x="216" y="63"/>
                  <a:pt x="216" y="63"/>
                </a:cubicBezTo>
                <a:cubicBezTo>
                  <a:pt x="213" y="61"/>
                  <a:pt x="210" y="61"/>
                  <a:pt x="207" y="63"/>
                </a:cubicBezTo>
                <a:cubicBezTo>
                  <a:pt x="205" y="66"/>
                  <a:pt x="206" y="70"/>
                  <a:pt x="208" y="72"/>
                </a:cubicBezTo>
                <a:cubicBezTo>
                  <a:pt x="253" y="111"/>
                  <a:pt x="253" y="111"/>
                  <a:pt x="253" y="111"/>
                </a:cubicBezTo>
                <a:cubicBezTo>
                  <a:pt x="208" y="149"/>
                  <a:pt x="208" y="149"/>
                  <a:pt x="208" y="149"/>
                </a:cubicBezTo>
                <a:cubicBezTo>
                  <a:pt x="206" y="151"/>
                  <a:pt x="205" y="155"/>
                  <a:pt x="207" y="157"/>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56" name="Freeform 62">
            <a:extLst>
              <a:ext uri="{FF2B5EF4-FFF2-40B4-BE49-F238E27FC236}">
                <a16:creationId xmlns:a16="http://schemas.microsoft.com/office/drawing/2014/main" id="{A27A3029-6B61-0D4B-97AF-2629CA9137B9}"/>
              </a:ext>
            </a:extLst>
          </p:cNvPr>
          <p:cNvSpPr>
            <a:spLocks noEditPoints="1"/>
          </p:cNvSpPr>
          <p:nvPr/>
        </p:nvSpPr>
        <p:spPr bwMode="auto">
          <a:xfrm>
            <a:off x="5006804" y="4403464"/>
            <a:ext cx="437031" cy="437030"/>
          </a:xfrm>
          <a:custGeom>
            <a:avLst/>
            <a:gdLst>
              <a:gd name="T0" fmla="*/ 4 w 334"/>
              <a:gd name="T1" fmla="*/ 1 h 334"/>
              <a:gd name="T2" fmla="*/ 6 w 334"/>
              <a:gd name="T3" fmla="*/ 69 h 334"/>
              <a:gd name="T4" fmla="*/ 313 w 334"/>
              <a:gd name="T5" fmla="*/ 322 h 334"/>
              <a:gd name="T6" fmla="*/ 294 w 334"/>
              <a:gd name="T7" fmla="*/ 307 h 334"/>
              <a:gd name="T8" fmla="*/ 280 w 334"/>
              <a:gd name="T9" fmla="*/ 322 h 334"/>
              <a:gd name="T10" fmla="*/ 268 w 334"/>
              <a:gd name="T11" fmla="*/ 313 h 334"/>
              <a:gd name="T12" fmla="*/ 256 w 334"/>
              <a:gd name="T13" fmla="*/ 313 h 334"/>
              <a:gd name="T14" fmla="*/ 244 w 334"/>
              <a:gd name="T15" fmla="*/ 322 h 334"/>
              <a:gd name="T16" fmla="*/ 228 w 334"/>
              <a:gd name="T17" fmla="*/ 307 h 334"/>
              <a:gd name="T18" fmla="*/ 212 w 334"/>
              <a:gd name="T19" fmla="*/ 322 h 334"/>
              <a:gd name="T20" fmla="*/ 200 w 334"/>
              <a:gd name="T21" fmla="*/ 313 h 334"/>
              <a:gd name="T22" fmla="*/ 190 w 334"/>
              <a:gd name="T23" fmla="*/ 313 h 334"/>
              <a:gd name="T24" fmla="*/ 178 w 334"/>
              <a:gd name="T25" fmla="*/ 322 h 334"/>
              <a:gd name="T26" fmla="*/ 162 w 334"/>
              <a:gd name="T27" fmla="*/ 307 h 334"/>
              <a:gd name="T28" fmla="*/ 146 w 334"/>
              <a:gd name="T29" fmla="*/ 322 h 334"/>
              <a:gd name="T30" fmla="*/ 134 w 334"/>
              <a:gd name="T31" fmla="*/ 313 h 334"/>
              <a:gd name="T32" fmla="*/ 124 w 334"/>
              <a:gd name="T33" fmla="*/ 313 h 334"/>
              <a:gd name="T34" fmla="*/ 112 w 334"/>
              <a:gd name="T35" fmla="*/ 322 h 334"/>
              <a:gd name="T36" fmla="*/ 94 w 334"/>
              <a:gd name="T37" fmla="*/ 307 h 334"/>
              <a:gd name="T38" fmla="*/ 80 w 334"/>
              <a:gd name="T39" fmla="*/ 322 h 334"/>
              <a:gd name="T40" fmla="*/ 68 w 334"/>
              <a:gd name="T41" fmla="*/ 313 h 334"/>
              <a:gd name="T42" fmla="*/ 56 w 334"/>
              <a:gd name="T43" fmla="*/ 313 h 334"/>
              <a:gd name="T44" fmla="*/ 44 w 334"/>
              <a:gd name="T45" fmla="*/ 322 h 334"/>
              <a:gd name="T46" fmla="*/ 28 w 334"/>
              <a:gd name="T47" fmla="*/ 307 h 334"/>
              <a:gd name="T48" fmla="*/ 12 w 334"/>
              <a:gd name="T49" fmla="*/ 322 h 334"/>
              <a:gd name="T50" fmla="*/ 0 w 334"/>
              <a:gd name="T51" fmla="*/ 86 h 334"/>
              <a:gd name="T52" fmla="*/ 6 w 334"/>
              <a:gd name="T53" fmla="*/ 334 h 334"/>
              <a:gd name="T54" fmla="*/ 332 w 334"/>
              <a:gd name="T55" fmla="*/ 323 h 334"/>
              <a:gd name="T56" fmla="*/ 167 w 334"/>
              <a:gd name="T57" fmla="*/ 264 h 334"/>
              <a:gd name="T58" fmla="*/ 71 w 334"/>
              <a:gd name="T59" fmla="*/ 169 h 334"/>
              <a:gd name="T60" fmla="*/ 69 w 334"/>
              <a:gd name="T61" fmla="*/ 266 h 334"/>
              <a:gd name="T62" fmla="*/ 147 w 334"/>
              <a:gd name="T63" fmla="*/ 255 h 334"/>
              <a:gd name="T64" fmla="*/ 134 w 334"/>
              <a:gd name="T65" fmla="*/ 84 h 334"/>
              <a:gd name="T66" fmla="*/ 154 w 334"/>
              <a:gd name="T67" fmla="*/ 77 h 334"/>
              <a:gd name="T68" fmla="*/ 216 w 334"/>
              <a:gd name="T69" fmla="*/ 131 h 334"/>
              <a:gd name="T70" fmla="*/ 158 w 334"/>
              <a:gd name="T71" fmla="*/ 64 h 334"/>
              <a:gd name="T72" fmla="*/ 132 w 334"/>
              <a:gd name="T73" fmla="*/ 14 h 334"/>
              <a:gd name="T74" fmla="*/ 182 w 334"/>
              <a:gd name="T75" fmla="*/ 40 h 334"/>
              <a:gd name="T76" fmla="*/ 211 w 334"/>
              <a:gd name="T77" fmla="*/ 52 h 334"/>
              <a:gd name="T78" fmla="*/ 207 w 334"/>
              <a:gd name="T79" fmla="*/ 19 h 334"/>
              <a:gd name="T80" fmla="*/ 120 w 334"/>
              <a:gd name="T81" fmla="*/ 3 h 334"/>
              <a:gd name="T82" fmla="*/ 294 w 334"/>
              <a:gd name="T83" fmla="*/ 149 h 334"/>
              <a:gd name="T84" fmla="*/ 308 w 334"/>
              <a:gd name="T85" fmla="*/ 143 h 334"/>
              <a:gd name="T86" fmla="*/ 269 w 334"/>
              <a:gd name="T87" fmla="*/ 182 h 334"/>
              <a:gd name="T88" fmla="*/ 249 w 334"/>
              <a:gd name="T89" fmla="*/ 154 h 334"/>
              <a:gd name="T90" fmla="*/ 257 w 334"/>
              <a:gd name="T91" fmla="*/ 178 h 334"/>
              <a:gd name="T92" fmla="*/ 249 w 334"/>
              <a:gd name="T93" fmla="*/ 199 h 334"/>
              <a:gd name="T94" fmla="*/ 332 w 334"/>
              <a:gd name="T95" fmla="*/ 211 h 334"/>
              <a:gd name="T96" fmla="*/ 313 w 334"/>
              <a:gd name="T97" fmla="*/ 126 h 334"/>
              <a:gd name="T98" fmla="*/ 244 w 334"/>
              <a:gd name="T99" fmla="*/ 83 h 334"/>
              <a:gd name="T100" fmla="*/ 294 w 334"/>
              <a:gd name="T101" fmla="*/ 149 h 334"/>
              <a:gd name="T102" fmla="*/ 218 w 334"/>
              <a:gd name="T103" fmla="*/ 63 h 334"/>
              <a:gd name="T104" fmla="*/ 233 w 334"/>
              <a:gd name="T105" fmla="*/ 150 h 334"/>
              <a:gd name="T106" fmla="*/ 228 w 334"/>
              <a:gd name="T107" fmla="*/ 146 h 3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334" h="334">
                <a:moveTo>
                  <a:pt x="332" y="323"/>
                </a:moveTo>
                <a:cubicBezTo>
                  <a:pt x="10" y="2"/>
                  <a:pt x="10" y="2"/>
                  <a:pt x="10" y="2"/>
                </a:cubicBezTo>
                <a:cubicBezTo>
                  <a:pt x="9" y="0"/>
                  <a:pt x="6" y="0"/>
                  <a:pt x="4" y="1"/>
                </a:cubicBezTo>
                <a:cubicBezTo>
                  <a:pt x="1" y="2"/>
                  <a:pt x="0" y="4"/>
                  <a:pt x="0" y="6"/>
                </a:cubicBezTo>
                <a:cubicBezTo>
                  <a:pt x="0" y="63"/>
                  <a:pt x="0" y="63"/>
                  <a:pt x="0" y="63"/>
                </a:cubicBezTo>
                <a:cubicBezTo>
                  <a:pt x="0" y="66"/>
                  <a:pt x="3" y="69"/>
                  <a:pt x="6" y="69"/>
                </a:cubicBezTo>
                <a:cubicBezTo>
                  <a:pt x="9" y="69"/>
                  <a:pt x="12" y="66"/>
                  <a:pt x="12" y="63"/>
                </a:cubicBezTo>
                <a:cubicBezTo>
                  <a:pt x="12" y="21"/>
                  <a:pt x="12" y="21"/>
                  <a:pt x="12" y="21"/>
                </a:cubicBezTo>
                <a:cubicBezTo>
                  <a:pt x="313" y="322"/>
                  <a:pt x="313" y="322"/>
                  <a:pt x="313" y="322"/>
                </a:cubicBezTo>
                <a:cubicBezTo>
                  <a:pt x="300" y="322"/>
                  <a:pt x="300" y="322"/>
                  <a:pt x="300" y="322"/>
                </a:cubicBezTo>
                <a:cubicBezTo>
                  <a:pt x="300" y="313"/>
                  <a:pt x="300" y="313"/>
                  <a:pt x="300" y="313"/>
                </a:cubicBezTo>
                <a:cubicBezTo>
                  <a:pt x="300" y="310"/>
                  <a:pt x="298" y="307"/>
                  <a:pt x="294" y="307"/>
                </a:cubicBezTo>
                <a:cubicBezTo>
                  <a:pt x="291" y="307"/>
                  <a:pt x="288" y="310"/>
                  <a:pt x="288" y="313"/>
                </a:cubicBezTo>
                <a:cubicBezTo>
                  <a:pt x="288" y="322"/>
                  <a:pt x="288" y="322"/>
                  <a:pt x="288" y="322"/>
                </a:cubicBezTo>
                <a:cubicBezTo>
                  <a:pt x="280" y="322"/>
                  <a:pt x="280" y="322"/>
                  <a:pt x="280" y="322"/>
                </a:cubicBezTo>
                <a:cubicBezTo>
                  <a:pt x="280" y="313"/>
                  <a:pt x="280" y="313"/>
                  <a:pt x="280" y="313"/>
                </a:cubicBezTo>
                <a:cubicBezTo>
                  <a:pt x="280" y="310"/>
                  <a:pt x="277" y="307"/>
                  <a:pt x="274" y="307"/>
                </a:cubicBezTo>
                <a:cubicBezTo>
                  <a:pt x="270" y="307"/>
                  <a:pt x="268" y="310"/>
                  <a:pt x="268" y="313"/>
                </a:cubicBezTo>
                <a:cubicBezTo>
                  <a:pt x="268" y="322"/>
                  <a:pt x="268" y="322"/>
                  <a:pt x="268" y="322"/>
                </a:cubicBezTo>
                <a:cubicBezTo>
                  <a:pt x="256" y="322"/>
                  <a:pt x="256" y="322"/>
                  <a:pt x="256" y="322"/>
                </a:cubicBezTo>
                <a:cubicBezTo>
                  <a:pt x="256" y="313"/>
                  <a:pt x="256" y="313"/>
                  <a:pt x="256" y="313"/>
                </a:cubicBezTo>
                <a:cubicBezTo>
                  <a:pt x="256" y="310"/>
                  <a:pt x="253" y="307"/>
                  <a:pt x="250" y="307"/>
                </a:cubicBezTo>
                <a:cubicBezTo>
                  <a:pt x="247" y="307"/>
                  <a:pt x="244" y="310"/>
                  <a:pt x="244" y="313"/>
                </a:cubicBezTo>
                <a:cubicBezTo>
                  <a:pt x="244" y="322"/>
                  <a:pt x="244" y="322"/>
                  <a:pt x="244" y="322"/>
                </a:cubicBezTo>
                <a:cubicBezTo>
                  <a:pt x="234" y="322"/>
                  <a:pt x="234" y="322"/>
                  <a:pt x="234" y="322"/>
                </a:cubicBezTo>
                <a:cubicBezTo>
                  <a:pt x="234" y="313"/>
                  <a:pt x="234" y="313"/>
                  <a:pt x="234" y="313"/>
                </a:cubicBezTo>
                <a:cubicBezTo>
                  <a:pt x="234" y="310"/>
                  <a:pt x="231" y="307"/>
                  <a:pt x="228" y="307"/>
                </a:cubicBezTo>
                <a:cubicBezTo>
                  <a:pt x="225" y="307"/>
                  <a:pt x="222" y="310"/>
                  <a:pt x="222" y="313"/>
                </a:cubicBezTo>
                <a:cubicBezTo>
                  <a:pt x="222" y="322"/>
                  <a:pt x="222" y="322"/>
                  <a:pt x="222" y="322"/>
                </a:cubicBezTo>
                <a:cubicBezTo>
                  <a:pt x="212" y="322"/>
                  <a:pt x="212" y="322"/>
                  <a:pt x="212" y="322"/>
                </a:cubicBezTo>
                <a:cubicBezTo>
                  <a:pt x="212" y="313"/>
                  <a:pt x="212" y="313"/>
                  <a:pt x="212" y="313"/>
                </a:cubicBezTo>
                <a:cubicBezTo>
                  <a:pt x="212" y="310"/>
                  <a:pt x="209" y="307"/>
                  <a:pt x="206" y="307"/>
                </a:cubicBezTo>
                <a:cubicBezTo>
                  <a:pt x="203" y="307"/>
                  <a:pt x="200" y="310"/>
                  <a:pt x="200" y="313"/>
                </a:cubicBezTo>
                <a:cubicBezTo>
                  <a:pt x="200" y="322"/>
                  <a:pt x="200" y="322"/>
                  <a:pt x="200" y="322"/>
                </a:cubicBezTo>
                <a:cubicBezTo>
                  <a:pt x="190" y="322"/>
                  <a:pt x="190" y="322"/>
                  <a:pt x="190" y="322"/>
                </a:cubicBezTo>
                <a:cubicBezTo>
                  <a:pt x="190" y="313"/>
                  <a:pt x="190" y="313"/>
                  <a:pt x="190" y="313"/>
                </a:cubicBezTo>
                <a:cubicBezTo>
                  <a:pt x="190" y="310"/>
                  <a:pt x="187" y="307"/>
                  <a:pt x="184" y="307"/>
                </a:cubicBezTo>
                <a:cubicBezTo>
                  <a:pt x="180" y="307"/>
                  <a:pt x="178" y="310"/>
                  <a:pt x="178" y="313"/>
                </a:cubicBezTo>
                <a:cubicBezTo>
                  <a:pt x="178" y="322"/>
                  <a:pt x="178" y="322"/>
                  <a:pt x="178" y="322"/>
                </a:cubicBezTo>
                <a:cubicBezTo>
                  <a:pt x="168" y="322"/>
                  <a:pt x="168" y="322"/>
                  <a:pt x="168" y="322"/>
                </a:cubicBezTo>
                <a:cubicBezTo>
                  <a:pt x="168" y="313"/>
                  <a:pt x="168" y="313"/>
                  <a:pt x="168" y="313"/>
                </a:cubicBezTo>
                <a:cubicBezTo>
                  <a:pt x="168" y="310"/>
                  <a:pt x="165" y="307"/>
                  <a:pt x="162" y="307"/>
                </a:cubicBezTo>
                <a:cubicBezTo>
                  <a:pt x="159" y="307"/>
                  <a:pt x="156" y="310"/>
                  <a:pt x="156" y="313"/>
                </a:cubicBezTo>
                <a:cubicBezTo>
                  <a:pt x="156" y="322"/>
                  <a:pt x="156" y="322"/>
                  <a:pt x="156" y="322"/>
                </a:cubicBezTo>
                <a:cubicBezTo>
                  <a:pt x="146" y="322"/>
                  <a:pt x="146" y="322"/>
                  <a:pt x="146" y="322"/>
                </a:cubicBezTo>
                <a:cubicBezTo>
                  <a:pt x="146" y="313"/>
                  <a:pt x="146" y="313"/>
                  <a:pt x="146" y="313"/>
                </a:cubicBezTo>
                <a:cubicBezTo>
                  <a:pt x="146" y="310"/>
                  <a:pt x="143" y="307"/>
                  <a:pt x="140" y="307"/>
                </a:cubicBezTo>
                <a:cubicBezTo>
                  <a:pt x="137" y="307"/>
                  <a:pt x="134" y="310"/>
                  <a:pt x="134" y="313"/>
                </a:cubicBezTo>
                <a:cubicBezTo>
                  <a:pt x="134" y="322"/>
                  <a:pt x="134" y="322"/>
                  <a:pt x="134" y="322"/>
                </a:cubicBezTo>
                <a:cubicBezTo>
                  <a:pt x="124" y="322"/>
                  <a:pt x="124" y="322"/>
                  <a:pt x="124" y="322"/>
                </a:cubicBezTo>
                <a:cubicBezTo>
                  <a:pt x="124" y="313"/>
                  <a:pt x="124" y="313"/>
                  <a:pt x="124" y="313"/>
                </a:cubicBezTo>
                <a:cubicBezTo>
                  <a:pt x="124" y="310"/>
                  <a:pt x="121" y="307"/>
                  <a:pt x="118" y="307"/>
                </a:cubicBezTo>
                <a:cubicBezTo>
                  <a:pt x="115" y="307"/>
                  <a:pt x="112" y="310"/>
                  <a:pt x="112" y="313"/>
                </a:cubicBezTo>
                <a:cubicBezTo>
                  <a:pt x="112" y="322"/>
                  <a:pt x="112" y="322"/>
                  <a:pt x="112" y="322"/>
                </a:cubicBezTo>
                <a:cubicBezTo>
                  <a:pt x="100" y="322"/>
                  <a:pt x="100" y="322"/>
                  <a:pt x="100" y="322"/>
                </a:cubicBezTo>
                <a:cubicBezTo>
                  <a:pt x="100" y="313"/>
                  <a:pt x="100" y="313"/>
                  <a:pt x="100" y="313"/>
                </a:cubicBezTo>
                <a:cubicBezTo>
                  <a:pt x="100" y="310"/>
                  <a:pt x="97" y="307"/>
                  <a:pt x="94" y="307"/>
                </a:cubicBezTo>
                <a:cubicBezTo>
                  <a:pt x="91" y="307"/>
                  <a:pt x="88" y="310"/>
                  <a:pt x="88" y="313"/>
                </a:cubicBezTo>
                <a:cubicBezTo>
                  <a:pt x="88" y="322"/>
                  <a:pt x="88" y="322"/>
                  <a:pt x="88" y="322"/>
                </a:cubicBezTo>
                <a:cubicBezTo>
                  <a:pt x="80" y="322"/>
                  <a:pt x="80" y="322"/>
                  <a:pt x="80" y="322"/>
                </a:cubicBezTo>
                <a:cubicBezTo>
                  <a:pt x="80" y="313"/>
                  <a:pt x="80" y="313"/>
                  <a:pt x="80" y="313"/>
                </a:cubicBezTo>
                <a:cubicBezTo>
                  <a:pt x="80" y="310"/>
                  <a:pt x="77" y="307"/>
                  <a:pt x="74" y="307"/>
                </a:cubicBezTo>
                <a:cubicBezTo>
                  <a:pt x="71" y="307"/>
                  <a:pt x="68" y="310"/>
                  <a:pt x="68" y="313"/>
                </a:cubicBezTo>
                <a:cubicBezTo>
                  <a:pt x="68" y="322"/>
                  <a:pt x="68" y="322"/>
                  <a:pt x="68" y="322"/>
                </a:cubicBezTo>
                <a:cubicBezTo>
                  <a:pt x="56" y="322"/>
                  <a:pt x="56" y="322"/>
                  <a:pt x="56" y="322"/>
                </a:cubicBezTo>
                <a:cubicBezTo>
                  <a:pt x="56" y="313"/>
                  <a:pt x="56" y="313"/>
                  <a:pt x="56" y="313"/>
                </a:cubicBezTo>
                <a:cubicBezTo>
                  <a:pt x="56" y="310"/>
                  <a:pt x="53" y="307"/>
                  <a:pt x="50" y="307"/>
                </a:cubicBezTo>
                <a:cubicBezTo>
                  <a:pt x="47" y="307"/>
                  <a:pt x="44" y="310"/>
                  <a:pt x="44" y="313"/>
                </a:cubicBezTo>
                <a:cubicBezTo>
                  <a:pt x="44" y="322"/>
                  <a:pt x="44" y="322"/>
                  <a:pt x="44" y="322"/>
                </a:cubicBezTo>
                <a:cubicBezTo>
                  <a:pt x="34" y="322"/>
                  <a:pt x="34" y="322"/>
                  <a:pt x="34" y="322"/>
                </a:cubicBezTo>
                <a:cubicBezTo>
                  <a:pt x="34" y="313"/>
                  <a:pt x="34" y="313"/>
                  <a:pt x="34" y="313"/>
                </a:cubicBezTo>
                <a:cubicBezTo>
                  <a:pt x="34" y="310"/>
                  <a:pt x="31" y="307"/>
                  <a:pt x="28" y="307"/>
                </a:cubicBezTo>
                <a:cubicBezTo>
                  <a:pt x="24" y="307"/>
                  <a:pt x="22" y="310"/>
                  <a:pt x="22" y="313"/>
                </a:cubicBezTo>
                <a:cubicBezTo>
                  <a:pt x="22" y="322"/>
                  <a:pt x="22" y="322"/>
                  <a:pt x="22" y="322"/>
                </a:cubicBezTo>
                <a:cubicBezTo>
                  <a:pt x="12" y="322"/>
                  <a:pt x="12" y="322"/>
                  <a:pt x="12" y="322"/>
                </a:cubicBezTo>
                <a:cubicBezTo>
                  <a:pt x="12" y="86"/>
                  <a:pt x="12" y="86"/>
                  <a:pt x="12" y="86"/>
                </a:cubicBezTo>
                <a:cubicBezTo>
                  <a:pt x="12" y="82"/>
                  <a:pt x="9" y="80"/>
                  <a:pt x="6" y="80"/>
                </a:cubicBezTo>
                <a:cubicBezTo>
                  <a:pt x="3" y="80"/>
                  <a:pt x="0" y="82"/>
                  <a:pt x="0" y="86"/>
                </a:cubicBezTo>
                <a:cubicBezTo>
                  <a:pt x="0" y="328"/>
                  <a:pt x="0" y="328"/>
                  <a:pt x="0" y="328"/>
                </a:cubicBezTo>
                <a:cubicBezTo>
                  <a:pt x="0" y="329"/>
                  <a:pt x="1" y="331"/>
                  <a:pt x="2" y="332"/>
                </a:cubicBezTo>
                <a:cubicBezTo>
                  <a:pt x="3" y="333"/>
                  <a:pt x="4" y="334"/>
                  <a:pt x="6" y="334"/>
                </a:cubicBezTo>
                <a:cubicBezTo>
                  <a:pt x="328" y="334"/>
                  <a:pt x="328" y="334"/>
                  <a:pt x="328" y="334"/>
                </a:cubicBezTo>
                <a:cubicBezTo>
                  <a:pt x="330" y="334"/>
                  <a:pt x="333" y="332"/>
                  <a:pt x="334" y="330"/>
                </a:cubicBezTo>
                <a:cubicBezTo>
                  <a:pt x="334" y="328"/>
                  <a:pt x="334" y="325"/>
                  <a:pt x="332" y="323"/>
                </a:cubicBezTo>
                <a:close/>
                <a:moveTo>
                  <a:pt x="73" y="267"/>
                </a:moveTo>
                <a:cubicBezTo>
                  <a:pt x="162" y="267"/>
                  <a:pt x="162" y="267"/>
                  <a:pt x="162" y="267"/>
                </a:cubicBezTo>
                <a:cubicBezTo>
                  <a:pt x="164" y="267"/>
                  <a:pt x="166" y="266"/>
                  <a:pt x="167" y="264"/>
                </a:cubicBezTo>
                <a:cubicBezTo>
                  <a:pt x="168" y="261"/>
                  <a:pt x="168" y="259"/>
                  <a:pt x="166" y="257"/>
                </a:cubicBezTo>
                <a:cubicBezTo>
                  <a:pt x="78" y="170"/>
                  <a:pt x="78" y="170"/>
                  <a:pt x="78" y="170"/>
                </a:cubicBezTo>
                <a:cubicBezTo>
                  <a:pt x="76" y="168"/>
                  <a:pt x="73" y="168"/>
                  <a:pt x="71" y="169"/>
                </a:cubicBezTo>
                <a:cubicBezTo>
                  <a:pt x="69" y="170"/>
                  <a:pt x="67" y="172"/>
                  <a:pt x="67" y="174"/>
                </a:cubicBezTo>
                <a:cubicBezTo>
                  <a:pt x="67" y="261"/>
                  <a:pt x="67" y="261"/>
                  <a:pt x="67" y="261"/>
                </a:cubicBezTo>
                <a:cubicBezTo>
                  <a:pt x="67" y="263"/>
                  <a:pt x="68" y="265"/>
                  <a:pt x="69" y="266"/>
                </a:cubicBezTo>
                <a:cubicBezTo>
                  <a:pt x="70" y="267"/>
                  <a:pt x="72" y="267"/>
                  <a:pt x="73" y="267"/>
                </a:cubicBezTo>
                <a:close/>
                <a:moveTo>
                  <a:pt x="79" y="189"/>
                </a:moveTo>
                <a:cubicBezTo>
                  <a:pt x="147" y="255"/>
                  <a:pt x="147" y="255"/>
                  <a:pt x="147" y="255"/>
                </a:cubicBezTo>
                <a:cubicBezTo>
                  <a:pt x="79" y="255"/>
                  <a:pt x="79" y="255"/>
                  <a:pt x="79" y="255"/>
                </a:cubicBezTo>
                <a:lnTo>
                  <a:pt x="79" y="189"/>
                </a:lnTo>
                <a:close/>
                <a:moveTo>
                  <a:pt x="134" y="84"/>
                </a:moveTo>
                <a:cubicBezTo>
                  <a:pt x="135" y="86"/>
                  <a:pt x="136" y="88"/>
                  <a:pt x="138" y="88"/>
                </a:cubicBezTo>
                <a:cubicBezTo>
                  <a:pt x="140" y="89"/>
                  <a:pt x="143" y="88"/>
                  <a:pt x="144" y="87"/>
                </a:cubicBezTo>
                <a:cubicBezTo>
                  <a:pt x="154" y="77"/>
                  <a:pt x="154" y="77"/>
                  <a:pt x="154" y="77"/>
                </a:cubicBezTo>
                <a:cubicBezTo>
                  <a:pt x="208" y="131"/>
                  <a:pt x="208" y="131"/>
                  <a:pt x="208" y="131"/>
                </a:cubicBezTo>
                <a:cubicBezTo>
                  <a:pt x="209" y="132"/>
                  <a:pt x="210" y="133"/>
                  <a:pt x="212" y="133"/>
                </a:cubicBezTo>
                <a:cubicBezTo>
                  <a:pt x="214" y="133"/>
                  <a:pt x="215" y="132"/>
                  <a:pt x="216" y="131"/>
                </a:cubicBezTo>
                <a:cubicBezTo>
                  <a:pt x="219" y="129"/>
                  <a:pt x="219" y="125"/>
                  <a:pt x="216" y="123"/>
                </a:cubicBezTo>
                <a:cubicBezTo>
                  <a:pt x="216" y="123"/>
                  <a:pt x="216" y="123"/>
                  <a:pt x="216" y="123"/>
                </a:cubicBezTo>
                <a:cubicBezTo>
                  <a:pt x="158" y="64"/>
                  <a:pt x="158" y="64"/>
                  <a:pt x="158" y="64"/>
                </a:cubicBezTo>
                <a:cubicBezTo>
                  <a:pt x="156" y="62"/>
                  <a:pt x="152" y="62"/>
                  <a:pt x="149" y="64"/>
                </a:cubicBezTo>
                <a:cubicBezTo>
                  <a:pt x="144" y="70"/>
                  <a:pt x="144" y="70"/>
                  <a:pt x="144" y="70"/>
                </a:cubicBezTo>
                <a:cubicBezTo>
                  <a:pt x="132" y="14"/>
                  <a:pt x="132" y="14"/>
                  <a:pt x="132" y="14"/>
                </a:cubicBezTo>
                <a:cubicBezTo>
                  <a:pt x="189" y="25"/>
                  <a:pt x="189" y="25"/>
                  <a:pt x="189" y="25"/>
                </a:cubicBezTo>
                <a:cubicBezTo>
                  <a:pt x="182" y="32"/>
                  <a:pt x="182" y="32"/>
                  <a:pt x="182" y="32"/>
                </a:cubicBezTo>
                <a:cubicBezTo>
                  <a:pt x="180" y="34"/>
                  <a:pt x="180" y="38"/>
                  <a:pt x="182" y="40"/>
                </a:cubicBezTo>
                <a:cubicBezTo>
                  <a:pt x="202" y="60"/>
                  <a:pt x="202" y="60"/>
                  <a:pt x="202" y="60"/>
                </a:cubicBezTo>
                <a:cubicBezTo>
                  <a:pt x="205" y="63"/>
                  <a:pt x="208" y="63"/>
                  <a:pt x="211" y="60"/>
                </a:cubicBezTo>
                <a:cubicBezTo>
                  <a:pt x="213" y="58"/>
                  <a:pt x="213" y="54"/>
                  <a:pt x="211" y="52"/>
                </a:cubicBezTo>
                <a:cubicBezTo>
                  <a:pt x="195" y="36"/>
                  <a:pt x="195" y="36"/>
                  <a:pt x="195" y="36"/>
                </a:cubicBezTo>
                <a:cubicBezTo>
                  <a:pt x="206" y="25"/>
                  <a:pt x="206" y="25"/>
                  <a:pt x="206" y="25"/>
                </a:cubicBezTo>
                <a:cubicBezTo>
                  <a:pt x="207" y="24"/>
                  <a:pt x="208" y="21"/>
                  <a:pt x="207" y="19"/>
                </a:cubicBezTo>
                <a:cubicBezTo>
                  <a:pt x="207" y="17"/>
                  <a:pt x="205" y="15"/>
                  <a:pt x="203" y="15"/>
                </a:cubicBezTo>
                <a:cubicBezTo>
                  <a:pt x="125" y="1"/>
                  <a:pt x="125" y="1"/>
                  <a:pt x="125" y="1"/>
                </a:cubicBezTo>
                <a:cubicBezTo>
                  <a:pt x="123" y="1"/>
                  <a:pt x="121" y="1"/>
                  <a:pt x="120" y="3"/>
                </a:cubicBezTo>
                <a:cubicBezTo>
                  <a:pt x="118" y="4"/>
                  <a:pt x="118" y="6"/>
                  <a:pt x="118" y="8"/>
                </a:cubicBezTo>
                <a:lnTo>
                  <a:pt x="134" y="84"/>
                </a:lnTo>
                <a:close/>
                <a:moveTo>
                  <a:pt x="294" y="149"/>
                </a:moveTo>
                <a:cubicBezTo>
                  <a:pt x="295" y="151"/>
                  <a:pt x="296" y="151"/>
                  <a:pt x="298" y="151"/>
                </a:cubicBezTo>
                <a:cubicBezTo>
                  <a:pt x="299" y="151"/>
                  <a:pt x="301" y="151"/>
                  <a:pt x="302" y="149"/>
                </a:cubicBezTo>
                <a:cubicBezTo>
                  <a:pt x="308" y="143"/>
                  <a:pt x="308" y="143"/>
                  <a:pt x="308" y="143"/>
                </a:cubicBezTo>
                <a:cubicBezTo>
                  <a:pt x="320" y="199"/>
                  <a:pt x="320" y="199"/>
                  <a:pt x="320" y="199"/>
                </a:cubicBezTo>
                <a:cubicBezTo>
                  <a:pt x="262" y="189"/>
                  <a:pt x="262" y="189"/>
                  <a:pt x="262" y="189"/>
                </a:cubicBezTo>
                <a:cubicBezTo>
                  <a:pt x="269" y="182"/>
                  <a:pt x="269" y="182"/>
                  <a:pt x="269" y="182"/>
                </a:cubicBezTo>
                <a:cubicBezTo>
                  <a:pt x="270" y="181"/>
                  <a:pt x="271" y="180"/>
                  <a:pt x="271" y="178"/>
                </a:cubicBezTo>
                <a:cubicBezTo>
                  <a:pt x="271" y="176"/>
                  <a:pt x="270" y="175"/>
                  <a:pt x="269" y="174"/>
                </a:cubicBezTo>
                <a:cubicBezTo>
                  <a:pt x="249" y="154"/>
                  <a:pt x="249" y="154"/>
                  <a:pt x="249" y="154"/>
                </a:cubicBezTo>
                <a:cubicBezTo>
                  <a:pt x="247" y="151"/>
                  <a:pt x="243" y="151"/>
                  <a:pt x="241" y="154"/>
                </a:cubicBezTo>
                <a:cubicBezTo>
                  <a:pt x="238" y="156"/>
                  <a:pt x="238" y="160"/>
                  <a:pt x="241" y="162"/>
                </a:cubicBezTo>
                <a:cubicBezTo>
                  <a:pt x="257" y="178"/>
                  <a:pt x="257" y="178"/>
                  <a:pt x="257" y="178"/>
                </a:cubicBezTo>
                <a:cubicBezTo>
                  <a:pt x="246" y="189"/>
                  <a:pt x="246" y="189"/>
                  <a:pt x="246" y="189"/>
                </a:cubicBezTo>
                <a:cubicBezTo>
                  <a:pt x="244" y="190"/>
                  <a:pt x="244" y="193"/>
                  <a:pt x="244" y="195"/>
                </a:cubicBezTo>
                <a:cubicBezTo>
                  <a:pt x="245" y="197"/>
                  <a:pt x="247" y="198"/>
                  <a:pt x="249" y="199"/>
                </a:cubicBezTo>
                <a:cubicBezTo>
                  <a:pt x="326" y="213"/>
                  <a:pt x="326" y="213"/>
                  <a:pt x="326" y="213"/>
                </a:cubicBezTo>
                <a:cubicBezTo>
                  <a:pt x="327" y="213"/>
                  <a:pt x="327" y="213"/>
                  <a:pt x="327" y="213"/>
                </a:cubicBezTo>
                <a:cubicBezTo>
                  <a:pt x="329" y="213"/>
                  <a:pt x="331" y="212"/>
                  <a:pt x="332" y="211"/>
                </a:cubicBezTo>
                <a:cubicBezTo>
                  <a:pt x="333" y="210"/>
                  <a:pt x="334" y="208"/>
                  <a:pt x="333" y="206"/>
                </a:cubicBezTo>
                <a:cubicBezTo>
                  <a:pt x="317" y="130"/>
                  <a:pt x="317" y="130"/>
                  <a:pt x="317" y="130"/>
                </a:cubicBezTo>
                <a:cubicBezTo>
                  <a:pt x="317" y="128"/>
                  <a:pt x="315" y="126"/>
                  <a:pt x="313" y="126"/>
                </a:cubicBezTo>
                <a:cubicBezTo>
                  <a:pt x="311" y="125"/>
                  <a:pt x="309" y="126"/>
                  <a:pt x="307" y="127"/>
                </a:cubicBezTo>
                <a:cubicBezTo>
                  <a:pt x="298" y="137"/>
                  <a:pt x="298" y="137"/>
                  <a:pt x="298" y="137"/>
                </a:cubicBezTo>
                <a:cubicBezTo>
                  <a:pt x="244" y="83"/>
                  <a:pt x="244" y="83"/>
                  <a:pt x="244" y="83"/>
                </a:cubicBezTo>
                <a:cubicBezTo>
                  <a:pt x="241" y="80"/>
                  <a:pt x="238" y="80"/>
                  <a:pt x="235" y="83"/>
                </a:cubicBezTo>
                <a:cubicBezTo>
                  <a:pt x="233" y="85"/>
                  <a:pt x="233" y="89"/>
                  <a:pt x="235" y="91"/>
                </a:cubicBezTo>
                <a:lnTo>
                  <a:pt x="294" y="149"/>
                </a:lnTo>
                <a:close/>
                <a:moveTo>
                  <a:pt x="218" y="75"/>
                </a:moveTo>
                <a:cubicBezTo>
                  <a:pt x="221" y="75"/>
                  <a:pt x="224" y="72"/>
                  <a:pt x="224" y="69"/>
                </a:cubicBezTo>
                <a:cubicBezTo>
                  <a:pt x="224" y="66"/>
                  <a:pt x="221" y="63"/>
                  <a:pt x="218" y="63"/>
                </a:cubicBezTo>
                <a:cubicBezTo>
                  <a:pt x="215" y="63"/>
                  <a:pt x="212" y="66"/>
                  <a:pt x="212" y="69"/>
                </a:cubicBezTo>
                <a:cubicBezTo>
                  <a:pt x="212" y="72"/>
                  <a:pt x="215" y="75"/>
                  <a:pt x="218" y="75"/>
                </a:cubicBezTo>
                <a:close/>
                <a:moveTo>
                  <a:pt x="233" y="150"/>
                </a:moveTo>
                <a:cubicBezTo>
                  <a:pt x="235" y="150"/>
                  <a:pt x="238" y="148"/>
                  <a:pt x="238" y="146"/>
                </a:cubicBezTo>
                <a:cubicBezTo>
                  <a:pt x="238" y="143"/>
                  <a:pt x="235" y="141"/>
                  <a:pt x="233" y="141"/>
                </a:cubicBezTo>
                <a:cubicBezTo>
                  <a:pt x="230" y="141"/>
                  <a:pt x="228" y="143"/>
                  <a:pt x="228" y="146"/>
                </a:cubicBezTo>
                <a:cubicBezTo>
                  <a:pt x="228" y="148"/>
                  <a:pt x="230" y="150"/>
                  <a:pt x="233" y="15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57" name="Freeform 16">
            <a:extLst>
              <a:ext uri="{FF2B5EF4-FFF2-40B4-BE49-F238E27FC236}">
                <a16:creationId xmlns:a16="http://schemas.microsoft.com/office/drawing/2014/main" id="{C8511B55-8FC7-D340-D8C9-81F800F9C1A1}"/>
              </a:ext>
            </a:extLst>
          </p:cNvPr>
          <p:cNvSpPr>
            <a:spLocks noEditPoints="1"/>
          </p:cNvSpPr>
          <p:nvPr/>
        </p:nvSpPr>
        <p:spPr bwMode="auto">
          <a:xfrm>
            <a:off x="4990990" y="2666559"/>
            <a:ext cx="468658" cy="472251"/>
          </a:xfrm>
          <a:custGeom>
            <a:avLst/>
            <a:gdLst>
              <a:gd name="T0" fmla="*/ 100 w 326"/>
              <a:gd name="T1" fmla="*/ 128 h 328"/>
              <a:gd name="T2" fmla="*/ 136 w 326"/>
              <a:gd name="T3" fmla="*/ 137 h 328"/>
              <a:gd name="T4" fmla="*/ 171 w 326"/>
              <a:gd name="T5" fmla="*/ 128 h 328"/>
              <a:gd name="T6" fmla="*/ 215 w 326"/>
              <a:gd name="T7" fmla="*/ 128 h 328"/>
              <a:gd name="T8" fmla="*/ 215 w 326"/>
              <a:gd name="T9" fmla="*/ 128 h 328"/>
              <a:gd name="T10" fmla="*/ 55 w 326"/>
              <a:gd name="T11" fmla="*/ 172 h 328"/>
              <a:gd name="T12" fmla="*/ 91 w 326"/>
              <a:gd name="T13" fmla="*/ 181 h 328"/>
              <a:gd name="T14" fmla="*/ 126 w 326"/>
              <a:gd name="T15" fmla="*/ 172 h 328"/>
              <a:gd name="T16" fmla="*/ 46 w 326"/>
              <a:gd name="T17" fmla="*/ 206 h 328"/>
              <a:gd name="T18" fmla="*/ 46 w 326"/>
              <a:gd name="T19" fmla="*/ 206 h 328"/>
              <a:gd name="T20" fmla="*/ 100 w 326"/>
              <a:gd name="T21" fmla="*/ 215 h 328"/>
              <a:gd name="T22" fmla="*/ 135 w 326"/>
              <a:gd name="T23" fmla="*/ 224 h 328"/>
              <a:gd name="T24" fmla="*/ 81 w 326"/>
              <a:gd name="T25" fmla="*/ 260 h 328"/>
              <a:gd name="T26" fmla="*/ 135 w 326"/>
              <a:gd name="T27" fmla="*/ 250 h 328"/>
              <a:gd name="T28" fmla="*/ 135 w 326"/>
              <a:gd name="T29" fmla="*/ 250 h 328"/>
              <a:gd name="T30" fmla="*/ 189 w 326"/>
              <a:gd name="T31" fmla="*/ 172 h 328"/>
              <a:gd name="T32" fmla="*/ 276 w 326"/>
              <a:gd name="T33" fmla="*/ 128 h 328"/>
              <a:gd name="T34" fmla="*/ 70 w 326"/>
              <a:gd name="T35" fmla="*/ 293 h 328"/>
              <a:gd name="T36" fmla="*/ 32 w 326"/>
              <a:gd name="T37" fmla="*/ 238 h 328"/>
              <a:gd name="T38" fmla="*/ 58 w 326"/>
              <a:gd name="T39" fmla="*/ 250 h 328"/>
              <a:gd name="T40" fmla="*/ 302 w 326"/>
              <a:gd name="T41" fmla="*/ 93 h 328"/>
              <a:gd name="T42" fmla="*/ 314 w 326"/>
              <a:gd name="T43" fmla="*/ 182 h 328"/>
              <a:gd name="T44" fmla="*/ 279 w 326"/>
              <a:gd name="T45" fmla="*/ 6 h 328"/>
              <a:gd name="T46" fmla="*/ 273 w 326"/>
              <a:gd name="T47" fmla="*/ 64 h 328"/>
              <a:gd name="T48" fmla="*/ 302 w 326"/>
              <a:gd name="T49" fmla="*/ 43 h 328"/>
              <a:gd name="T50" fmla="*/ 18 w 326"/>
              <a:gd name="T51" fmla="*/ 37 h 328"/>
              <a:gd name="T52" fmla="*/ 33 w 326"/>
              <a:gd name="T53" fmla="*/ 25 h 328"/>
              <a:gd name="T54" fmla="*/ 2 w 326"/>
              <a:gd name="T55" fmla="*/ 247 h 328"/>
              <a:gd name="T56" fmla="*/ 170 w 326"/>
              <a:gd name="T57" fmla="*/ 299 h 328"/>
              <a:gd name="T58" fmla="*/ 59 w 326"/>
              <a:gd name="T59" fmla="*/ 40 h 328"/>
              <a:gd name="T60" fmla="*/ 59 w 326"/>
              <a:gd name="T61" fmla="*/ 28 h 328"/>
              <a:gd name="T62" fmla="*/ 47 w 326"/>
              <a:gd name="T63" fmla="*/ 58 h 328"/>
              <a:gd name="T64" fmla="*/ 103 w 326"/>
              <a:gd name="T65" fmla="*/ 40 h 328"/>
              <a:gd name="T66" fmla="*/ 103 w 326"/>
              <a:gd name="T67" fmla="*/ 28 h 328"/>
              <a:gd name="T68" fmla="*/ 91 w 326"/>
              <a:gd name="T69" fmla="*/ 58 h 328"/>
              <a:gd name="T70" fmla="*/ 147 w 326"/>
              <a:gd name="T71" fmla="*/ 40 h 328"/>
              <a:gd name="T72" fmla="*/ 147 w 326"/>
              <a:gd name="T73" fmla="*/ 28 h 328"/>
              <a:gd name="T74" fmla="*/ 135 w 326"/>
              <a:gd name="T75" fmla="*/ 58 h 328"/>
              <a:gd name="T76" fmla="*/ 191 w 326"/>
              <a:gd name="T77" fmla="*/ 40 h 328"/>
              <a:gd name="T78" fmla="*/ 191 w 326"/>
              <a:gd name="T79" fmla="*/ 28 h 328"/>
              <a:gd name="T80" fmla="*/ 179 w 326"/>
              <a:gd name="T81" fmla="*/ 58 h 328"/>
              <a:gd name="T82" fmla="*/ 235 w 326"/>
              <a:gd name="T83" fmla="*/ 40 h 328"/>
              <a:gd name="T84" fmla="*/ 235 w 326"/>
              <a:gd name="T85" fmla="*/ 28 h 328"/>
              <a:gd name="T86" fmla="*/ 223 w 326"/>
              <a:gd name="T87" fmla="*/ 58 h 328"/>
              <a:gd name="T88" fmla="*/ 312 w 326"/>
              <a:gd name="T89" fmla="*/ 233 h 328"/>
              <a:gd name="T90" fmla="*/ 181 w 326"/>
              <a:gd name="T91" fmla="*/ 250 h 328"/>
              <a:gd name="T92" fmla="*/ 299 w 326"/>
              <a:gd name="T93" fmla="*/ 191 h 328"/>
              <a:gd name="T94" fmla="*/ 326 w 326"/>
              <a:gd name="T95" fmla="*/ 250 h 328"/>
              <a:gd name="T96" fmla="*/ 219 w 326"/>
              <a:gd name="T97" fmla="*/ 237 h 328"/>
              <a:gd name="T98" fmla="*/ 246 w 326"/>
              <a:gd name="T99" fmla="*/ 283 h 328"/>
              <a:gd name="T100" fmla="*/ 317 w 326"/>
              <a:gd name="T101" fmla="*/ 201 h 3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326" h="328">
                <a:moveTo>
                  <a:pt x="91" y="119"/>
                </a:moveTo>
                <a:cubicBezTo>
                  <a:pt x="86" y="119"/>
                  <a:pt x="82" y="123"/>
                  <a:pt x="82" y="128"/>
                </a:cubicBezTo>
                <a:cubicBezTo>
                  <a:pt x="82" y="133"/>
                  <a:pt x="86" y="137"/>
                  <a:pt x="91" y="137"/>
                </a:cubicBezTo>
                <a:cubicBezTo>
                  <a:pt x="96" y="137"/>
                  <a:pt x="100" y="133"/>
                  <a:pt x="100" y="128"/>
                </a:cubicBezTo>
                <a:cubicBezTo>
                  <a:pt x="100" y="123"/>
                  <a:pt x="96" y="119"/>
                  <a:pt x="91" y="119"/>
                </a:cubicBezTo>
                <a:close/>
                <a:moveTo>
                  <a:pt x="136" y="119"/>
                </a:moveTo>
                <a:cubicBezTo>
                  <a:pt x="131" y="119"/>
                  <a:pt x="126" y="123"/>
                  <a:pt x="126" y="128"/>
                </a:cubicBezTo>
                <a:cubicBezTo>
                  <a:pt x="126" y="133"/>
                  <a:pt x="131" y="137"/>
                  <a:pt x="136" y="137"/>
                </a:cubicBezTo>
                <a:cubicBezTo>
                  <a:pt x="141" y="137"/>
                  <a:pt x="145" y="133"/>
                  <a:pt x="145" y="128"/>
                </a:cubicBezTo>
                <a:cubicBezTo>
                  <a:pt x="145" y="123"/>
                  <a:pt x="141" y="119"/>
                  <a:pt x="136" y="119"/>
                </a:cubicBezTo>
                <a:close/>
                <a:moveTo>
                  <a:pt x="180" y="119"/>
                </a:moveTo>
                <a:cubicBezTo>
                  <a:pt x="175" y="119"/>
                  <a:pt x="171" y="123"/>
                  <a:pt x="171" y="128"/>
                </a:cubicBezTo>
                <a:cubicBezTo>
                  <a:pt x="171" y="133"/>
                  <a:pt x="175" y="137"/>
                  <a:pt x="180" y="137"/>
                </a:cubicBezTo>
                <a:cubicBezTo>
                  <a:pt x="185" y="137"/>
                  <a:pt x="190" y="133"/>
                  <a:pt x="190" y="128"/>
                </a:cubicBezTo>
                <a:cubicBezTo>
                  <a:pt x="190" y="123"/>
                  <a:pt x="185" y="119"/>
                  <a:pt x="180" y="119"/>
                </a:cubicBezTo>
                <a:close/>
                <a:moveTo>
                  <a:pt x="215" y="128"/>
                </a:moveTo>
                <a:cubicBezTo>
                  <a:pt x="215" y="133"/>
                  <a:pt x="220" y="137"/>
                  <a:pt x="225" y="137"/>
                </a:cubicBezTo>
                <a:cubicBezTo>
                  <a:pt x="230" y="137"/>
                  <a:pt x="234" y="133"/>
                  <a:pt x="234" y="128"/>
                </a:cubicBezTo>
                <a:cubicBezTo>
                  <a:pt x="234" y="123"/>
                  <a:pt x="230" y="119"/>
                  <a:pt x="225" y="119"/>
                </a:cubicBezTo>
                <a:cubicBezTo>
                  <a:pt x="220" y="119"/>
                  <a:pt x="215" y="123"/>
                  <a:pt x="215" y="128"/>
                </a:cubicBezTo>
                <a:close/>
                <a:moveTo>
                  <a:pt x="46" y="162"/>
                </a:moveTo>
                <a:cubicBezTo>
                  <a:pt x="41" y="162"/>
                  <a:pt x="37" y="166"/>
                  <a:pt x="37" y="172"/>
                </a:cubicBezTo>
                <a:cubicBezTo>
                  <a:pt x="37" y="177"/>
                  <a:pt x="41" y="181"/>
                  <a:pt x="46" y="181"/>
                </a:cubicBezTo>
                <a:cubicBezTo>
                  <a:pt x="51" y="181"/>
                  <a:pt x="55" y="177"/>
                  <a:pt x="55" y="172"/>
                </a:cubicBezTo>
                <a:cubicBezTo>
                  <a:pt x="55" y="166"/>
                  <a:pt x="51" y="162"/>
                  <a:pt x="46" y="162"/>
                </a:cubicBezTo>
                <a:close/>
                <a:moveTo>
                  <a:pt x="91" y="162"/>
                </a:moveTo>
                <a:cubicBezTo>
                  <a:pt x="86" y="162"/>
                  <a:pt x="81" y="166"/>
                  <a:pt x="81" y="172"/>
                </a:cubicBezTo>
                <a:cubicBezTo>
                  <a:pt x="81" y="177"/>
                  <a:pt x="86" y="181"/>
                  <a:pt x="91" y="181"/>
                </a:cubicBezTo>
                <a:cubicBezTo>
                  <a:pt x="96" y="181"/>
                  <a:pt x="100" y="177"/>
                  <a:pt x="100" y="172"/>
                </a:cubicBezTo>
                <a:cubicBezTo>
                  <a:pt x="100" y="166"/>
                  <a:pt x="96" y="162"/>
                  <a:pt x="91" y="162"/>
                </a:cubicBezTo>
                <a:close/>
                <a:moveTo>
                  <a:pt x="135" y="162"/>
                </a:moveTo>
                <a:cubicBezTo>
                  <a:pt x="130" y="162"/>
                  <a:pt x="126" y="166"/>
                  <a:pt x="126" y="172"/>
                </a:cubicBezTo>
                <a:cubicBezTo>
                  <a:pt x="126" y="177"/>
                  <a:pt x="130" y="181"/>
                  <a:pt x="135" y="181"/>
                </a:cubicBezTo>
                <a:cubicBezTo>
                  <a:pt x="140" y="181"/>
                  <a:pt x="145" y="177"/>
                  <a:pt x="145" y="172"/>
                </a:cubicBezTo>
                <a:cubicBezTo>
                  <a:pt x="145" y="166"/>
                  <a:pt x="140" y="162"/>
                  <a:pt x="135" y="162"/>
                </a:cubicBezTo>
                <a:close/>
                <a:moveTo>
                  <a:pt x="46" y="206"/>
                </a:moveTo>
                <a:cubicBezTo>
                  <a:pt x="41" y="206"/>
                  <a:pt x="37" y="210"/>
                  <a:pt x="37" y="215"/>
                </a:cubicBezTo>
                <a:cubicBezTo>
                  <a:pt x="37" y="220"/>
                  <a:pt x="41" y="224"/>
                  <a:pt x="46" y="224"/>
                </a:cubicBezTo>
                <a:cubicBezTo>
                  <a:pt x="51" y="224"/>
                  <a:pt x="55" y="220"/>
                  <a:pt x="55" y="215"/>
                </a:cubicBezTo>
                <a:cubicBezTo>
                  <a:pt x="55" y="210"/>
                  <a:pt x="51" y="206"/>
                  <a:pt x="46" y="206"/>
                </a:cubicBezTo>
                <a:close/>
                <a:moveTo>
                  <a:pt x="91" y="206"/>
                </a:moveTo>
                <a:cubicBezTo>
                  <a:pt x="86" y="206"/>
                  <a:pt x="81" y="210"/>
                  <a:pt x="81" y="215"/>
                </a:cubicBezTo>
                <a:cubicBezTo>
                  <a:pt x="81" y="220"/>
                  <a:pt x="86" y="224"/>
                  <a:pt x="91" y="224"/>
                </a:cubicBezTo>
                <a:cubicBezTo>
                  <a:pt x="96" y="224"/>
                  <a:pt x="100" y="220"/>
                  <a:pt x="100" y="215"/>
                </a:cubicBezTo>
                <a:cubicBezTo>
                  <a:pt x="100" y="210"/>
                  <a:pt x="96" y="206"/>
                  <a:pt x="91" y="206"/>
                </a:cubicBezTo>
                <a:close/>
                <a:moveTo>
                  <a:pt x="135" y="206"/>
                </a:moveTo>
                <a:cubicBezTo>
                  <a:pt x="130" y="206"/>
                  <a:pt x="126" y="210"/>
                  <a:pt x="126" y="215"/>
                </a:cubicBezTo>
                <a:cubicBezTo>
                  <a:pt x="126" y="220"/>
                  <a:pt x="130" y="224"/>
                  <a:pt x="135" y="224"/>
                </a:cubicBezTo>
                <a:cubicBezTo>
                  <a:pt x="140" y="224"/>
                  <a:pt x="145" y="220"/>
                  <a:pt x="145" y="215"/>
                </a:cubicBezTo>
                <a:cubicBezTo>
                  <a:pt x="145" y="210"/>
                  <a:pt x="140" y="206"/>
                  <a:pt x="135" y="206"/>
                </a:cubicBezTo>
                <a:close/>
                <a:moveTo>
                  <a:pt x="91" y="250"/>
                </a:moveTo>
                <a:cubicBezTo>
                  <a:pt x="86" y="250"/>
                  <a:pt x="81" y="254"/>
                  <a:pt x="81" y="260"/>
                </a:cubicBezTo>
                <a:cubicBezTo>
                  <a:pt x="81" y="265"/>
                  <a:pt x="86" y="269"/>
                  <a:pt x="91" y="269"/>
                </a:cubicBezTo>
                <a:cubicBezTo>
                  <a:pt x="96" y="269"/>
                  <a:pt x="100" y="265"/>
                  <a:pt x="100" y="260"/>
                </a:cubicBezTo>
                <a:cubicBezTo>
                  <a:pt x="100" y="254"/>
                  <a:pt x="96" y="250"/>
                  <a:pt x="91" y="250"/>
                </a:cubicBezTo>
                <a:close/>
                <a:moveTo>
                  <a:pt x="135" y="250"/>
                </a:moveTo>
                <a:cubicBezTo>
                  <a:pt x="130" y="250"/>
                  <a:pt x="126" y="254"/>
                  <a:pt x="126" y="260"/>
                </a:cubicBezTo>
                <a:cubicBezTo>
                  <a:pt x="126" y="265"/>
                  <a:pt x="130" y="269"/>
                  <a:pt x="135" y="269"/>
                </a:cubicBezTo>
                <a:cubicBezTo>
                  <a:pt x="140" y="269"/>
                  <a:pt x="145" y="265"/>
                  <a:pt x="145" y="260"/>
                </a:cubicBezTo>
                <a:cubicBezTo>
                  <a:pt x="145" y="254"/>
                  <a:pt x="140" y="250"/>
                  <a:pt x="135" y="250"/>
                </a:cubicBezTo>
                <a:close/>
                <a:moveTo>
                  <a:pt x="180" y="162"/>
                </a:moveTo>
                <a:cubicBezTo>
                  <a:pt x="175" y="162"/>
                  <a:pt x="170" y="166"/>
                  <a:pt x="170" y="172"/>
                </a:cubicBezTo>
                <a:cubicBezTo>
                  <a:pt x="170" y="177"/>
                  <a:pt x="175" y="181"/>
                  <a:pt x="180" y="181"/>
                </a:cubicBezTo>
                <a:cubicBezTo>
                  <a:pt x="185" y="181"/>
                  <a:pt x="189" y="177"/>
                  <a:pt x="189" y="172"/>
                </a:cubicBezTo>
                <a:cubicBezTo>
                  <a:pt x="189" y="166"/>
                  <a:pt x="185" y="162"/>
                  <a:pt x="180" y="162"/>
                </a:cubicBezTo>
                <a:close/>
                <a:moveTo>
                  <a:pt x="258" y="128"/>
                </a:moveTo>
                <a:cubicBezTo>
                  <a:pt x="258" y="133"/>
                  <a:pt x="262" y="137"/>
                  <a:pt x="267" y="137"/>
                </a:cubicBezTo>
                <a:cubicBezTo>
                  <a:pt x="272" y="137"/>
                  <a:pt x="276" y="133"/>
                  <a:pt x="276" y="128"/>
                </a:cubicBezTo>
                <a:cubicBezTo>
                  <a:pt x="276" y="123"/>
                  <a:pt x="272" y="119"/>
                  <a:pt x="267" y="119"/>
                </a:cubicBezTo>
                <a:cubicBezTo>
                  <a:pt x="262" y="119"/>
                  <a:pt x="258" y="123"/>
                  <a:pt x="258" y="128"/>
                </a:cubicBezTo>
                <a:close/>
                <a:moveTo>
                  <a:pt x="164" y="293"/>
                </a:moveTo>
                <a:cubicBezTo>
                  <a:pt x="70" y="293"/>
                  <a:pt x="70" y="293"/>
                  <a:pt x="70" y="293"/>
                </a:cubicBezTo>
                <a:cubicBezTo>
                  <a:pt x="70" y="244"/>
                  <a:pt x="70" y="244"/>
                  <a:pt x="70" y="244"/>
                </a:cubicBezTo>
                <a:cubicBezTo>
                  <a:pt x="70" y="242"/>
                  <a:pt x="69" y="241"/>
                  <a:pt x="68" y="240"/>
                </a:cubicBezTo>
                <a:cubicBezTo>
                  <a:pt x="67" y="239"/>
                  <a:pt x="65" y="238"/>
                  <a:pt x="64" y="238"/>
                </a:cubicBezTo>
                <a:cubicBezTo>
                  <a:pt x="32" y="238"/>
                  <a:pt x="32" y="238"/>
                  <a:pt x="32" y="238"/>
                </a:cubicBezTo>
                <a:cubicBezTo>
                  <a:pt x="29" y="238"/>
                  <a:pt x="26" y="241"/>
                  <a:pt x="26" y="244"/>
                </a:cubicBezTo>
                <a:cubicBezTo>
                  <a:pt x="26" y="247"/>
                  <a:pt x="29" y="250"/>
                  <a:pt x="32" y="250"/>
                </a:cubicBezTo>
                <a:cubicBezTo>
                  <a:pt x="32" y="250"/>
                  <a:pt x="32" y="250"/>
                  <a:pt x="32" y="250"/>
                </a:cubicBezTo>
                <a:cubicBezTo>
                  <a:pt x="58" y="250"/>
                  <a:pt x="58" y="250"/>
                  <a:pt x="58" y="250"/>
                </a:cubicBezTo>
                <a:cubicBezTo>
                  <a:pt x="58" y="286"/>
                  <a:pt x="58" y="286"/>
                  <a:pt x="58" y="286"/>
                </a:cubicBezTo>
                <a:cubicBezTo>
                  <a:pt x="12" y="241"/>
                  <a:pt x="12" y="241"/>
                  <a:pt x="12" y="241"/>
                </a:cubicBezTo>
                <a:cubicBezTo>
                  <a:pt x="12" y="93"/>
                  <a:pt x="12" y="93"/>
                  <a:pt x="12" y="93"/>
                </a:cubicBezTo>
                <a:cubicBezTo>
                  <a:pt x="302" y="93"/>
                  <a:pt x="302" y="93"/>
                  <a:pt x="302" y="93"/>
                </a:cubicBezTo>
                <a:cubicBezTo>
                  <a:pt x="302" y="182"/>
                  <a:pt x="302" y="182"/>
                  <a:pt x="302" y="182"/>
                </a:cubicBezTo>
                <a:cubicBezTo>
                  <a:pt x="302" y="185"/>
                  <a:pt x="304" y="188"/>
                  <a:pt x="308" y="188"/>
                </a:cubicBezTo>
                <a:cubicBezTo>
                  <a:pt x="311" y="188"/>
                  <a:pt x="314" y="185"/>
                  <a:pt x="314" y="182"/>
                </a:cubicBezTo>
                <a:cubicBezTo>
                  <a:pt x="314" y="182"/>
                  <a:pt x="314" y="182"/>
                  <a:pt x="314" y="182"/>
                </a:cubicBezTo>
                <a:cubicBezTo>
                  <a:pt x="314" y="43"/>
                  <a:pt x="314" y="43"/>
                  <a:pt x="314" y="43"/>
                </a:cubicBezTo>
                <a:cubicBezTo>
                  <a:pt x="314" y="33"/>
                  <a:pt x="306" y="25"/>
                  <a:pt x="296" y="25"/>
                </a:cubicBezTo>
                <a:cubicBezTo>
                  <a:pt x="279" y="25"/>
                  <a:pt x="279" y="25"/>
                  <a:pt x="279" y="25"/>
                </a:cubicBezTo>
                <a:cubicBezTo>
                  <a:pt x="279" y="6"/>
                  <a:pt x="279" y="6"/>
                  <a:pt x="279" y="6"/>
                </a:cubicBezTo>
                <a:cubicBezTo>
                  <a:pt x="279" y="2"/>
                  <a:pt x="276" y="0"/>
                  <a:pt x="273" y="0"/>
                </a:cubicBezTo>
                <a:cubicBezTo>
                  <a:pt x="270" y="0"/>
                  <a:pt x="267" y="2"/>
                  <a:pt x="267" y="6"/>
                </a:cubicBezTo>
                <a:cubicBezTo>
                  <a:pt x="267" y="58"/>
                  <a:pt x="267" y="58"/>
                  <a:pt x="267" y="58"/>
                </a:cubicBezTo>
                <a:cubicBezTo>
                  <a:pt x="267" y="61"/>
                  <a:pt x="270" y="64"/>
                  <a:pt x="273" y="64"/>
                </a:cubicBezTo>
                <a:cubicBezTo>
                  <a:pt x="276" y="64"/>
                  <a:pt x="279" y="61"/>
                  <a:pt x="279" y="58"/>
                </a:cubicBezTo>
                <a:cubicBezTo>
                  <a:pt x="279" y="37"/>
                  <a:pt x="279" y="37"/>
                  <a:pt x="279" y="37"/>
                </a:cubicBezTo>
                <a:cubicBezTo>
                  <a:pt x="296" y="37"/>
                  <a:pt x="296" y="37"/>
                  <a:pt x="296" y="37"/>
                </a:cubicBezTo>
                <a:cubicBezTo>
                  <a:pt x="299" y="37"/>
                  <a:pt x="302" y="39"/>
                  <a:pt x="302" y="43"/>
                </a:cubicBezTo>
                <a:cubicBezTo>
                  <a:pt x="302" y="81"/>
                  <a:pt x="302" y="81"/>
                  <a:pt x="302" y="81"/>
                </a:cubicBezTo>
                <a:cubicBezTo>
                  <a:pt x="12" y="81"/>
                  <a:pt x="12" y="81"/>
                  <a:pt x="12" y="81"/>
                </a:cubicBezTo>
                <a:cubicBezTo>
                  <a:pt x="12" y="43"/>
                  <a:pt x="12" y="43"/>
                  <a:pt x="12" y="43"/>
                </a:cubicBezTo>
                <a:cubicBezTo>
                  <a:pt x="12" y="39"/>
                  <a:pt x="15" y="37"/>
                  <a:pt x="18" y="37"/>
                </a:cubicBezTo>
                <a:cubicBezTo>
                  <a:pt x="33" y="37"/>
                  <a:pt x="33" y="37"/>
                  <a:pt x="33" y="37"/>
                </a:cubicBezTo>
                <a:cubicBezTo>
                  <a:pt x="36" y="37"/>
                  <a:pt x="39" y="34"/>
                  <a:pt x="39" y="31"/>
                </a:cubicBezTo>
                <a:cubicBezTo>
                  <a:pt x="39" y="27"/>
                  <a:pt x="36" y="25"/>
                  <a:pt x="33" y="25"/>
                </a:cubicBezTo>
                <a:cubicBezTo>
                  <a:pt x="33" y="25"/>
                  <a:pt x="33" y="25"/>
                  <a:pt x="33" y="25"/>
                </a:cubicBezTo>
                <a:cubicBezTo>
                  <a:pt x="18" y="25"/>
                  <a:pt x="18" y="25"/>
                  <a:pt x="18" y="25"/>
                </a:cubicBezTo>
                <a:cubicBezTo>
                  <a:pt x="8" y="25"/>
                  <a:pt x="0" y="33"/>
                  <a:pt x="0" y="43"/>
                </a:cubicBezTo>
                <a:cubicBezTo>
                  <a:pt x="0" y="243"/>
                  <a:pt x="0" y="243"/>
                  <a:pt x="0" y="243"/>
                </a:cubicBezTo>
                <a:cubicBezTo>
                  <a:pt x="0" y="245"/>
                  <a:pt x="1" y="246"/>
                  <a:pt x="2" y="247"/>
                </a:cubicBezTo>
                <a:cubicBezTo>
                  <a:pt x="58" y="303"/>
                  <a:pt x="58" y="303"/>
                  <a:pt x="58" y="303"/>
                </a:cubicBezTo>
                <a:cubicBezTo>
                  <a:pt x="59" y="304"/>
                  <a:pt x="60" y="305"/>
                  <a:pt x="62" y="305"/>
                </a:cubicBezTo>
                <a:cubicBezTo>
                  <a:pt x="164" y="305"/>
                  <a:pt x="164" y="305"/>
                  <a:pt x="164" y="305"/>
                </a:cubicBezTo>
                <a:cubicBezTo>
                  <a:pt x="167" y="305"/>
                  <a:pt x="170" y="302"/>
                  <a:pt x="170" y="299"/>
                </a:cubicBezTo>
                <a:cubicBezTo>
                  <a:pt x="170" y="295"/>
                  <a:pt x="167" y="293"/>
                  <a:pt x="164" y="293"/>
                </a:cubicBezTo>
                <a:close/>
                <a:moveTo>
                  <a:pt x="53" y="64"/>
                </a:moveTo>
                <a:cubicBezTo>
                  <a:pt x="56" y="64"/>
                  <a:pt x="59" y="61"/>
                  <a:pt x="59" y="58"/>
                </a:cubicBezTo>
                <a:cubicBezTo>
                  <a:pt x="59" y="40"/>
                  <a:pt x="59" y="40"/>
                  <a:pt x="59" y="40"/>
                </a:cubicBezTo>
                <a:cubicBezTo>
                  <a:pt x="77" y="40"/>
                  <a:pt x="77" y="40"/>
                  <a:pt x="77" y="40"/>
                </a:cubicBezTo>
                <a:cubicBezTo>
                  <a:pt x="80" y="40"/>
                  <a:pt x="83" y="37"/>
                  <a:pt x="83" y="34"/>
                </a:cubicBezTo>
                <a:cubicBezTo>
                  <a:pt x="83" y="30"/>
                  <a:pt x="80" y="28"/>
                  <a:pt x="77" y="28"/>
                </a:cubicBezTo>
                <a:cubicBezTo>
                  <a:pt x="59" y="28"/>
                  <a:pt x="59" y="28"/>
                  <a:pt x="59" y="28"/>
                </a:cubicBezTo>
                <a:cubicBezTo>
                  <a:pt x="59" y="6"/>
                  <a:pt x="59" y="6"/>
                  <a:pt x="59" y="6"/>
                </a:cubicBezTo>
                <a:cubicBezTo>
                  <a:pt x="59" y="2"/>
                  <a:pt x="56" y="0"/>
                  <a:pt x="53" y="0"/>
                </a:cubicBezTo>
                <a:cubicBezTo>
                  <a:pt x="50" y="0"/>
                  <a:pt x="47" y="2"/>
                  <a:pt x="47" y="6"/>
                </a:cubicBezTo>
                <a:cubicBezTo>
                  <a:pt x="47" y="58"/>
                  <a:pt x="47" y="58"/>
                  <a:pt x="47" y="58"/>
                </a:cubicBezTo>
                <a:cubicBezTo>
                  <a:pt x="47" y="61"/>
                  <a:pt x="50" y="64"/>
                  <a:pt x="53" y="64"/>
                </a:cubicBezTo>
                <a:close/>
                <a:moveTo>
                  <a:pt x="97" y="64"/>
                </a:moveTo>
                <a:cubicBezTo>
                  <a:pt x="100" y="64"/>
                  <a:pt x="103" y="61"/>
                  <a:pt x="103" y="58"/>
                </a:cubicBezTo>
                <a:cubicBezTo>
                  <a:pt x="103" y="40"/>
                  <a:pt x="103" y="40"/>
                  <a:pt x="103" y="40"/>
                </a:cubicBezTo>
                <a:cubicBezTo>
                  <a:pt x="121" y="40"/>
                  <a:pt x="121" y="40"/>
                  <a:pt x="121" y="40"/>
                </a:cubicBezTo>
                <a:cubicBezTo>
                  <a:pt x="124" y="40"/>
                  <a:pt x="127" y="37"/>
                  <a:pt x="127" y="34"/>
                </a:cubicBezTo>
                <a:cubicBezTo>
                  <a:pt x="127" y="30"/>
                  <a:pt x="124" y="28"/>
                  <a:pt x="121" y="28"/>
                </a:cubicBezTo>
                <a:cubicBezTo>
                  <a:pt x="103" y="28"/>
                  <a:pt x="103" y="28"/>
                  <a:pt x="103" y="28"/>
                </a:cubicBezTo>
                <a:cubicBezTo>
                  <a:pt x="103" y="6"/>
                  <a:pt x="103" y="6"/>
                  <a:pt x="103" y="6"/>
                </a:cubicBezTo>
                <a:cubicBezTo>
                  <a:pt x="103" y="2"/>
                  <a:pt x="100" y="0"/>
                  <a:pt x="97" y="0"/>
                </a:cubicBezTo>
                <a:cubicBezTo>
                  <a:pt x="94" y="0"/>
                  <a:pt x="91" y="2"/>
                  <a:pt x="91" y="6"/>
                </a:cubicBezTo>
                <a:cubicBezTo>
                  <a:pt x="91" y="58"/>
                  <a:pt x="91" y="58"/>
                  <a:pt x="91" y="58"/>
                </a:cubicBezTo>
                <a:cubicBezTo>
                  <a:pt x="91" y="61"/>
                  <a:pt x="94" y="64"/>
                  <a:pt x="97" y="64"/>
                </a:cubicBezTo>
                <a:close/>
                <a:moveTo>
                  <a:pt x="141" y="64"/>
                </a:moveTo>
                <a:cubicBezTo>
                  <a:pt x="144" y="64"/>
                  <a:pt x="147" y="61"/>
                  <a:pt x="147" y="58"/>
                </a:cubicBezTo>
                <a:cubicBezTo>
                  <a:pt x="147" y="40"/>
                  <a:pt x="147" y="40"/>
                  <a:pt x="147" y="40"/>
                </a:cubicBezTo>
                <a:cubicBezTo>
                  <a:pt x="165" y="40"/>
                  <a:pt x="165" y="40"/>
                  <a:pt x="165" y="40"/>
                </a:cubicBezTo>
                <a:cubicBezTo>
                  <a:pt x="168" y="40"/>
                  <a:pt x="171" y="37"/>
                  <a:pt x="171" y="34"/>
                </a:cubicBezTo>
                <a:cubicBezTo>
                  <a:pt x="171" y="30"/>
                  <a:pt x="168" y="28"/>
                  <a:pt x="165" y="28"/>
                </a:cubicBezTo>
                <a:cubicBezTo>
                  <a:pt x="147" y="28"/>
                  <a:pt x="147" y="28"/>
                  <a:pt x="147" y="28"/>
                </a:cubicBezTo>
                <a:cubicBezTo>
                  <a:pt x="147" y="6"/>
                  <a:pt x="147" y="6"/>
                  <a:pt x="147" y="6"/>
                </a:cubicBezTo>
                <a:cubicBezTo>
                  <a:pt x="147" y="2"/>
                  <a:pt x="144" y="0"/>
                  <a:pt x="141" y="0"/>
                </a:cubicBezTo>
                <a:cubicBezTo>
                  <a:pt x="137" y="0"/>
                  <a:pt x="135" y="2"/>
                  <a:pt x="135" y="6"/>
                </a:cubicBezTo>
                <a:cubicBezTo>
                  <a:pt x="135" y="58"/>
                  <a:pt x="135" y="58"/>
                  <a:pt x="135" y="58"/>
                </a:cubicBezTo>
                <a:cubicBezTo>
                  <a:pt x="135" y="61"/>
                  <a:pt x="137" y="64"/>
                  <a:pt x="141" y="64"/>
                </a:cubicBezTo>
                <a:close/>
                <a:moveTo>
                  <a:pt x="185" y="64"/>
                </a:moveTo>
                <a:cubicBezTo>
                  <a:pt x="188" y="64"/>
                  <a:pt x="191" y="61"/>
                  <a:pt x="191" y="58"/>
                </a:cubicBezTo>
                <a:cubicBezTo>
                  <a:pt x="191" y="40"/>
                  <a:pt x="191" y="40"/>
                  <a:pt x="191" y="40"/>
                </a:cubicBezTo>
                <a:cubicBezTo>
                  <a:pt x="209" y="40"/>
                  <a:pt x="209" y="40"/>
                  <a:pt x="209" y="40"/>
                </a:cubicBezTo>
                <a:cubicBezTo>
                  <a:pt x="212" y="40"/>
                  <a:pt x="215" y="37"/>
                  <a:pt x="215" y="34"/>
                </a:cubicBezTo>
                <a:cubicBezTo>
                  <a:pt x="215" y="30"/>
                  <a:pt x="212" y="28"/>
                  <a:pt x="209" y="28"/>
                </a:cubicBezTo>
                <a:cubicBezTo>
                  <a:pt x="191" y="28"/>
                  <a:pt x="191" y="28"/>
                  <a:pt x="191" y="28"/>
                </a:cubicBezTo>
                <a:cubicBezTo>
                  <a:pt x="191" y="6"/>
                  <a:pt x="191" y="6"/>
                  <a:pt x="191" y="6"/>
                </a:cubicBezTo>
                <a:cubicBezTo>
                  <a:pt x="191" y="2"/>
                  <a:pt x="188" y="0"/>
                  <a:pt x="185" y="0"/>
                </a:cubicBezTo>
                <a:cubicBezTo>
                  <a:pt x="182" y="0"/>
                  <a:pt x="179" y="2"/>
                  <a:pt x="179" y="6"/>
                </a:cubicBezTo>
                <a:cubicBezTo>
                  <a:pt x="179" y="58"/>
                  <a:pt x="179" y="58"/>
                  <a:pt x="179" y="58"/>
                </a:cubicBezTo>
                <a:cubicBezTo>
                  <a:pt x="179" y="61"/>
                  <a:pt x="182" y="64"/>
                  <a:pt x="185" y="64"/>
                </a:cubicBezTo>
                <a:close/>
                <a:moveTo>
                  <a:pt x="229" y="64"/>
                </a:moveTo>
                <a:cubicBezTo>
                  <a:pt x="232" y="64"/>
                  <a:pt x="235" y="61"/>
                  <a:pt x="235" y="58"/>
                </a:cubicBezTo>
                <a:cubicBezTo>
                  <a:pt x="235" y="40"/>
                  <a:pt x="235" y="40"/>
                  <a:pt x="235" y="40"/>
                </a:cubicBezTo>
                <a:cubicBezTo>
                  <a:pt x="253" y="40"/>
                  <a:pt x="253" y="40"/>
                  <a:pt x="253" y="40"/>
                </a:cubicBezTo>
                <a:cubicBezTo>
                  <a:pt x="256" y="40"/>
                  <a:pt x="259" y="37"/>
                  <a:pt x="259" y="34"/>
                </a:cubicBezTo>
                <a:cubicBezTo>
                  <a:pt x="259" y="30"/>
                  <a:pt x="256" y="28"/>
                  <a:pt x="253" y="28"/>
                </a:cubicBezTo>
                <a:cubicBezTo>
                  <a:pt x="235" y="28"/>
                  <a:pt x="235" y="28"/>
                  <a:pt x="235" y="28"/>
                </a:cubicBezTo>
                <a:cubicBezTo>
                  <a:pt x="235" y="6"/>
                  <a:pt x="235" y="6"/>
                  <a:pt x="235" y="6"/>
                </a:cubicBezTo>
                <a:cubicBezTo>
                  <a:pt x="235" y="2"/>
                  <a:pt x="232" y="0"/>
                  <a:pt x="229" y="0"/>
                </a:cubicBezTo>
                <a:cubicBezTo>
                  <a:pt x="225" y="0"/>
                  <a:pt x="223" y="2"/>
                  <a:pt x="223" y="6"/>
                </a:cubicBezTo>
                <a:cubicBezTo>
                  <a:pt x="223" y="58"/>
                  <a:pt x="223" y="58"/>
                  <a:pt x="223" y="58"/>
                </a:cubicBezTo>
                <a:cubicBezTo>
                  <a:pt x="223" y="61"/>
                  <a:pt x="225" y="64"/>
                  <a:pt x="229" y="64"/>
                </a:cubicBezTo>
                <a:close/>
                <a:moveTo>
                  <a:pt x="323" y="230"/>
                </a:moveTo>
                <a:cubicBezTo>
                  <a:pt x="322" y="227"/>
                  <a:pt x="319" y="225"/>
                  <a:pt x="316" y="226"/>
                </a:cubicBezTo>
                <a:cubicBezTo>
                  <a:pt x="313" y="226"/>
                  <a:pt x="311" y="230"/>
                  <a:pt x="312" y="233"/>
                </a:cubicBezTo>
                <a:cubicBezTo>
                  <a:pt x="312" y="233"/>
                  <a:pt x="312" y="233"/>
                  <a:pt x="312" y="233"/>
                </a:cubicBezTo>
                <a:cubicBezTo>
                  <a:pt x="313" y="238"/>
                  <a:pt x="314" y="244"/>
                  <a:pt x="314" y="250"/>
                </a:cubicBezTo>
                <a:cubicBezTo>
                  <a:pt x="314" y="286"/>
                  <a:pt x="284" y="316"/>
                  <a:pt x="247" y="316"/>
                </a:cubicBezTo>
                <a:cubicBezTo>
                  <a:pt x="210" y="316"/>
                  <a:pt x="181" y="286"/>
                  <a:pt x="181" y="250"/>
                </a:cubicBezTo>
                <a:cubicBezTo>
                  <a:pt x="181" y="213"/>
                  <a:pt x="210" y="183"/>
                  <a:pt x="247" y="183"/>
                </a:cubicBezTo>
                <a:cubicBezTo>
                  <a:pt x="264" y="183"/>
                  <a:pt x="279" y="189"/>
                  <a:pt x="291" y="200"/>
                </a:cubicBezTo>
                <a:cubicBezTo>
                  <a:pt x="294" y="202"/>
                  <a:pt x="297" y="202"/>
                  <a:pt x="300" y="199"/>
                </a:cubicBezTo>
                <a:cubicBezTo>
                  <a:pt x="302" y="197"/>
                  <a:pt x="302" y="193"/>
                  <a:pt x="299" y="191"/>
                </a:cubicBezTo>
                <a:cubicBezTo>
                  <a:pt x="285" y="179"/>
                  <a:pt x="267" y="171"/>
                  <a:pt x="247" y="171"/>
                </a:cubicBezTo>
                <a:cubicBezTo>
                  <a:pt x="204" y="171"/>
                  <a:pt x="169" y="206"/>
                  <a:pt x="169" y="250"/>
                </a:cubicBezTo>
                <a:cubicBezTo>
                  <a:pt x="169" y="293"/>
                  <a:pt x="204" y="328"/>
                  <a:pt x="247" y="328"/>
                </a:cubicBezTo>
                <a:cubicBezTo>
                  <a:pt x="291" y="328"/>
                  <a:pt x="326" y="293"/>
                  <a:pt x="326" y="250"/>
                </a:cubicBezTo>
                <a:cubicBezTo>
                  <a:pt x="326" y="243"/>
                  <a:pt x="325" y="236"/>
                  <a:pt x="323" y="230"/>
                </a:cubicBezTo>
                <a:close/>
                <a:moveTo>
                  <a:pt x="309" y="201"/>
                </a:moveTo>
                <a:cubicBezTo>
                  <a:pt x="246" y="268"/>
                  <a:pt x="246" y="268"/>
                  <a:pt x="246" y="268"/>
                </a:cubicBezTo>
                <a:cubicBezTo>
                  <a:pt x="219" y="237"/>
                  <a:pt x="219" y="237"/>
                  <a:pt x="219" y="237"/>
                </a:cubicBezTo>
                <a:cubicBezTo>
                  <a:pt x="217" y="234"/>
                  <a:pt x="213" y="234"/>
                  <a:pt x="210" y="236"/>
                </a:cubicBezTo>
                <a:cubicBezTo>
                  <a:pt x="208" y="238"/>
                  <a:pt x="208" y="242"/>
                  <a:pt x="210" y="245"/>
                </a:cubicBezTo>
                <a:cubicBezTo>
                  <a:pt x="242" y="281"/>
                  <a:pt x="242" y="281"/>
                  <a:pt x="242" y="281"/>
                </a:cubicBezTo>
                <a:cubicBezTo>
                  <a:pt x="243" y="282"/>
                  <a:pt x="245" y="283"/>
                  <a:pt x="246" y="283"/>
                </a:cubicBezTo>
                <a:cubicBezTo>
                  <a:pt x="246" y="283"/>
                  <a:pt x="246" y="283"/>
                  <a:pt x="246" y="283"/>
                </a:cubicBezTo>
                <a:cubicBezTo>
                  <a:pt x="248" y="283"/>
                  <a:pt x="250" y="282"/>
                  <a:pt x="251" y="281"/>
                </a:cubicBezTo>
                <a:cubicBezTo>
                  <a:pt x="317" y="209"/>
                  <a:pt x="317" y="209"/>
                  <a:pt x="317" y="209"/>
                </a:cubicBezTo>
                <a:cubicBezTo>
                  <a:pt x="320" y="207"/>
                  <a:pt x="320" y="203"/>
                  <a:pt x="317" y="201"/>
                </a:cubicBezTo>
                <a:cubicBezTo>
                  <a:pt x="315" y="199"/>
                  <a:pt x="311" y="199"/>
                  <a:pt x="309" y="201"/>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pic>
        <p:nvPicPr>
          <p:cNvPr id="14" name="Imagen 13">
            <a:extLst>
              <a:ext uri="{FF2B5EF4-FFF2-40B4-BE49-F238E27FC236}">
                <a16:creationId xmlns:a16="http://schemas.microsoft.com/office/drawing/2014/main" id="{A72530B4-00FF-195C-0400-FA098F19421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9795" y="6368290"/>
            <a:ext cx="1498186" cy="239305"/>
          </a:xfrm>
          <a:prstGeom prst="rect">
            <a:avLst/>
          </a:prstGeom>
        </p:spPr>
      </p:pic>
      <p:pic>
        <p:nvPicPr>
          <p:cNvPr id="15" name="Imagen 14">
            <a:extLst>
              <a:ext uri="{FF2B5EF4-FFF2-40B4-BE49-F238E27FC236}">
                <a16:creationId xmlns:a16="http://schemas.microsoft.com/office/drawing/2014/main" id="{9064A3BF-A0AE-66BF-F827-009112CA8510}"/>
              </a:ext>
            </a:extLst>
          </p:cNvPr>
          <p:cNvPicPr>
            <a:picLocks noChangeAspect="1"/>
          </p:cNvPicPr>
          <p:nvPr/>
        </p:nvPicPr>
        <p:blipFill>
          <a:blip r:embed="rId3"/>
          <a:stretch>
            <a:fillRect/>
          </a:stretch>
        </p:blipFill>
        <p:spPr>
          <a:xfrm>
            <a:off x="10547350" y="6165838"/>
            <a:ext cx="1360142" cy="644208"/>
          </a:xfrm>
          <a:prstGeom prst="rect">
            <a:avLst/>
          </a:prstGeom>
        </p:spPr>
      </p:pic>
    </p:spTree>
    <p:extLst>
      <p:ext uri="{BB962C8B-B14F-4D97-AF65-F5344CB8AC3E}">
        <p14:creationId xmlns:p14="http://schemas.microsoft.com/office/powerpoint/2010/main" val="340476308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Google Shape;10052;p424"/>
          <p:cNvSpPr/>
          <p:nvPr/>
        </p:nvSpPr>
        <p:spPr>
          <a:xfrm>
            <a:off x="8189685" y="893185"/>
            <a:ext cx="2611865" cy="2472315"/>
          </a:xfrm>
          <a:custGeom>
            <a:avLst/>
            <a:gdLst/>
            <a:ahLst/>
            <a:cxnLst/>
            <a:rect l="l" t="t" r="r" b="b"/>
            <a:pathLst>
              <a:path w="1475" h="1400" extrusionOk="0">
                <a:moveTo>
                  <a:pt x="80" y="783"/>
                </a:moveTo>
                <a:cubicBezTo>
                  <a:pt x="121" y="1130"/>
                  <a:pt x="416" y="1400"/>
                  <a:pt x="775" y="1400"/>
                </a:cubicBezTo>
                <a:cubicBezTo>
                  <a:pt x="1161" y="1400"/>
                  <a:pt x="1475" y="1086"/>
                  <a:pt x="1475" y="700"/>
                </a:cubicBezTo>
                <a:cubicBezTo>
                  <a:pt x="1475" y="313"/>
                  <a:pt x="1161" y="0"/>
                  <a:pt x="775" y="0"/>
                </a:cubicBezTo>
                <a:cubicBezTo>
                  <a:pt x="413" y="0"/>
                  <a:pt x="115" y="275"/>
                  <a:pt x="79" y="627"/>
                </a:cubicBezTo>
                <a:cubicBezTo>
                  <a:pt x="0" y="703"/>
                  <a:pt x="0" y="703"/>
                  <a:pt x="0" y="703"/>
                </a:cubicBezTo>
                <a:lnTo>
                  <a:pt x="80" y="783"/>
                </a:lnTo>
                <a:close/>
                <a:moveTo>
                  <a:pt x="775" y="32"/>
                </a:moveTo>
                <a:cubicBezTo>
                  <a:pt x="1144" y="32"/>
                  <a:pt x="1443" y="331"/>
                  <a:pt x="1443" y="700"/>
                </a:cubicBezTo>
                <a:cubicBezTo>
                  <a:pt x="1443" y="1069"/>
                  <a:pt x="1144" y="1368"/>
                  <a:pt x="775" y="1368"/>
                </a:cubicBezTo>
                <a:cubicBezTo>
                  <a:pt x="406" y="1368"/>
                  <a:pt x="107" y="1069"/>
                  <a:pt x="107" y="700"/>
                </a:cubicBezTo>
                <a:cubicBezTo>
                  <a:pt x="107" y="331"/>
                  <a:pt x="406" y="32"/>
                  <a:pt x="775" y="32"/>
                </a:cubicBezTo>
                <a:close/>
              </a:path>
            </a:pathLst>
          </a:custGeom>
          <a:solidFill>
            <a:schemeClr val="accent1">
              <a:lumMod val="40000"/>
              <a:lumOff val="60000"/>
            </a:scheme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9" name="Google Shape;10053;p424"/>
          <p:cNvSpPr/>
          <p:nvPr/>
        </p:nvSpPr>
        <p:spPr>
          <a:xfrm rot="-1796173">
            <a:off x="6028552" y="2104171"/>
            <a:ext cx="1506126" cy="1729823"/>
          </a:xfrm>
          <a:custGeom>
            <a:avLst/>
            <a:gdLst/>
            <a:ahLst/>
            <a:cxnLst/>
            <a:rect l="l" t="t" r="r" b="b"/>
            <a:pathLst>
              <a:path w="372" h="428" extrusionOk="0">
                <a:moveTo>
                  <a:pt x="90" y="42"/>
                </a:moveTo>
                <a:cubicBezTo>
                  <a:pt x="16" y="171"/>
                  <a:pt x="16" y="171"/>
                  <a:pt x="16" y="171"/>
                </a:cubicBezTo>
                <a:cubicBezTo>
                  <a:pt x="16" y="172"/>
                  <a:pt x="16" y="173"/>
                  <a:pt x="15" y="174"/>
                </a:cubicBezTo>
                <a:cubicBezTo>
                  <a:pt x="15" y="175"/>
                  <a:pt x="0" y="215"/>
                  <a:pt x="4" y="267"/>
                </a:cubicBezTo>
                <a:cubicBezTo>
                  <a:pt x="6" y="307"/>
                  <a:pt x="19" y="343"/>
                  <a:pt x="40" y="375"/>
                </a:cubicBezTo>
                <a:cubicBezTo>
                  <a:pt x="42" y="375"/>
                  <a:pt x="43" y="375"/>
                  <a:pt x="44" y="375"/>
                </a:cubicBezTo>
                <a:cubicBezTo>
                  <a:pt x="71" y="387"/>
                  <a:pt x="93" y="388"/>
                  <a:pt x="112" y="379"/>
                </a:cubicBezTo>
                <a:cubicBezTo>
                  <a:pt x="139" y="366"/>
                  <a:pt x="149" y="333"/>
                  <a:pt x="149" y="332"/>
                </a:cubicBezTo>
                <a:cubicBezTo>
                  <a:pt x="149" y="332"/>
                  <a:pt x="149" y="332"/>
                  <a:pt x="149" y="331"/>
                </a:cubicBezTo>
                <a:cubicBezTo>
                  <a:pt x="149" y="331"/>
                  <a:pt x="148" y="331"/>
                  <a:pt x="148" y="330"/>
                </a:cubicBezTo>
                <a:cubicBezTo>
                  <a:pt x="137" y="322"/>
                  <a:pt x="131" y="312"/>
                  <a:pt x="131" y="312"/>
                </a:cubicBezTo>
                <a:cubicBezTo>
                  <a:pt x="129" y="308"/>
                  <a:pt x="130" y="303"/>
                  <a:pt x="134" y="301"/>
                </a:cubicBezTo>
                <a:cubicBezTo>
                  <a:pt x="138" y="299"/>
                  <a:pt x="142" y="300"/>
                  <a:pt x="145" y="304"/>
                </a:cubicBezTo>
                <a:cubicBezTo>
                  <a:pt x="145" y="305"/>
                  <a:pt x="162" y="334"/>
                  <a:pt x="192" y="323"/>
                </a:cubicBezTo>
                <a:cubicBezTo>
                  <a:pt x="196" y="321"/>
                  <a:pt x="200" y="323"/>
                  <a:pt x="202" y="327"/>
                </a:cubicBezTo>
                <a:cubicBezTo>
                  <a:pt x="203" y="331"/>
                  <a:pt x="201" y="336"/>
                  <a:pt x="197" y="337"/>
                </a:cubicBezTo>
                <a:cubicBezTo>
                  <a:pt x="188" y="341"/>
                  <a:pt x="179" y="342"/>
                  <a:pt x="171" y="340"/>
                </a:cubicBezTo>
                <a:cubicBezTo>
                  <a:pt x="168" y="348"/>
                  <a:pt x="159" y="373"/>
                  <a:pt x="137" y="391"/>
                </a:cubicBezTo>
                <a:cubicBezTo>
                  <a:pt x="171" y="421"/>
                  <a:pt x="223" y="428"/>
                  <a:pt x="254" y="416"/>
                </a:cubicBezTo>
                <a:cubicBezTo>
                  <a:pt x="298" y="400"/>
                  <a:pt x="319" y="366"/>
                  <a:pt x="319" y="366"/>
                </a:cubicBezTo>
                <a:cubicBezTo>
                  <a:pt x="320" y="365"/>
                  <a:pt x="320" y="365"/>
                  <a:pt x="320" y="365"/>
                </a:cubicBezTo>
                <a:cubicBezTo>
                  <a:pt x="372" y="283"/>
                  <a:pt x="314" y="238"/>
                  <a:pt x="312" y="237"/>
                </a:cubicBezTo>
                <a:cubicBezTo>
                  <a:pt x="306" y="232"/>
                  <a:pt x="306" y="232"/>
                  <a:pt x="306" y="232"/>
                </a:cubicBezTo>
                <a:cubicBezTo>
                  <a:pt x="307" y="226"/>
                  <a:pt x="307" y="226"/>
                  <a:pt x="307" y="226"/>
                </a:cubicBezTo>
                <a:cubicBezTo>
                  <a:pt x="316" y="167"/>
                  <a:pt x="272" y="131"/>
                  <a:pt x="247" y="115"/>
                </a:cubicBezTo>
                <a:cubicBezTo>
                  <a:pt x="244" y="125"/>
                  <a:pt x="237" y="137"/>
                  <a:pt x="227" y="149"/>
                </a:cubicBezTo>
                <a:cubicBezTo>
                  <a:pt x="214" y="164"/>
                  <a:pt x="198" y="174"/>
                  <a:pt x="180" y="179"/>
                </a:cubicBezTo>
                <a:cubicBezTo>
                  <a:pt x="158" y="185"/>
                  <a:pt x="133" y="182"/>
                  <a:pt x="108" y="171"/>
                </a:cubicBezTo>
                <a:cubicBezTo>
                  <a:pt x="107" y="171"/>
                  <a:pt x="107" y="171"/>
                  <a:pt x="106" y="171"/>
                </a:cubicBezTo>
                <a:cubicBezTo>
                  <a:pt x="106" y="170"/>
                  <a:pt x="105" y="170"/>
                  <a:pt x="104" y="169"/>
                </a:cubicBezTo>
                <a:cubicBezTo>
                  <a:pt x="95" y="178"/>
                  <a:pt x="86" y="182"/>
                  <a:pt x="85" y="182"/>
                </a:cubicBezTo>
                <a:cubicBezTo>
                  <a:pt x="83" y="183"/>
                  <a:pt x="81" y="183"/>
                  <a:pt x="78" y="181"/>
                </a:cubicBezTo>
                <a:cubicBezTo>
                  <a:pt x="77" y="181"/>
                  <a:pt x="76" y="179"/>
                  <a:pt x="75" y="178"/>
                </a:cubicBezTo>
                <a:cubicBezTo>
                  <a:pt x="74" y="174"/>
                  <a:pt x="75" y="169"/>
                  <a:pt x="79" y="168"/>
                </a:cubicBezTo>
                <a:cubicBezTo>
                  <a:pt x="81" y="167"/>
                  <a:pt x="108" y="155"/>
                  <a:pt x="106" y="126"/>
                </a:cubicBezTo>
                <a:cubicBezTo>
                  <a:pt x="106" y="122"/>
                  <a:pt x="109" y="118"/>
                  <a:pt x="114" y="118"/>
                </a:cubicBezTo>
                <a:cubicBezTo>
                  <a:pt x="118" y="118"/>
                  <a:pt x="122" y="121"/>
                  <a:pt x="122" y="125"/>
                </a:cubicBezTo>
                <a:cubicBezTo>
                  <a:pt x="123" y="135"/>
                  <a:pt x="121" y="143"/>
                  <a:pt x="118" y="150"/>
                </a:cubicBezTo>
                <a:cubicBezTo>
                  <a:pt x="167" y="171"/>
                  <a:pt x="196" y="149"/>
                  <a:pt x="210" y="134"/>
                </a:cubicBezTo>
                <a:cubicBezTo>
                  <a:pt x="224" y="117"/>
                  <a:pt x="229" y="97"/>
                  <a:pt x="229" y="96"/>
                </a:cubicBezTo>
                <a:cubicBezTo>
                  <a:pt x="236" y="63"/>
                  <a:pt x="221" y="31"/>
                  <a:pt x="192" y="14"/>
                </a:cubicBezTo>
                <a:cubicBezTo>
                  <a:pt x="183" y="10"/>
                  <a:pt x="174" y="6"/>
                  <a:pt x="164" y="4"/>
                </a:cubicBezTo>
                <a:cubicBezTo>
                  <a:pt x="145" y="0"/>
                  <a:pt x="127" y="5"/>
                  <a:pt x="110" y="18"/>
                </a:cubicBezTo>
                <a:cubicBezTo>
                  <a:pt x="97" y="29"/>
                  <a:pt x="90" y="42"/>
                  <a:pt x="90" y="42"/>
                </a:cubicBezTo>
                <a:close/>
              </a:path>
            </a:pathLst>
          </a:custGeom>
          <a:solidFill>
            <a:srgbClr val="FF9300"/>
          </a:solidFill>
          <a:ln>
            <a:noFill/>
          </a:ln>
        </p:spPr>
        <p:txBody>
          <a:bodyPr spcFirstLastPara="1" wrap="square" lIns="60950" tIns="30475" rIns="60950" bIns="30475" anchor="t" anchorCtr="0">
            <a:noAutofit/>
          </a:bodyPr>
          <a:lstStyle/>
          <a:p>
            <a:pPr marL="0" marR="0" lvl="0" indent="0" algn="l" rtl="0">
              <a:spcBef>
                <a:spcPts val="0"/>
              </a:spcBef>
              <a:spcAft>
                <a:spcPts val="0"/>
              </a:spcAft>
              <a:buNone/>
            </a:pPr>
            <a:endParaRPr sz="1600">
              <a:solidFill>
                <a:schemeClr val="dk1"/>
              </a:solidFill>
              <a:latin typeface="Calibri"/>
              <a:ea typeface="Calibri"/>
              <a:cs typeface="Calibri"/>
              <a:sym typeface="Calibri"/>
            </a:endParaRPr>
          </a:p>
        </p:txBody>
      </p:sp>
      <p:sp>
        <p:nvSpPr>
          <p:cNvPr id="30" name="Google Shape;10054;p424"/>
          <p:cNvSpPr/>
          <p:nvPr/>
        </p:nvSpPr>
        <p:spPr>
          <a:xfrm rot="-1796173">
            <a:off x="5743148" y="3161896"/>
            <a:ext cx="2259189" cy="2085266"/>
          </a:xfrm>
          <a:custGeom>
            <a:avLst/>
            <a:gdLst/>
            <a:ahLst/>
            <a:cxnLst/>
            <a:rect l="l" t="t" r="r" b="b"/>
            <a:pathLst>
              <a:path w="559" h="516" extrusionOk="0">
                <a:moveTo>
                  <a:pt x="406" y="396"/>
                </a:moveTo>
                <a:cubicBezTo>
                  <a:pt x="393" y="394"/>
                  <a:pt x="377" y="390"/>
                  <a:pt x="362" y="381"/>
                </a:cubicBezTo>
                <a:cubicBezTo>
                  <a:pt x="342" y="370"/>
                  <a:pt x="323" y="351"/>
                  <a:pt x="308" y="321"/>
                </a:cubicBezTo>
                <a:cubicBezTo>
                  <a:pt x="300" y="323"/>
                  <a:pt x="287" y="325"/>
                  <a:pt x="272" y="324"/>
                </a:cubicBezTo>
                <a:cubicBezTo>
                  <a:pt x="260" y="323"/>
                  <a:pt x="244" y="320"/>
                  <a:pt x="228" y="311"/>
                </a:cubicBezTo>
                <a:cubicBezTo>
                  <a:pt x="214" y="303"/>
                  <a:pt x="199" y="290"/>
                  <a:pt x="187" y="270"/>
                </a:cubicBezTo>
                <a:cubicBezTo>
                  <a:pt x="183" y="264"/>
                  <a:pt x="185" y="257"/>
                  <a:pt x="190" y="254"/>
                </a:cubicBezTo>
                <a:cubicBezTo>
                  <a:pt x="196" y="250"/>
                  <a:pt x="203" y="252"/>
                  <a:pt x="206" y="257"/>
                </a:cubicBezTo>
                <a:cubicBezTo>
                  <a:pt x="243" y="315"/>
                  <a:pt x="295" y="301"/>
                  <a:pt x="308" y="297"/>
                </a:cubicBezTo>
                <a:cubicBezTo>
                  <a:pt x="308" y="296"/>
                  <a:pt x="309" y="296"/>
                  <a:pt x="310" y="296"/>
                </a:cubicBezTo>
                <a:cubicBezTo>
                  <a:pt x="313" y="294"/>
                  <a:pt x="316" y="294"/>
                  <a:pt x="319" y="296"/>
                </a:cubicBezTo>
                <a:cubicBezTo>
                  <a:pt x="322" y="297"/>
                  <a:pt x="324" y="299"/>
                  <a:pt x="325" y="302"/>
                </a:cubicBezTo>
                <a:cubicBezTo>
                  <a:pt x="326" y="303"/>
                  <a:pt x="326" y="303"/>
                  <a:pt x="326" y="304"/>
                </a:cubicBezTo>
                <a:cubicBezTo>
                  <a:pt x="344" y="345"/>
                  <a:pt x="372" y="368"/>
                  <a:pt x="409" y="373"/>
                </a:cubicBezTo>
                <a:cubicBezTo>
                  <a:pt x="438" y="376"/>
                  <a:pt x="461" y="368"/>
                  <a:pt x="462" y="368"/>
                </a:cubicBezTo>
                <a:cubicBezTo>
                  <a:pt x="462" y="367"/>
                  <a:pt x="463" y="367"/>
                  <a:pt x="464" y="367"/>
                </a:cubicBezTo>
                <a:cubicBezTo>
                  <a:pt x="490" y="353"/>
                  <a:pt x="506" y="333"/>
                  <a:pt x="512" y="308"/>
                </a:cubicBezTo>
                <a:cubicBezTo>
                  <a:pt x="517" y="285"/>
                  <a:pt x="513" y="267"/>
                  <a:pt x="513" y="267"/>
                </a:cubicBezTo>
                <a:cubicBezTo>
                  <a:pt x="511" y="259"/>
                  <a:pt x="511" y="259"/>
                  <a:pt x="511" y="259"/>
                </a:cubicBezTo>
                <a:cubicBezTo>
                  <a:pt x="518" y="254"/>
                  <a:pt x="518" y="254"/>
                  <a:pt x="518" y="254"/>
                </a:cubicBezTo>
                <a:cubicBezTo>
                  <a:pt x="559" y="224"/>
                  <a:pt x="557" y="186"/>
                  <a:pt x="551" y="163"/>
                </a:cubicBezTo>
                <a:cubicBezTo>
                  <a:pt x="539" y="177"/>
                  <a:pt x="518" y="195"/>
                  <a:pt x="488" y="206"/>
                </a:cubicBezTo>
                <a:cubicBezTo>
                  <a:pt x="465" y="214"/>
                  <a:pt x="438" y="215"/>
                  <a:pt x="410" y="208"/>
                </a:cubicBezTo>
                <a:cubicBezTo>
                  <a:pt x="396" y="205"/>
                  <a:pt x="382" y="199"/>
                  <a:pt x="370" y="192"/>
                </a:cubicBezTo>
                <a:cubicBezTo>
                  <a:pt x="359" y="186"/>
                  <a:pt x="350" y="179"/>
                  <a:pt x="342" y="171"/>
                </a:cubicBezTo>
                <a:cubicBezTo>
                  <a:pt x="327" y="176"/>
                  <a:pt x="311" y="178"/>
                  <a:pt x="294" y="175"/>
                </a:cubicBezTo>
                <a:cubicBezTo>
                  <a:pt x="304" y="184"/>
                  <a:pt x="315" y="193"/>
                  <a:pt x="327" y="202"/>
                </a:cubicBezTo>
                <a:cubicBezTo>
                  <a:pt x="332" y="205"/>
                  <a:pt x="333" y="213"/>
                  <a:pt x="330" y="218"/>
                </a:cubicBezTo>
                <a:cubicBezTo>
                  <a:pt x="326" y="223"/>
                  <a:pt x="319" y="224"/>
                  <a:pt x="314" y="221"/>
                </a:cubicBezTo>
                <a:cubicBezTo>
                  <a:pt x="314" y="221"/>
                  <a:pt x="314" y="221"/>
                  <a:pt x="313" y="221"/>
                </a:cubicBezTo>
                <a:cubicBezTo>
                  <a:pt x="277" y="195"/>
                  <a:pt x="249" y="165"/>
                  <a:pt x="231" y="129"/>
                </a:cubicBezTo>
                <a:cubicBezTo>
                  <a:pt x="217" y="101"/>
                  <a:pt x="209" y="69"/>
                  <a:pt x="206" y="36"/>
                </a:cubicBezTo>
                <a:cubicBezTo>
                  <a:pt x="206" y="23"/>
                  <a:pt x="206" y="11"/>
                  <a:pt x="207" y="0"/>
                </a:cubicBezTo>
                <a:cubicBezTo>
                  <a:pt x="34" y="300"/>
                  <a:pt x="34" y="300"/>
                  <a:pt x="34" y="300"/>
                </a:cubicBezTo>
                <a:cubicBezTo>
                  <a:pt x="17" y="329"/>
                  <a:pt x="2" y="357"/>
                  <a:pt x="1" y="389"/>
                </a:cubicBezTo>
                <a:cubicBezTo>
                  <a:pt x="0" y="427"/>
                  <a:pt x="24" y="452"/>
                  <a:pt x="24" y="452"/>
                </a:cubicBezTo>
                <a:cubicBezTo>
                  <a:pt x="24" y="453"/>
                  <a:pt x="24" y="453"/>
                  <a:pt x="24" y="453"/>
                </a:cubicBezTo>
                <a:cubicBezTo>
                  <a:pt x="38" y="467"/>
                  <a:pt x="52" y="479"/>
                  <a:pt x="67" y="488"/>
                </a:cubicBezTo>
                <a:cubicBezTo>
                  <a:pt x="93" y="502"/>
                  <a:pt x="120" y="508"/>
                  <a:pt x="148" y="505"/>
                </a:cubicBezTo>
                <a:cubicBezTo>
                  <a:pt x="169" y="502"/>
                  <a:pt x="182" y="495"/>
                  <a:pt x="182" y="495"/>
                </a:cubicBezTo>
                <a:cubicBezTo>
                  <a:pt x="187" y="492"/>
                  <a:pt x="187" y="492"/>
                  <a:pt x="187" y="492"/>
                </a:cubicBezTo>
                <a:cubicBezTo>
                  <a:pt x="188" y="492"/>
                  <a:pt x="188" y="492"/>
                  <a:pt x="188" y="492"/>
                </a:cubicBezTo>
                <a:cubicBezTo>
                  <a:pt x="193" y="489"/>
                  <a:pt x="202" y="484"/>
                  <a:pt x="210" y="476"/>
                </a:cubicBezTo>
                <a:cubicBezTo>
                  <a:pt x="225" y="462"/>
                  <a:pt x="257" y="424"/>
                  <a:pt x="251" y="369"/>
                </a:cubicBezTo>
                <a:cubicBezTo>
                  <a:pt x="244" y="375"/>
                  <a:pt x="237" y="379"/>
                  <a:pt x="231" y="381"/>
                </a:cubicBezTo>
                <a:cubicBezTo>
                  <a:pt x="219" y="384"/>
                  <a:pt x="209" y="383"/>
                  <a:pt x="208" y="383"/>
                </a:cubicBezTo>
                <a:cubicBezTo>
                  <a:pt x="207" y="382"/>
                  <a:pt x="206" y="382"/>
                  <a:pt x="205" y="382"/>
                </a:cubicBezTo>
                <a:cubicBezTo>
                  <a:pt x="203" y="380"/>
                  <a:pt x="201" y="377"/>
                  <a:pt x="202" y="374"/>
                </a:cubicBezTo>
                <a:cubicBezTo>
                  <a:pt x="202" y="369"/>
                  <a:pt x="206" y="367"/>
                  <a:pt x="211" y="367"/>
                </a:cubicBezTo>
                <a:cubicBezTo>
                  <a:pt x="211" y="367"/>
                  <a:pt x="218" y="368"/>
                  <a:pt x="227" y="366"/>
                </a:cubicBezTo>
                <a:cubicBezTo>
                  <a:pt x="237" y="362"/>
                  <a:pt x="245" y="354"/>
                  <a:pt x="248" y="341"/>
                </a:cubicBezTo>
                <a:cubicBezTo>
                  <a:pt x="249" y="337"/>
                  <a:pt x="254" y="335"/>
                  <a:pt x="258" y="336"/>
                </a:cubicBezTo>
                <a:cubicBezTo>
                  <a:pt x="259" y="336"/>
                  <a:pt x="259" y="337"/>
                  <a:pt x="260" y="337"/>
                </a:cubicBezTo>
                <a:cubicBezTo>
                  <a:pt x="265" y="338"/>
                  <a:pt x="269" y="341"/>
                  <a:pt x="270" y="346"/>
                </a:cubicBezTo>
                <a:cubicBezTo>
                  <a:pt x="289" y="422"/>
                  <a:pt x="246" y="474"/>
                  <a:pt x="226" y="493"/>
                </a:cubicBezTo>
                <a:cubicBezTo>
                  <a:pt x="222" y="497"/>
                  <a:pt x="218" y="500"/>
                  <a:pt x="215" y="502"/>
                </a:cubicBezTo>
                <a:cubicBezTo>
                  <a:pt x="262" y="516"/>
                  <a:pt x="306" y="503"/>
                  <a:pt x="343" y="465"/>
                </a:cubicBezTo>
                <a:cubicBezTo>
                  <a:pt x="343" y="464"/>
                  <a:pt x="344" y="463"/>
                  <a:pt x="345" y="463"/>
                </a:cubicBezTo>
                <a:cubicBezTo>
                  <a:pt x="345" y="462"/>
                  <a:pt x="346" y="461"/>
                  <a:pt x="346" y="461"/>
                </a:cubicBezTo>
                <a:cubicBezTo>
                  <a:pt x="351" y="456"/>
                  <a:pt x="365" y="436"/>
                  <a:pt x="365" y="414"/>
                </a:cubicBezTo>
                <a:cubicBezTo>
                  <a:pt x="365" y="408"/>
                  <a:pt x="370" y="403"/>
                  <a:pt x="377" y="403"/>
                </a:cubicBezTo>
                <a:cubicBezTo>
                  <a:pt x="383" y="402"/>
                  <a:pt x="388" y="408"/>
                  <a:pt x="388" y="414"/>
                </a:cubicBezTo>
                <a:cubicBezTo>
                  <a:pt x="389" y="428"/>
                  <a:pt x="385" y="441"/>
                  <a:pt x="380" y="451"/>
                </a:cubicBezTo>
                <a:cubicBezTo>
                  <a:pt x="398" y="444"/>
                  <a:pt x="413" y="433"/>
                  <a:pt x="426" y="416"/>
                </a:cubicBezTo>
                <a:cubicBezTo>
                  <a:pt x="432" y="409"/>
                  <a:pt x="436" y="402"/>
                  <a:pt x="439" y="396"/>
                </a:cubicBezTo>
                <a:cubicBezTo>
                  <a:pt x="430" y="397"/>
                  <a:pt x="418" y="397"/>
                  <a:pt x="406" y="396"/>
                </a:cubicBezTo>
                <a:close/>
              </a:path>
            </a:pathLst>
          </a:custGeom>
          <a:solidFill>
            <a:srgbClr val="FF9300"/>
          </a:solidFill>
          <a:ln>
            <a:noFill/>
          </a:ln>
        </p:spPr>
        <p:txBody>
          <a:bodyPr spcFirstLastPara="1" wrap="square" lIns="60950" tIns="30475" rIns="60950" bIns="30475" anchor="t" anchorCtr="0">
            <a:noAutofit/>
          </a:bodyPr>
          <a:lstStyle/>
          <a:p>
            <a:pPr marL="0" marR="0" lvl="0" indent="0" algn="l" rtl="0">
              <a:spcBef>
                <a:spcPts val="0"/>
              </a:spcBef>
              <a:spcAft>
                <a:spcPts val="0"/>
              </a:spcAft>
              <a:buNone/>
            </a:pPr>
            <a:endParaRPr sz="1600">
              <a:solidFill>
                <a:srgbClr val="595959"/>
              </a:solidFill>
              <a:latin typeface="Calibri"/>
              <a:ea typeface="Calibri"/>
              <a:cs typeface="Calibri"/>
              <a:sym typeface="Calibri"/>
            </a:endParaRPr>
          </a:p>
        </p:txBody>
      </p:sp>
      <p:sp>
        <p:nvSpPr>
          <p:cNvPr id="31" name="Google Shape;10055;p424"/>
          <p:cNvSpPr/>
          <p:nvPr/>
        </p:nvSpPr>
        <p:spPr>
          <a:xfrm rot="-1796173">
            <a:off x="4241828" y="2535706"/>
            <a:ext cx="2424958" cy="2805628"/>
          </a:xfrm>
          <a:custGeom>
            <a:avLst/>
            <a:gdLst/>
            <a:ahLst/>
            <a:cxnLst/>
            <a:rect l="l" t="t" r="r" b="b"/>
            <a:pathLst>
              <a:path w="600" h="693" extrusionOk="0">
                <a:moveTo>
                  <a:pt x="475" y="312"/>
                </a:moveTo>
                <a:cubicBezTo>
                  <a:pt x="469" y="317"/>
                  <a:pt x="462" y="321"/>
                  <a:pt x="455" y="325"/>
                </a:cubicBezTo>
                <a:cubicBezTo>
                  <a:pt x="439" y="334"/>
                  <a:pt x="420" y="341"/>
                  <a:pt x="398" y="346"/>
                </a:cubicBezTo>
                <a:cubicBezTo>
                  <a:pt x="370" y="353"/>
                  <a:pt x="337" y="354"/>
                  <a:pt x="300" y="347"/>
                </a:cubicBezTo>
                <a:cubicBezTo>
                  <a:pt x="279" y="343"/>
                  <a:pt x="257" y="336"/>
                  <a:pt x="234" y="325"/>
                </a:cubicBezTo>
                <a:cubicBezTo>
                  <a:pt x="234" y="325"/>
                  <a:pt x="234" y="325"/>
                  <a:pt x="234" y="325"/>
                </a:cubicBezTo>
                <a:cubicBezTo>
                  <a:pt x="234" y="325"/>
                  <a:pt x="234" y="325"/>
                  <a:pt x="234" y="325"/>
                </a:cubicBezTo>
                <a:cubicBezTo>
                  <a:pt x="234" y="325"/>
                  <a:pt x="222" y="319"/>
                  <a:pt x="206" y="310"/>
                </a:cubicBezTo>
                <a:cubicBezTo>
                  <a:pt x="195" y="304"/>
                  <a:pt x="183" y="296"/>
                  <a:pt x="170" y="287"/>
                </a:cubicBezTo>
                <a:cubicBezTo>
                  <a:pt x="157" y="279"/>
                  <a:pt x="144" y="269"/>
                  <a:pt x="132" y="258"/>
                </a:cubicBezTo>
                <a:cubicBezTo>
                  <a:pt x="124" y="251"/>
                  <a:pt x="116" y="244"/>
                  <a:pt x="110" y="237"/>
                </a:cubicBezTo>
                <a:cubicBezTo>
                  <a:pt x="106" y="232"/>
                  <a:pt x="107" y="224"/>
                  <a:pt x="111" y="220"/>
                </a:cubicBezTo>
                <a:cubicBezTo>
                  <a:pt x="116" y="216"/>
                  <a:pt x="124" y="217"/>
                  <a:pt x="128" y="222"/>
                </a:cubicBezTo>
                <a:cubicBezTo>
                  <a:pt x="133" y="228"/>
                  <a:pt x="140" y="235"/>
                  <a:pt x="147" y="241"/>
                </a:cubicBezTo>
                <a:cubicBezTo>
                  <a:pt x="154" y="247"/>
                  <a:pt x="162" y="254"/>
                  <a:pt x="171" y="259"/>
                </a:cubicBezTo>
                <a:cubicBezTo>
                  <a:pt x="187" y="271"/>
                  <a:pt x="204" y="282"/>
                  <a:pt x="217" y="290"/>
                </a:cubicBezTo>
                <a:cubicBezTo>
                  <a:pt x="232" y="298"/>
                  <a:pt x="243" y="303"/>
                  <a:pt x="244" y="304"/>
                </a:cubicBezTo>
                <a:cubicBezTo>
                  <a:pt x="280" y="321"/>
                  <a:pt x="313" y="328"/>
                  <a:pt x="342" y="328"/>
                </a:cubicBezTo>
                <a:cubicBezTo>
                  <a:pt x="371" y="329"/>
                  <a:pt x="396" y="324"/>
                  <a:pt x="418" y="316"/>
                </a:cubicBezTo>
                <a:cubicBezTo>
                  <a:pt x="432" y="311"/>
                  <a:pt x="445" y="304"/>
                  <a:pt x="457" y="297"/>
                </a:cubicBezTo>
                <a:cubicBezTo>
                  <a:pt x="472" y="287"/>
                  <a:pt x="484" y="277"/>
                  <a:pt x="493" y="269"/>
                </a:cubicBezTo>
                <a:cubicBezTo>
                  <a:pt x="505" y="257"/>
                  <a:pt x="511" y="249"/>
                  <a:pt x="511" y="248"/>
                </a:cubicBezTo>
                <a:cubicBezTo>
                  <a:pt x="511" y="248"/>
                  <a:pt x="511" y="248"/>
                  <a:pt x="511" y="248"/>
                </a:cubicBezTo>
                <a:cubicBezTo>
                  <a:pt x="511" y="248"/>
                  <a:pt x="511" y="248"/>
                  <a:pt x="511" y="248"/>
                </a:cubicBezTo>
                <a:cubicBezTo>
                  <a:pt x="511" y="248"/>
                  <a:pt x="511" y="248"/>
                  <a:pt x="511" y="248"/>
                </a:cubicBezTo>
                <a:cubicBezTo>
                  <a:pt x="511" y="248"/>
                  <a:pt x="511" y="248"/>
                  <a:pt x="511" y="248"/>
                </a:cubicBezTo>
                <a:cubicBezTo>
                  <a:pt x="511" y="248"/>
                  <a:pt x="511" y="248"/>
                  <a:pt x="511" y="248"/>
                </a:cubicBezTo>
                <a:cubicBezTo>
                  <a:pt x="512" y="247"/>
                  <a:pt x="513" y="247"/>
                  <a:pt x="514" y="246"/>
                </a:cubicBezTo>
                <a:cubicBezTo>
                  <a:pt x="588" y="117"/>
                  <a:pt x="588" y="117"/>
                  <a:pt x="588" y="117"/>
                </a:cubicBezTo>
                <a:cubicBezTo>
                  <a:pt x="588" y="117"/>
                  <a:pt x="588" y="117"/>
                  <a:pt x="588" y="117"/>
                </a:cubicBezTo>
                <a:cubicBezTo>
                  <a:pt x="588" y="117"/>
                  <a:pt x="588" y="117"/>
                  <a:pt x="588" y="117"/>
                </a:cubicBezTo>
                <a:cubicBezTo>
                  <a:pt x="588" y="117"/>
                  <a:pt x="588" y="117"/>
                  <a:pt x="588" y="117"/>
                </a:cubicBezTo>
                <a:cubicBezTo>
                  <a:pt x="588" y="117"/>
                  <a:pt x="588" y="117"/>
                  <a:pt x="588" y="117"/>
                </a:cubicBezTo>
                <a:cubicBezTo>
                  <a:pt x="588" y="117"/>
                  <a:pt x="588" y="117"/>
                  <a:pt x="588" y="117"/>
                </a:cubicBezTo>
                <a:cubicBezTo>
                  <a:pt x="589" y="115"/>
                  <a:pt x="591" y="112"/>
                  <a:pt x="593" y="106"/>
                </a:cubicBezTo>
                <a:cubicBezTo>
                  <a:pt x="596" y="101"/>
                  <a:pt x="598" y="94"/>
                  <a:pt x="599" y="86"/>
                </a:cubicBezTo>
                <a:cubicBezTo>
                  <a:pt x="600" y="81"/>
                  <a:pt x="600" y="75"/>
                  <a:pt x="600" y="70"/>
                </a:cubicBezTo>
                <a:cubicBezTo>
                  <a:pt x="599" y="62"/>
                  <a:pt x="597" y="55"/>
                  <a:pt x="593" y="47"/>
                </a:cubicBezTo>
                <a:cubicBezTo>
                  <a:pt x="591" y="43"/>
                  <a:pt x="588" y="38"/>
                  <a:pt x="584" y="34"/>
                </a:cubicBezTo>
                <a:cubicBezTo>
                  <a:pt x="577" y="26"/>
                  <a:pt x="570" y="20"/>
                  <a:pt x="562" y="16"/>
                </a:cubicBezTo>
                <a:cubicBezTo>
                  <a:pt x="551" y="9"/>
                  <a:pt x="539" y="6"/>
                  <a:pt x="527" y="5"/>
                </a:cubicBezTo>
                <a:cubicBezTo>
                  <a:pt x="515" y="4"/>
                  <a:pt x="504" y="6"/>
                  <a:pt x="493" y="11"/>
                </a:cubicBezTo>
                <a:cubicBezTo>
                  <a:pt x="486" y="14"/>
                  <a:pt x="479" y="18"/>
                  <a:pt x="472" y="24"/>
                </a:cubicBezTo>
                <a:cubicBezTo>
                  <a:pt x="472" y="24"/>
                  <a:pt x="472" y="24"/>
                  <a:pt x="472" y="24"/>
                </a:cubicBezTo>
                <a:cubicBezTo>
                  <a:pt x="472" y="24"/>
                  <a:pt x="472" y="24"/>
                  <a:pt x="471" y="25"/>
                </a:cubicBezTo>
                <a:cubicBezTo>
                  <a:pt x="470" y="26"/>
                  <a:pt x="469" y="27"/>
                  <a:pt x="467" y="29"/>
                </a:cubicBezTo>
                <a:cubicBezTo>
                  <a:pt x="464" y="32"/>
                  <a:pt x="460" y="37"/>
                  <a:pt x="456" y="44"/>
                </a:cubicBezTo>
                <a:cubicBezTo>
                  <a:pt x="454" y="49"/>
                  <a:pt x="451" y="54"/>
                  <a:pt x="449" y="60"/>
                </a:cubicBezTo>
                <a:cubicBezTo>
                  <a:pt x="447" y="67"/>
                  <a:pt x="445" y="74"/>
                  <a:pt x="445" y="82"/>
                </a:cubicBezTo>
                <a:cubicBezTo>
                  <a:pt x="445" y="90"/>
                  <a:pt x="446" y="99"/>
                  <a:pt x="449" y="107"/>
                </a:cubicBezTo>
                <a:cubicBezTo>
                  <a:pt x="452" y="113"/>
                  <a:pt x="454" y="119"/>
                  <a:pt x="459" y="125"/>
                </a:cubicBezTo>
                <a:cubicBezTo>
                  <a:pt x="464" y="132"/>
                  <a:pt x="471" y="140"/>
                  <a:pt x="481" y="148"/>
                </a:cubicBezTo>
                <a:cubicBezTo>
                  <a:pt x="482" y="146"/>
                  <a:pt x="484" y="144"/>
                  <a:pt x="486" y="143"/>
                </a:cubicBezTo>
                <a:cubicBezTo>
                  <a:pt x="489" y="139"/>
                  <a:pt x="494" y="136"/>
                  <a:pt x="499" y="134"/>
                </a:cubicBezTo>
                <a:cubicBezTo>
                  <a:pt x="503" y="132"/>
                  <a:pt x="508" y="134"/>
                  <a:pt x="509" y="138"/>
                </a:cubicBezTo>
                <a:cubicBezTo>
                  <a:pt x="511" y="142"/>
                  <a:pt x="509" y="146"/>
                  <a:pt x="505" y="148"/>
                </a:cubicBezTo>
                <a:cubicBezTo>
                  <a:pt x="502" y="150"/>
                  <a:pt x="499" y="152"/>
                  <a:pt x="496" y="154"/>
                </a:cubicBezTo>
                <a:cubicBezTo>
                  <a:pt x="494" y="156"/>
                  <a:pt x="492" y="159"/>
                  <a:pt x="490" y="161"/>
                </a:cubicBezTo>
                <a:cubicBezTo>
                  <a:pt x="489" y="164"/>
                  <a:pt x="487" y="168"/>
                  <a:pt x="486" y="171"/>
                </a:cubicBezTo>
                <a:cubicBezTo>
                  <a:pt x="486" y="174"/>
                  <a:pt x="485" y="177"/>
                  <a:pt x="485" y="180"/>
                </a:cubicBezTo>
                <a:cubicBezTo>
                  <a:pt x="484" y="185"/>
                  <a:pt x="485" y="189"/>
                  <a:pt x="485" y="189"/>
                </a:cubicBezTo>
                <a:cubicBezTo>
                  <a:pt x="485" y="189"/>
                  <a:pt x="485" y="189"/>
                  <a:pt x="485" y="189"/>
                </a:cubicBezTo>
                <a:cubicBezTo>
                  <a:pt x="485" y="189"/>
                  <a:pt x="485" y="189"/>
                  <a:pt x="485" y="189"/>
                </a:cubicBezTo>
                <a:cubicBezTo>
                  <a:pt x="486" y="194"/>
                  <a:pt x="483" y="197"/>
                  <a:pt x="478" y="198"/>
                </a:cubicBezTo>
                <a:cubicBezTo>
                  <a:pt x="474" y="199"/>
                  <a:pt x="470" y="196"/>
                  <a:pt x="470" y="191"/>
                </a:cubicBezTo>
                <a:cubicBezTo>
                  <a:pt x="470" y="191"/>
                  <a:pt x="469" y="188"/>
                  <a:pt x="469" y="184"/>
                </a:cubicBezTo>
                <a:cubicBezTo>
                  <a:pt x="469" y="180"/>
                  <a:pt x="470" y="174"/>
                  <a:pt x="471" y="169"/>
                </a:cubicBezTo>
                <a:cubicBezTo>
                  <a:pt x="470" y="168"/>
                  <a:pt x="469" y="168"/>
                  <a:pt x="468" y="167"/>
                </a:cubicBezTo>
                <a:cubicBezTo>
                  <a:pt x="454" y="157"/>
                  <a:pt x="444" y="146"/>
                  <a:pt x="437" y="135"/>
                </a:cubicBezTo>
                <a:cubicBezTo>
                  <a:pt x="430" y="123"/>
                  <a:pt x="425" y="112"/>
                  <a:pt x="423" y="100"/>
                </a:cubicBezTo>
                <a:cubicBezTo>
                  <a:pt x="422" y="93"/>
                  <a:pt x="422" y="85"/>
                  <a:pt x="422" y="78"/>
                </a:cubicBezTo>
                <a:cubicBezTo>
                  <a:pt x="423" y="69"/>
                  <a:pt x="425" y="60"/>
                  <a:pt x="427" y="52"/>
                </a:cubicBezTo>
                <a:cubicBezTo>
                  <a:pt x="430" y="45"/>
                  <a:pt x="433" y="38"/>
                  <a:pt x="436" y="32"/>
                </a:cubicBezTo>
                <a:cubicBezTo>
                  <a:pt x="440" y="27"/>
                  <a:pt x="443" y="22"/>
                  <a:pt x="446" y="18"/>
                </a:cubicBezTo>
                <a:cubicBezTo>
                  <a:pt x="442" y="15"/>
                  <a:pt x="437" y="13"/>
                  <a:pt x="431" y="10"/>
                </a:cubicBezTo>
                <a:cubicBezTo>
                  <a:pt x="421" y="7"/>
                  <a:pt x="410" y="3"/>
                  <a:pt x="399" y="2"/>
                </a:cubicBezTo>
                <a:cubicBezTo>
                  <a:pt x="391" y="0"/>
                  <a:pt x="383" y="0"/>
                  <a:pt x="374" y="1"/>
                </a:cubicBezTo>
                <a:cubicBezTo>
                  <a:pt x="363" y="1"/>
                  <a:pt x="352" y="4"/>
                  <a:pt x="340" y="9"/>
                </a:cubicBezTo>
                <a:cubicBezTo>
                  <a:pt x="334" y="12"/>
                  <a:pt x="327" y="16"/>
                  <a:pt x="321" y="21"/>
                </a:cubicBezTo>
                <a:cubicBezTo>
                  <a:pt x="316" y="25"/>
                  <a:pt x="316" y="25"/>
                  <a:pt x="316" y="25"/>
                </a:cubicBezTo>
                <a:cubicBezTo>
                  <a:pt x="310" y="23"/>
                  <a:pt x="310" y="23"/>
                  <a:pt x="310" y="23"/>
                </a:cubicBezTo>
                <a:cubicBezTo>
                  <a:pt x="310" y="23"/>
                  <a:pt x="310" y="23"/>
                  <a:pt x="310" y="23"/>
                </a:cubicBezTo>
                <a:cubicBezTo>
                  <a:pt x="310" y="23"/>
                  <a:pt x="310" y="23"/>
                  <a:pt x="310" y="23"/>
                </a:cubicBezTo>
                <a:cubicBezTo>
                  <a:pt x="310" y="23"/>
                  <a:pt x="310" y="23"/>
                  <a:pt x="310" y="23"/>
                </a:cubicBezTo>
                <a:cubicBezTo>
                  <a:pt x="310" y="23"/>
                  <a:pt x="310" y="23"/>
                  <a:pt x="310" y="23"/>
                </a:cubicBezTo>
                <a:cubicBezTo>
                  <a:pt x="310" y="23"/>
                  <a:pt x="310" y="23"/>
                  <a:pt x="310" y="23"/>
                </a:cubicBezTo>
                <a:cubicBezTo>
                  <a:pt x="310" y="23"/>
                  <a:pt x="309" y="23"/>
                  <a:pt x="308" y="23"/>
                </a:cubicBezTo>
                <a:cubicBezTo>
                  <a:pt x="307" y="22"/>
                  <a:pt x="305" y="22"/>
                  <a:pt x="302" y="21"/>
                </a:cubicBezTo>
                <a:cubicBezTo>
                  <a:pt x="296" y="20"/>
                  <a:pt x="288" y="19"/>
                  <a:pt x="279" y="19"/>
                </a:cubicBezTo>
                <a:cubicBezTo>
                  <a:pt x="273" y="19"/>
                  <a:pt x="267" y="20"/>
                  <a:pt x="260" y="21"/>
                </a:cubicBezTo>
                <a:cubicBezTo>
                  <a:pt x="252" y="22"/>
                  <a:pt x="243" y="25"/>
                  <a:pt x="235" y="30"/>
                </a:cubicBezTo>
                <a:cubicBezTo>
                  <a:pt x="230" y="33"/>
                  <a:pt x="225" y="36"/>
                  <a:pt x="221" y="41"/>
                </a:cubicBezTo>
                <a:cubicBezTo>
                  <a:pt x="216" y="45"/>
                  <a:pt x="211" y="51"/>
                  <a:pt x="207" y="59"/>
                </a:cubicBezTo>
                <a:cubicBezTo>
                  <a:pt x="203" y="65"/>
                  <a:pt x="200" y="72"/>
                  <a:pt x="197" y="81"/>
                </a:cubicBezTo>
                <a:cubicBezTo>
                  <a:pt x="196" y="83"/>
                  <a:pt x="196" y="83"/>
                  <a:pt x="196" y="83"/>
                </a:cubicBezTo>
                <a:cubicBezTo>
                  <a:pt x="196" y="83"/>
                  <a:pt x="196" y="83"/>
                  <a:pt x="196" y="83"/>
                </a:cubicBezTo>
                <a:cubicBezTo>
                  <a:pt x="196" y="85"/>
                  <a:pt x="195" y="87"/>
                  <a:pt x="195" y="90"/>
                </a:cubicBezTo>
                <a:cubicBezTo>
                  <a:pt x="194" y="96"/>
                  <a:pt x="193" y="104"/>
                  <a:pt x="195" y="114"/>
                </a:cubicBezTo>
                <a:cubicBezTo>
                  <a:pt x="196" y="120"/>
                  <a:pt x="198" y="127"/>
                  <a:pt x="201" y="134"/>
                </a:cubicBezTo>
                <a:cubicBezTo>
                  <a:pt x="206" y="144"/>
                  <a:pt x="213" y="154"/>
                  <a:pt x="224" y="164"/>
                </a:cubicBezTo>
                <a:cubicBezTo>
                  <a:pt x="231" y="169"/>
                  <a:pt x="238" y="175"/>
                  <a:pt x="248" y="181"/>
                </a:cubicBezTo>
                <a:cubicBezTo>
                  <a:pt x="256" y="185"/>
                  <a:pt x="266" y="190"/>
                  <a:pt x="278" y="195"/>
                </a:cubicBezTo>
                <a:cubicBezTo>
                  <a:pt x="278" y="189"/>
                  <a:pt x="279" y="183"/>
                  <a:pt x="280" y="178"/>
                </a:cubicBezTo>
                <a:cubicBezTo>
                  <a:pt x="283" y="169"/>
                  <a:pt x="287" y="161"/>
                  <a:pt x="291" y="154"/>
                </a:cubicBezTo>
                <a:cubicBezTo>
                  <a:pt x="294" y="148"/>
                  <a:pt x="298" y="143"/>
                  <a:pt x="301" y="139"/>
                </a:cubicBezTo>
                <a:cubicBezTo>
                  <a:pt x="302" y="137"/>
                  <a:pt x="304" y="136"/>
                  <a:pt x="304" y="135"/>
                </a:cubicBezTo>
                <a:cubicBezTo>
                  <a:pt x="304" y="134"/>
                  <a:pt x="303" y="134"/>
                  <a:pt x="303" y="133"/>
                </a:cubicBezTo>
                <a:cubicBezTo>
                  <a:pt x="298" y="128"/>
                  <a:pt x="295" y="121"/>
                  <a:pt x="293" y="113"/>
                </a:cubicBezTo>
                <a:cubicBezTo>
                  <a:pt x="292" y="109"/>
                  <a:pt x="295" y="104"/>
                  <a:pt x="299" y="103"/>
                </a:cubicBezTo>
                <a:cubicBezTo>
                  <a:pt x="303" y="103"/>
                  <a:pt x="307" y="105"/>
                  <a:pt x="308" y="109"/>
                </a:cubicBezTo>
                <a:cubicBezTo>
                  <a:pt x="310" y="115"/>
                  <a:pt x="312" y="120"/>
                  <a:pt x="315" y="123"/>
                </a:cubicBezTo>
                <a:cubicBezTo>
                  <a:pt x="318" y="127"/>
                  <a:pt x="321" y="130"/>
                  <a:pt x="325" y="132"/>
                </a:cubicBezTo>
                <a:cubicBezTo>
                  <a:pt x="331" y="135"/>
                  <a:pt x="337" y="137"/>
                  <a:pt x="342" y="138"/>
                </a:cubicBezTo>
                <a:cubicBezTo>
                  <a:pt x="346" y="139"/>
                  <a:pt x="350" y="139"/>
                  <a:pt x="350" y="139"/>
                </a:cubicBezTo>
                <a:cubicBezTo>
                  <a:pt x="350" y="139"/>
                  <a:pt x="350" y="139"/>
                  <a:pt x="350" y="139"/>
                </a:cubicBezTo>
                <a:cubicBezTo>
                  <a:pt x="350" y="139"/>
                  <a:pt x="350" y="139"/>
                  <a:pt x="350" y="139"/>
                </a:cubicBezTo>
                <a:cubicBezTo>
                  <a:pt x="354" y="139"/>
                  <a:pt x="357" y="143"/>
                  <a:pt x="357" y="147"/>
                </a:cubicBezTo>
                <a:cubicBezTo>
                  <a:pt x="357" y="151"/>
                  <a:pt x="354" y="155"/>
                  <a:pt x="349" y="155"/>
                </a:cubicBezTo>
                <a:cubicBezTo>
                  <a:pt x="349" y="155"/>
                  <a:pt x="345" y="154"/>
                  <a:pt x="339" y="153"/>
                </a:cubicBezTo>
                <a:cubicBezTo>
                  <a:pt x="335" y="152"/>
                  <a:pt x="329" y="151"/>
                  <a:pt x="324" y="149"/>
                </a:cubicBezTo>
                <a:cubicBezTo>
                  <a:pt x="323" y="149"/>
                  <a:pt x="323" y="149"/>
                  <a:pt x="323" y="150"/>
                </a:cubicBezTo>
                <a:cubicBezTo>
                  <a:pt x="323" y="150"/>
                  <a:pt x="323" y="150"/>
                  <a:pt x="323" y="150"/>
                </a:cubicBezTo>
                <a:cubicBezTo>
                  <a:pt x="323" y="150"/>
                  <a:pt x="323" y="150"/>
                  <a:pt x="323" y="150"/>
                </a:cubicBezTo>
                <a:cubicBezTo>
                  <a:pt x="323" y="150"/>
                  <a:pt x="323" y="150"/>
                  <a:pt x="322" y="150"/>
                </a:cubicBezTo>
                <a:cubicBezTo>
                  <a:pt x="322" y="150"/>
                  <a:pt x="322" y="150"/>
                  <a:pt x="322" y="151"/>
                </a:cubicBezTo>
                <a:cubicBezTo>
                  <a:pt x="321" y="151"/>
                  <a:pt x="320" y="152"/>
                  <a:pt x="319" y="154"/>
                </a:cubicBezTo>
                <a:cubicBezTo>
                  <a:pt x="317" y="156"/>
                  <a:pt x="314" y="161"/>
                  <a:pt x="311" y="166"/>
                </a:cubicBezTo>
                <a:cubicBezTo>
                  <a:pt x="308" y="170"/>
                  <a:pt x="306" y="175"/>
                  <a:pt x="304" y="181"/>
                </a:cubicBezTo>
                <a:cubicBezTo>
                  <a:pt x="302" y="187"/>
                  <a:pt x="301" y="193"/>
                  <a:pt x="301" y="200"/>
                </a:cubicBezTo>
                <a:cubicBezTo>
                  <a:pt x="301" y="204"/>
                  <a:pt x="301" y="209"/>
                  <a:pt x="302" y="213"/>
                </a:cubicBezTo>
                <a:cubicBezTo>
                  <a:pt x="303" y="220"/>
                  <a:pt x="306" y="226"/>
                  <a:pt x="310" y="233"/>
                </a:cubicBezTo>
                <a:cubicBezTo>
                  <a:pt x="316" y="242"/>
                  <a:pt x="325" y="252"/>
                  <a:pt x="338" y="262"/>
                </a:cubicBezTo>
                <a:cubicBezTo>
                  <a:pt x="343" y="266"/>
                  <a:pt x="344" y="273"/>
                  <a:pt x="340" y="278"/>
                </a:cubicBezTo>
                <a:cubicBezTo>
                  <a:pt x="336" y="283"/>
                  <a:pt x="329" y="284"/>
                  <a:pt x="324" y="280"/>
                </a:cubicBezTo>
                <a:cubicBezTo>
                  <a:pt x="311" y="271"/>
                  <a:pt x="301" y="261"/>
                  <a:pt x="294" y="251"/>
                </a:cubicBezTo>
                <a:cubicBezTo>
                  <a:pt x="287" y="241"/>
                  <a:pt x="282" y="231"/>
                  <a:pt x="280" y="221"/>
                </a:cubicBezTo>
                <a:cubicBezTo>
                  <a:pt x="280" y="221"/>
                  <a:pt x="280" y="220"/>
                  <a:pt x="280" y="220"/>
                </a:cubicBezTo>
                <a:cubicBezTo>
                  <a:pt x="263" y="214"/>
                  <a:pt x="248" y="208"/>
                  <a:pt x="236" y="201"/>
                </a:cubicBezTo>
                <a:cubicBezTo>
                  <a:pt x="218" y="190"/>
                  <a:pt x="205" y="179"/>
                  <a:pt x="195" y="167"/>
                </a:cubicBezTo>
                <a:cubicBezTo>
                  <a:pt x="185" y="155"/>
                  <a:pt x="179" y="142"/>
                  <a:pt x="175" y="131"/>
                </a:cubicBezTo>
                <a:cubicBezTo>
                  <a:pt x="173" y="123"/>
                  <a:pt x="172" y="116"/>
                  <a:pt x="171" y="109"/>
                </a:cubicBezTo>
                <a:cubicBezTo>
                  <a:pt x="171" y="103"/>
                  <a:pt x="171" y="97"/>
                  <a:pt x="171" y="92"/>
                </a:cubicBezTo>
                <a:cubicBezTo>
                  <a:pt x="166" y="94"/>
                  <a:pt x="159" y="96"/>
                  <a:pt x="153" y="99"/>
                </a:cubicBezTo>
                <a:cubicBezTo>
                  <a:pt x="146" y="102"/>
                  <a:pt x="140" y="106"/>
                  <a:pt x="134" y="110"/>
                </a:cubicBezTo>
                <a:cubicBezTo>
                  <a:pt x="126" y="117"/>
                  <a:pt x="119" y="124"/>
                  <a:pt x="113" y="134"/>
                </a:cubicBezTo>
                <a:cubicBezTo>
                  <a:pt x="108" y="143"/>
                  <a:pt x="104" y="153"/>
                  <a:pt x="103" y="165"/>
                </a:cubicBezTo>
                <a:cubicBezTo>
                  <a:pt x="102" y="173"/>
                  <a:pt x="102" y="173"/>
                  <a:pt x="102" y="173"/>
                </a:cubicBezTo>
                <a:cubicBezTo>
                  <a:pt x="95" y="175"/>
                  <a:pt x="95" y="175"/>
                  <a:pt x="95" y="175"/>
                </a:cubicBezTo>
                <a:cubicBezTo>
                  <a:pt x="95" y="175"/>
                  <a:pt x="95" y="175"/>
                  <a:pt x="95" y="175"/>
                </a:cubicBezTo>
                <a:cubicBezTo>
                  <a:pt x="95" y="175"/>
                  <a:pt x="95" y="175"/>
                  <a:pt x="95" y="175"/>
                </a:cubicBezTo>
                <a:cubicBezTo>
                  <a:pt x="95" y="175"/>
                  <a:pt x="95" y="175"/>
                  <a:pt x="95" y="175"/>
                </a:cubicBezTo>
                <a:cubicBezTo>
                  <a:pt x="95" y="175"/>
                  <a:pt x="95" y="175"/>
                  <a:pt x="95" y="175"/>
                </a:cubicBezTo>
                <a:cubicBezTo>
                  <a:pt x="94" y="175"/>
                  <a:pt x="94" y="175"/>
                  <a:pt x="94" y="175"/>
                </a:cubicBezTo>
                <a:cubicBezTo>
                  <a:pt x="94" y="175"/>
                  <a:pt x="94" y="175"/>
                  <a:pt x="94" y="175"/>
                </a:cubicBezTo>
                <a:cubicBezTo>
                  <a:pt x="94" y="175"/>
                  <a:pt x="93" y="176"/>
                  <a:pt x="92" y="176"/>
                </a:cubicBezTo>
                <a:cubicBezTo>
                  <a:pt x="90" y="177"/>
                  <a:pt x="87" y="178"/>
                  <a:pt x="84" y="180"/>
                </a:cubicBezTo>
                <a:cubicBezTo>
                  <a:pt x="77" y="183"/>
                  <a:pt x="68" y="188"/>
                  <a:pt x="59" y="196"/>
                </a:cubicBezTo>
                <a:cubicBezTo>
                  <a:pt x="54" y="202"/>
                  <a:pt x="48" y="208"/>
                  <a:pt x="44" y="216"/>
                </a:cubicBezTo>
                <a:cubicBezTo>
                  <a:pt x="39" y="224"/>
                  <a:pt x="36" y="232"/>
                  <a:pt x="34" y="243"/>
                </a:cubicBezTo>
                <a:cubicBezTo>
                  <a:pt x="32" y="250"/>
                  <a:pt x="32" y="258"/>
                  <a:pt x="32" y="268"/>
                </a:cubicBezTo>
                <a:cubicBezTo>
                  <a:pt x="33" y="269"/>
                  <a:pt x="33" y="271"/>
                  <a:pt x="33" y="272"/>
                </a:cubicBezTo>
                <a:cubicBezTo>
                  <a:pt x="33" y="272"/>
                  <a:pt x="33" y="272"/>
                  <a:pt x="33" y="272"/>
                </a:cubicBezTo>
                <a:cubicBezTo>
                  <a:pt x="33" y="272"/>
                  <a:pt x="33" y="272"/>
                  <a:pt x="33" y="272"/>
                </a:cubicBezTo>
                <a:cubicBezTo>
                  <a:pt x="33" y="272"/>
                  <a:pt x="33" y="273"/>
                  <a:pt x="33" y="273"/>
                </a:cubicBezTo>
                <a:cubicBezTo>
                  <a:pt x="33" y="273"/>
                  <a:pt x="33" y="273"/>
                  <a:pt x="33" y="274"/>
                </a:cubicBezTo>
                <a:cubicBezTo>
                  <a:pt x="33" y="275"/>
                  <a:pt x="33" y="277"/>
                  <a:pt x="33" y="280"/>
                </a:cubicBezTo>
                <a:cubicBezTo>
                  <a:pt x="34" y="285"/>
                  <a:pt x="36" y="292"/>
                  <a:pt x="39" y="300"/>
                </a:cubicBezTo>
                <a:cubicBezTo>
                  <a:pt x="42" y="305"/>
                  <a:pt x="45" y="311"/>
                  <a:pt x="49" y="316"/>
                </a:cubicBezTo>
                <a:cubicBezTo>
                  <a:pt x="55" y="323"/>
                  <a:pt x="62" y="330"/>
                  <a:pt x="73" y="337"/>
                </a:cubicBezTo>
                <a:cubicBezTo>
                  <a:pt x="82" y="342"/>
                  <a:pt x="94" y="347"/>
                  <a:pt x="108" y="350"/>
                </a:cubicBezTo>
                <a:cubicBezTo>
                  <a:pt x="122" y="353"/>
                  <a:pt x="139" y="355"/>
                  <a:pt x="160" y="355"/>
                </a:cubicBezTo>
                <a:cubicBezTo>
                  <a:pt x="161" y="355"/>
                  <a:pt x="162" y="356"/>
                  <a:pt x="163" y="356"/>
                </a:cubicBezTo>
                <a:cubicBezTo>
                  <a:pt x="164" y="351"/>
                  <a:pt x="166" y="346"/>
                  <a:pt x="168" y="341"/>
                </a:cubicBezTo>
                <a:cubicBezTo>
                  <a:pt x="170" y="338"/>
                  <a:pt x="172" y="336"/>
                  <a:pt x="174" y="333"/>
                </a:cubicBezTo>
                <a:cubicBezTo>
                  <a:pt x="177" y="330"/>
                  <a:pt x="182" y="329"/>
                  <a:pt x="185" y="332"/>
                </a:cubicBezTo>
                <a:cubicBezTo>
                  <a:pt x="188" y="335"/>
                  <a:pt x="189" y="340"/>
                  <a:pt x="186" y="343"/>
                </a:cubicBezTo>
                <a:cubicBezTo>
                  <a:pt x="184" y="345"/>
                  <a:pt x="183" y="347"/>
                  <a:pt x="182" y="349"/>
                </a:cubicBezTo>
                <a:cubicBezTo>
                  <a:pt x="180" y="353"/>
                  <a:pt x="178" y="356"/>
                  <a:pt x="178" y="360"/>
                </a:cubicBezTo>
                <a:cubicBezTo>
                  <a:pt x="177" y="363"/>
                  <a:pt x="177" y="367"/>
                  <a:pt x="177" y="370"/>
                </a:cubicBezTo>
                <a:cubicBezTo>
                  <a:pt x="177" y="377"/>
                  <a:pt x="179" y="382"/>
                  <a:pt x="181" y="386"/>
                </a:cubicBezTo>
                <a:cubicBezTo>
                  <a:pt x="182" y="388"/>
                  <a:pt x="183" y="390"/>
                  <a:pt x="183" y="390"/>
                </a:cubicBezTo>
                <a:cubicBezTo>
                  <a:pt x="183" y="390"/>
                  <a:pt x="183" y="390"/>
                  <a:pt x="183" y="390"/>
                </a:cubicBezTo>
                <a:cubicBezTo>
                  <a:pt x="183" y="390"/>
                  <a:pt x="183" y="390"/>
                  <a:pt x="183" y="390"/>
                </a:cubicBezTo>
                <a:cubicBezTo>
                  <a:pt x="183" y="390"/>
                  <a:pt x="183" y="390"/>
                  <a:pt x="183" y="390"/>
                </a:cubicBezTo>
                <a:cubicBezTo>
                  <a:pt x="185" y="393"/>
                  <a:pt x="184" y="398"/>
                  <a:pt x="180" y="400"/>
                </a:cubicBezTo>
                <a:cubicBezTo>
                  <a:pt x="177" y="403"/>
                  <a:pt x="172" y="402"/>
                  <a:pt x="170" y="398"/>
                </a:cubicBezTo>
                <a:cubicBezTo>
                  <a:pt x="169" y="398"/>
                  <a:pt x="168" y="395"/>
                  <a:pt x="166" y="392"/>
                </a:cubicBezTo>
                <a:cubicBezTo>
                  <a:pt x="165" y="388"/>
                  <a:pt x="163" y="384"/>
                  <a:pt x="162" y="378"/>
                </a:cubicBezTo>
                <a:cubicBezTo>
                  <a:pt x="162" y="379"/>
                  <a:pt x="161" y="379"/>
                  <a:pt x="160" y="379"/>
                </a:cubicBezTo>
                <a:cubicBezTo>
                  <a:pt x="138" y="379"/>
                  <a:pt x="119" y="376"/>
                  <a:pt x="103" y="373"/>
                </a:cubicBezTo>
                <a:cubicBezTo>
                  <a:pt x="86" y="369"/>
                  <a:pt x="73" y="363"/>
                  <a:pt x="62" y="357"/>
                </a:cubicBezTo>
                <a:cubicBezTo>
                  <a:pt x="47" y="348"/>
                  <a:pt x="36" y="338"/>
                  <a:pt x="28" y="327"/>
                </a:cubicBezTo>
                <a:cubicBezTo>
                  <a:pt x="23" y="320"/>
                  <a:pt x="20" y="314"/>
                  <a:pt x="17" y="307"/>
                </a:cubicBezTo>
                <a:cubicBezTo>
                  <a:pt x="14" y="313"/>
                  <a:pt x="10" y="321"/>
                  <a:pt x="7" y="329"/>
                </a:cubicBezTo>
                <a:cubicBezTo>
                  <a:pt x="4" y="337"/>
                  <a:pt x="2" y="347"/>
                  <a:pt x="1" y="357"/>
                </a:cubicBezTo>
                <a:cubicBezTo>
                  <a:pt x="0" y="363"/>
                  <a:pt x="0" y="370"/>
                  <a:pt x="1" y="377"/>
                </a:cubicBezTo>
                <a:cubicBezTo>
                  <a:pt x="1" y="379"/>
                  <a:pt x="1" y="380"/>
                  <a:pt x="1" y="382"/>
                </a:cubicBezTo>
                <a:cubicBezTo>
                  <a:pt x="4" y="379"/>
                  <a:pt x="6" y="376"/>
                  <a:pt x="9" y="373"/>
                </a:cubicBezTo>
                <a:cubicBezTo>
                  <a:pt x="14" y="367"/>
                  <a:pt x="21" y="361"/>
                  <a:pt x="29" y="357"/>
                </a:cubicBezTo>
                <a:cubicBezTo>
                  <a:pt x="35" y="354"/>
                  <a:pt x="42" y="356"/>
                  <a:pt x="45" y="361"/>
                </a:cubicBezTo>
                <a:cubicBezTo>
                  <a:pt x="48" y="367"/>
                  <a:pt x="46" y="374"/>
                  <a:pt x="41" y="377"/>
                </a:cubicBezTo>
                <a:cubicBezTo>
                  <a:pt x="35" y="380"/>
                  <a:pt x="30" y="384"/>
                  <a:pt x="26" y="389"/>
                </a:cubicBezTo>
                <a:cubicBezTo>
                  <a:pt x="22" y="393"/>
                  <a:pt x="19" y="398"/>
                  <a:pt x="16" y="402"/>
                </a:cubicBezTo>
                <a:cubicBezTo>
                  <a:pt x="13" y="407"/>
                  <a:pt x="11" y="412"/>
                  <a:pt x="10" y="415"/>
                </a:cubicBezTo>
                <a:cubicBezTo>
                  <a:pt x="10" y="416"/>
                  <a:pt x="10" y="416"/>
                  <a:pt x="10" y="417"/>
                </a:cubicBezTo>
                <a:cubicBezTo>
                  <a:pt x="9" y="418"/>
                  <a:pt x="9" y="418"/>
                  <a:pt x="9" y="419"/>
                </a:cubicBezTo>
                <a:cubicBezTo>
                  <a:pt x="9" y="419"/>
                  <a:pt x="9" y="419"/>
                  <a:pt x="9" y="419"/>
                </a:cubicBezTo>
                <a:cubicBezTo>
                  <a:pt x="9" y="420"/>
                  <a:pt x="9" y="420"/>
                  <a:pt x="8" y="420"/>
                </a:cubicBezTo>
                <a:cubicBezTo>
                  <a:pt x="8" y="420"/>
                  <a:pt x="8" y="420"/>
                  <a:pt x="8" y="421"/>
                </a:cubicBezTo>
                <a:cubicBezTo>
                  <a:pt x="8" y="421"/>
                  <a:pt x="8" y="421"/>
                  <a:pt x="8" y="421"/>
                </a:cubicBezTo>
                <a:cubicBezTo>
                  <a:pt x="7" y="425"/>
                  <a:pt x="5" y="430"/>
                  <a:pt x="4" y="436"/>
                </a:cubicBezTo>
                <a:cubicBezTo>
                  <a:pt x="2" y="448"/>
                  <a:pt x="0" y="465"/>
                  <a:pt x="3" y="483"/>
                </a:cubicBezTo>
                <a:cubicBezTo>
                  <a:pt x="5" y="495"/>
                  <a:pt x="9" y="508"/>
                  <a:pt x="16" y="520"/>
                </a:cubicBezTo>
                <a:cubicBezTo>
                  <a:pt x="19" y="528"/>
                  <a:pt x="24" y="535"/>
                  <a:pt x="31" y="542"/>
                </a:cubicBezTo>
                <a:cubicBezTo>
                  <a:pt x="33" y="545"/>
                  <a:pt x="36" y="548"/>
                  <a:pt x="39" y="551"/>
                </a:cubicBezTo>
                <a:cubicBezTo>
                  <a:pt x="40" y="547"/>
                  <a:pt x="41" y="542"/>
                  <a:pt x="42" y="537"/>
                </a:cubicBezTo>
                <a:cubicBezTo>
                  <a:pt x="45" y="524"/>
                  <a:pt x="51" y="508"/>
                  <a:pt x="59" y="493"/>
                </a:cubicBezTo>
                <a:cubicBezTo>
                  <a:pt x="67" y="479"/>
                  <a:pt x="78" y="465"/>
                  <a:pt x="93" y="453"/>
                </a:cubicBezTo>
                <a:cubicBezTo>
                  <a:pt x="107" y="441"/>
                  <a:pt x="125" y="431"/>
                  <a:pt x="147" y="425"/>
                </a:cubicBezTo>
                <a:cubicBezTo>
                  <a:pt x="147" y="425"/>
                  <a:pt x="147" y="425"/>
                  <a:pt x="147" y="425"/>
                </a:cubicBezTo>
                <a:cubicBezTo>
                  <a:pt x="147" y="425"/>
                  <a:pt x="147" y="425"/>
                  <a:pt x="147" y="425"/>
                </a:cubicBezTo>
                <a:cubicBezTo>
                  <a:pt x="147" y="425"/>
                  <a:pt x="147" y="425"/>
                  <a:pt x="147" y="425"/>
                </a:cubicBezTo>
                <a:cubicBezTo>
                  <a:pt x="147" y="425"/>
                  <a:pt x="147" y="425"/>
                  <a:pt x="147" y="425"/>
                </a:cubicBezTo>
                <a:cubicBezTo>
                  <a:pt x="149" y="425"/>
                  <a:pt x="157" y="423"/>
                  <a:pt x="169" y="421"/>
                </a:cubicBezTo>
                <a:cubicBezTo>
                  <a:pt x="182" y="420"/>
                  <a:pt x="200" y="420"/>
                  <a:pt x="220" y="424"/>
                </a:cubicBezTo>
                <a:cubicBezTo>
                  <a:pt x="233" y="426"/>
                  <a:pt x="247" y="431"/>
                  <a:pt x="260" y="439"/>
                </a:cubicBezTo>
                <a:cubicBezTo>
                  <a:pt x="269" y="444"/>
                  <a:pt x="278" y="450"/>
                  <a:pt x="286" y="458"/>
                </a:cubicBezTo>
                <a:cubicBezTo>
                  <a:pt x="294" y="466"/>
                  <a:pt x="301" y="475"/>
                  <a:pt x="308" y="486"/>
                </a:cubicBezTo>
                <a:cubicBezTo>
                  <a:pt x="312" y="491"/>
                  <a:pt x="310" y="499"/>
                  <a:pt x="305" y="502"/>
                </a:cubicBezTo>
                <a:cubicBezTo>
                  <a:pt x="299" y="505"/>
                  <a:pt x="292" y="504"/>
                  <a:pt x="289" y="498"/>
                </a:cubicBezTo>
                <a:cubicBezTo>
                  <a:pt x="283" y="489"/>
                  <a:pt x="276" y="481"/>
                  <a:pt x="270" y="475"/>
                </a:cubicBezTo>
                <a:cubicBezTo>
                  <a:pt x="263" y="468"/>
                  <a:pt x="256" y="463"/>
                  <a:pt x="249" y="459"/>
                </a:cubicBezTo>
                <a:cubicBezTo>
                  <a:pt x="238" y="453"/>
                  <a:pt x="226" y="449"/>
                  <a:pt x="215" y="447"/>
                </a:cubicBezTo>
                <a:cubicBezTo>
                  <a:pt x="205" y="444"/>
                  <a:pt x="194" y="444"/>
                  <a:pt x="185" y="444"/>
                </a:cubicBezTo>
                <a:cubicBezTo>
                  <a:pt x="167" y="444"/>
                  <a:pt x="154" y="448"/>
                  <a:pt x="154" y="448"/>
                </a:cubicBezTo>
                <a:cubicBezTo>
                  <a:pt x="154" y="448"/>
                  <a:pt x="154" y="448"/>
                  <a:pt x="154" y="448"/>
                </a:cubicBezTo>
                <a:cubicBezTo>
                  <a:pt x="154" y="448"/>
                  <a:pt x="154" y="448"/>
                  <a:pt x="154" y="448"/>
                </a:cubicBezTo>
                <a:cubicBezTo>
                  <a:pt x="154" y="448"/>
                  <a:pt x="154" y="448"/>
                  <a:pt x="154" y="448"/>
                </a:cubicBezTo>
                <a:cubicBezTo>
                  <a:pt x="135" y="453"/>
                  <a:pt x="120" y="461"/>
                  <a:pt x="108" y="471"/>
                </a:cubicBezTo>
                <a:cubicBezTo>
                  <a:pt x="96" y="481"/>
                  <a:pt x="86" y="493"/>
                  <a:pt x="79" y="505"/>
                </a:cubicBezTo>
                <a:cubicBezTo>
                  <a:pt x="72" y="518"/>
                  <a:pt x="67" y="531"/>
                  <a:pt x="65" y="542"/>
                </a:cubicBezTo>
                <a:cubicBezTo>
                  <a:pt x="62" y="551"/>
                  <a:pt x="62" y="559"/>
                  <a:pt x="62" y="565"/>
                </a:cubicBezTo>
                <a:cubicBezTo>
                  <a:pt x="62" y="566"/>
                  <a:pt x="62" y="568"/>
                  <a:pt x="62" y="569"/>
                </a:cubicBezTo>
                <a:cubicBezTo>
                  <a:pt x="62" y="570"/>
                  <a:pt x="62" y="570"/>
                  <a:pt x="62" y="570"/>
                </a:cubicBezTo>
                <a:cubicBezTo>
                  <a:pt x="62" y="576"/>
                  <a:pt x="62" y="576"/>
                  <a:pt x="62" y="576"/>
                </a:cubicBezTo>
                <a:cubicBezTo>
                  <a:pt x="62" y="576"/>
                  <a:pt x="62" y="576"/>
                  <a:pt x="62" y="576"/>
                </a:cubicBezTo>
                <a:cubicBezTo>
                  <a:pt x="62" y="576"/>
                  <a:pt x="62" y="576"/>
                  <a:pt x="62" y="576"/>
                </a:cubicBezTo>
                <a:cubicBezTo>
                  <a:pt x="62" y="576"/>
                  <a:pt x="62" y="576"/>
                  <a:pt x="62" y="576"/>
                </a:cubicBezTo>
                <a:cubicBezTo>
                  <a:pt x="62" y="576"/>
                  <a:pt x="62" y="576"/>
                  <a:pt x="62" y="576"/>
                </a:cubicBezTo>
                <a:cubicBezTo>
                  <a:pt x="62" y="576"/>
                  <a:pt x="62" y="576"/>
                  <a:pt x="62" y="576"/>
                </a:cubicBezTo>
                <a:cubicBezTo>
                  <a:pt x="62" y="576"/>
                  <a:pt x="62" y="576"/>
                  <a:pt x="62" y="576"/>
                </a:cubicBezTo>
                <a:cubicBezTo>
                  <a:pt x="62" y="576"/>
                  <a:pt x="62" y="576"/>
                  <a:pt x="62" y="576"/>
                </a:cubicBezTo>
                <a:cubicBezTo>
                  <a:pt x="62" y="576"/>
                  <a:pt x="62" y="576"/>
                  <a:pt x="62" y="576"/>
                </a:cubicBezTo>
                <a:cubicBezTo>
                  <a:pt x="62" y="576"/>
                  <a:pt x="62" y="576"/>
                  <a:pt x="62" y="576"/>
                </a:cubicBezTo>
                <a:cubicBezTo>
                  <a:pt x="62" y="577"/>
                  <a:pt x="63" y="577"/>
                  <a:pt x="63" y="578"/>
                </a:cubicBezTo>
                <a:cubicBezTo>
                  <a:pt x="63" y="581"/>
                  <a:pt x="63" y="584"/>
                  <a:pt x="64" y="588"/>
                </a:cubicBezTo>
                <a:cubicBezTo>
                  <a:pt x="65" y="595"/>
                  <a:pt x="68" y="606"/>
                  <a:pt x="74" y="618"/>
                </a:cubicBezTo>
                <a:cubicBezTo>
                  <a:pt x="78" y="626"/>
                  <a:pt x="83" y="634"/>
                  <a:pt x="89" y="642"/>
                </a:cubicBezTo>
                <a:cubicBezTo>
                  <a:pt x="98" y="653"/>
                  <a:pt x="110" y="664"/>
                  <a:pt x="126" y="673"/>
                </a:cubicBezTo>
                <a:cubicBezTo>
                  <a:pt x="139" y="681"/>
                  <a:pt x="156" y="688"/>
                  <a:pt x="177" y="692"/>
                </a:cubicBezTo>
                <a:cubicBezTo>
                  <a:pt x="177" y="692"/>
                  <a:pt x="177" y="692"/>
                  <a:pt x="177" y="692"/>
                </a:cubicBezTo>
                <a:cubicBezTo>
                  <a:pt x="178" y="692"/>
                  <a:pt x="178" y="693"/>
                  <a:pt x="180" y="693"/>
                </a:cubicBezTo>
                <a:cubicBezTo>
                  <a:pt x="182" y="693"/>
                  <a:pt x="185" y="693"/>
                  <a:pt x="189" y="693"/>
                </a:cubicBezTo>
                <a:cubicBezTo>
                  <a:pt x="197" y="693"/>
                  <a:pt x="208" y="693"/>
                  <a:pt x="219" y="690"/>
                </a:cubicBezTo>
                <a:cubicBezTo>
                  <a:pt x="227" y="688"/>
                  <a:pt x="234" y="685"/>
                  <a:pt x="241" y="681"/>
                </a:cubicBezTo>
                <a:cubicBezTo>
                  <a:pt x="247" y="678"/>
                  <a:pt x="252" y="675"/>
                  <a:pt x="256" y="672"/>
                </a:cubicBezTo>
                <a:cubicBezTo>
                  <a:pt x="260" y="669"/>
                  <a:pt x="263" y="666"/>
                  <a:pt x="267" y="662"/>
                </a:cubicBezTo>
                <a:cubicBezTo>
                  <a:pt x="270" y="660"/>
                  <a:pt x="272" y="657"/>
                  <a:pt x="275" y="654"/>
                </a:cubicBezTo>
                <a:cubicBezTo>
                  <a:pt x="278" y="650"/>
                  <a:pt x="282" y="645"/>
                  <a:pt x="286" y="638"/>
                </a:cubicBezTo>
                <a:cubicBezTo>
                  <a:pt x="292" y="630"/>
                  <a:pt x="298" y="620"/>
                  <a:pt x="306" y="607"/>
                </a:cubicBezTo>
                <a:cubicBezTo>
                  <a:pt x="306" y="607"/>
                  <a:pt x="306" y="607"/>
                  <a:pt x="306" y="607"/>
                </a:cubicBezTo>
                <a:lnTo>
                  <a:pt x="475" y="312"/>
                </a:lnTo>
                <a:close/>
              </a:path>
            </a:pathLst>
          </a:custGeom>
          <a:solidFill>
            <a:srgbClr val="605FC0"/>
          </a:solidFill>
          <a:ln>
            <a:noFill/>
          </a:ln>
        </p:spPr>
        <p:txBody>
          <a:bodyPr spcFirstLastPara="1" wrap="square" lIns="60950" tIns="30475" rIns="60950" bIns="30475" anchor="t" anchorCtr="0">
            <a:noAutofit/>
          </a:bodyPr>
          <a:lstStyle/>
          <a:p>
            <a:pPr marL="0" marR="0" lvl="0" indent="0" algn="l" rtl="0">
              <a:spcBef>
                <a:spcPts val="0"/>
              </a:spcBef>
              <a:spcAft>
                <a:spcPts val="0"/>
              </a:spcAft>
              <a:buNone/>
            </a:pPr>
            <a:endParaRPr sz="1600">
              <a:solidFill>
                <a:schemeClr val="dk1"/>
              </a:solidFill>
              <a:latin typeface="Calibri"/>
              <a:ea typeface="Calibri"/>
              <a:cs typeface="Calibri"/>
              <a:sym typeface="Calibri"/>
            </a:endParaRPr>
          </a:p>
        </p:txBody>
      </p:sp>
      <p:sp>
        <p:nvSpPr>
          <p:cNvPr id="32" name="Google Shape;10056;p424"/>
          <p:cNvSpPr/>
          <p:nvPr/>
        </p:nvSpPr>
        <p:spPr>
          <a:xfrm>
            <a:off x="1202272" y="2831299"/>
            <a:ext cx="2668805" cy="2526213"/>
          </a:xfrm>
          <a:custGeom>
            <a:avLst/>
            <a:gdLst/>
            <a:ahLst/>
            <a:cxnLst/>
            <a:rect l="l" t="t" r="r" b="b"/>
            <a:pathLst>
              <a:path w="1475" h="1400" extrusionOk="0">
                <a:moveTo>
                  <a:pt x="1395" y="617"/>
                </a:moveTo>
                <a:cubicBezTo>
                  <a:pt x="1354" y="269"/>
                  <a:pt x="1058" y="0"/>
                  <a:pt x="700" y="0"/>
                </a:cubicBezTo>
                <a:cubicBezTo>
                  <a:pt x="313" y="0"/>
                  <a:pt x="0" y="313"/>
                  <a:pt x="0" y="700"/>
                </a:cubicBezTo>
                <a:cubicBezTo>
                  <a:pt x="0" y="1086"/>
                  <a:pt x="313" y="1400"/>
                  <a:pt x="700" y="1400"/>
                </a:cubicBezTo>
                <a:cubicBezTo>
                  <a:pt x="1062" y="1400"/>
                  <a:pt x="1360" y="1125"/>
                  <a:pt x="1396" y="772"/>
                </a:cubicBezTo>
                <a:cubicBezTo>
                  <a:pt x="1475" y="697"/>
                  <a:pt x="1475" y="697"/>
                  <a:pt x="1475" y="697"/>
                </a:cubicBezTo>
                <a:lnTo>
                  <a:pt x="1395" y="617"/>
                </a:lnTo>
                <a:close/>
                <a:moveTo>
                  <a:pt x="700" y="1368"/>
                </a:moveTo>
                <a:cubicBezTo>
                  <a:pt x="331" y="1368"/>
                  <a:pt x="32" y="1069"/>
                  <a:pt x="32" y="700"/>
                </a:cubicBezTo>
                <a:cubicBezTo>
                  <a:pt x="32" y="331"/>
                  <a:pt x="331" y="32"/>
                  <a:pt x="700" y="32"/>
                </a:cubicBezTo>
                <a:cubicBezTo>
                  <a:pt x="1069" y="32"/>
                  <a:pt x="1368" y="331"/>
                  <a:pt x="1368" y="700"/>
                </a:cubicBezTo>
                <a:cubicBezTo>
                  <a:pt x="1368" y="1069"/>
                  <a:pt x="1069" y="1368"/>
                  <a:pt x="700" y="1368"/>
                </a:cubicBezTo>
                <a:close/>
              </a:path>
            </a:pathLst>
          </a:custGeom>
          <a:solidFill>
            <a:schemeClr val="accent1">
              <a:lumMod val="40000"/>
              <a:lumOff val="60000"/>
            </a:scheme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3" name="Google Shape;10057;p424"/>
          <p:cNvSpPr/>
          <p:nvPr/>
        </p:nvSpPr>
        <p:spPr>
          <a:xfrm>
            <a:off x="1389073" y="3009540"/>
            <a:ext cx="2170693" cy="2167803"/>
          </a:xfrm>
          <a:prstGeom prst="ellipse">
            <a:avLst/>
          </a:pr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4" name="Google Shape;10058;p424"/>
          <p:cNvSpPr/>
          <p:nvPr/>
        </p:nvSpPr>
        <p:spPr>
          <a:xfrm>
            <a:off x="8498017" y="1067624"/>
            <a:ext cx="2126266" cy="2121552"/>
          </a:xfrm>
          <a:prstGeom prst="ellipse">
            <a:avLst/>
          </a:pr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5" name="Google Shape;10059;p424"/>
          <p:cNvSpPr/>
          <p:nvPr/>
        </p:nvSpPr>
        <p:spPr>
          <a:xfrm>
            <a:off x="8189685" y="3560185"/>
            <a:ext cx="2611865" cy="2472315"/>
          </a:xfrm>
          <a:custGeom>
            <a:avLst/>
            <a:gdLst/>
            <a:ahLst/>
            <a:cxnLst/>
            <a:rect l="l" t="t" r="r" b="b"/>
            <a:pathLst>
              <a:path w="1475" h="1400" extrusionOk="0">
                <a:moveTo>
                  <a:pt x="80" y="783"/>
                </a:moveTo>
                <a:cubicBezTo>
                  <a:pt x="121" y="1130"/>
                  <a:pt x="416" y="1400"/>
                  <a:pt x="775" y="1400"/>
                </a:cubicBezTo>
                <a:cubicBezTo>
                  <a:pt x="1161" y="1400"/>
                  <a:pt x="1475" y="1086"/>
                  <a:pt x="1475" y="700"/>
                </a:cubicBezTo>
                <a:cubicBezTo>
                  <a:pt x="1475" y="313"/>
                  <a:pt x="1161" y="0"/>
                  <a:pt x="775" y="0"/>
                </a:cubicBezTo>
                <a:cubicBezTo>
                  <a:pt x="413" y="0"/>
                  <a:pt x="115" y="275"/>
                  <a:pt x="79" y="627"/>
                </a:cubicBezTo>
                <a:cubicBezTo>
                  <a:pt x="0" y="703"/>
                  <a:pt x="0" y="703"/>
                  <a:pt x="0" y="703"/>
                </a:cubicBezTo>
                <a:lnTo>
                  <a:pt x="80" y="783"/>
                </a:lnTo>
                <a:close/>
                <a:moveTo>
                  <a:pt x="775" y="32"/>
                </a:moveTo>
                <a:cubicBezTo>
                  <a:pt x="1144" y="32"/>
                  <a:pt x="1443" y="331"/>
                  <a:pt x="1443" y="700"/>
                </a:cubicBezTo>
                <a:cubicBezTo>
                  <a:pt x="1443" y="1069"/>
                  <a:pt x="1144" y="1368"/>
                  <a:pt x="775" y="1368"/>
                </a:cubicBezTo>
                <a:cubicBezTo>
                  <a:pt x="406" y="1368"/>
                  <a:pt x="107" y="1069"/>
                  <a:pt x="107" y="700"/>
                </a:cubicBezTo>
                <a:cubicBezTo>
                  <a:pt x="107" y="331"/>
                  <a:pt x="406" y="32"/>
                  <a:pt x="775" y="32"/>
                </a:cubicBezTo>
                <a:close/>
              </a:path>
            </a:pathLst>
          </a:custGeom>
          <a:solidFill>
            <a:schemeClr val="accent1">
              <a:lumMod val="40000"/>
              <a:lumOff val="60000"/>
            </a:scheme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6" name="Google Shape;10060;p424"/>
          <p:cNvSpPr/>
          <p:nvPr/>
        </p:nvSpPr>
        <p:spPr>
          <a:xfrm>
            <a:off x="8498017" y="3734624"/>
            <a:ext cx="2126266" cy="2121552"/>
          </a:xfrm>
          <a:prstGeom prst="ellipse">
            <a:avLst/>
          </a:pr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nvGrpSpPr>
          <p:cNvPr id="37" name="Google Shape;10061;p424"/>
          <p:cNvGrpSpPr/>
          <p:nvPr/>
        </p:nvGrpSpPr>
        <p:grpSpPr>
          <a:xfrm>
            <a:off x="2297967" y="3197172"/>
            <a:ext cx="352905" cy="513655"/>
            <a:chOff x="1850425" y="3124970"/>
            <a:chExt cx="427014" cy="621522"/>
          </a:xfrm>
        </p:grpSpPr>
        <p:sp>
          <p:nvSpPr>
            <p:cNvPr id="38" name="Google Shape;10062;p424"/>
            <p:cNvSpPr/>
            <p:nvPr/>
          </p:nvSpPr>
          <p:spPr>
            <a:xfrm>
              <a:off x="1850425" y="3124970"/>
              <a:ext cx="427014" cy="621522"/>
            </a:xfrm>
            <a:custGeom>
              <a:avLst/>
              <a:gdLst/>
              <a:ahLst/>
              <a:cxnLst/>
              <a:rect l="l" t="t" r="r" b="b"/>
              <a:pathLst>
                <a:path w="85" h="123" extrusionOk="0">
                  <a:moveTo>
                    <a:pt x="42" y="0"/>
                  </a:moveTo>
                  <a:cubicBezTo>
                    <a:pt x="19" y="0"/>
                    <a:pt x="0" y="19"/>
                    <a:pt x="0" y="42"/>
                  </a:cubicBezTo>
                  <a:cubicBezTo>
                    <a:pt x="0" y="57"/>
                    <a:pt x="14" y="74"/>
                    <a:pt x="19" y="88"/>
                  </a:cubicBezTo>
                  <a:cubicBezTo>
                    <a:pt x="27" y="110"/>
                    <a:pt x="26" y="123"/>
                    <a:pt x="42" y="123"/>
                  </a:cubicBezTo>
                  <a:cubicBezTo>
                    <a:pt x="59" y="123"/>
                    <a:pt x="58" y="110"/>
                    <a:pt x="65" y="88"/>
                  </a:cubicBezTo>
                  <a:cubicBezTo>
                    <a:pt x="70" y="74"/>
                    <a:pt x="85" y="57"/>
                    <a:pt x="85" y="42"/>
                  </a:cubicBezTo>
                  <a:cubicBezTo>
                    <a:pt x="85" y="19"/>
                    <a:pt x="66" y="0"/>
                    <a:pt x="42" y="0"/>
                  </a:cubicBezTo>
                  <a:close/>
                  <a:moveTo>
                    <a:pt x="52" y="104"/>
                  </a:moveTo>
                  <a:cubicBezTo>
                    <a:pt x="33" y="106"/>
                    <a:pt x="33" y="106"/>
                    <a:pt x="33" y="106"/>
                  </a:cubicBezTo>
                  <a:cubicBezTo>
                    <a:pt x="33" y="104"/>
                    <a:pt x="32" y="102"/>
                    <a:pt x="31" y="99"/>
                  </a:cubicBezTo>
                  <a:cubicBezTo>
                    <a:pt x="31" y="99"/>
                    <a:pt x="31" y="99"/>
                    <a:pt x="31" y="99"/>
                  </a:cubicBezTo>
                  <a:cubicBezTo>
                    <a:pt x="55" y="96"/>
                    <a:pt x="55" y="96"/>
                    <a:pt x="55" y="96"/>
                  </a:cubicBezTo>
                  <a:cubicBezTo>
                    <a:pt x="54" y="97"/>
                    <a:pt x="54" y="98"/>
                    <a:pt x="54" y="99"/>
                  </a:cubicBezTo>
                  <a:cubicBezTo>
                    <a:pt x="53" y="101"/>
                    <a:pt x="53" y="103"/>
                    <a:pt x="52" y="104"/>
                  </a:cubicBezTo>
                  <a:close/>
                  <a:moveTo>
                    <a:pt x="30" y="95"/>
                  </a:moveTo>
                  <a:cubicBezTo>
                    <a:pt x="29" y="93"/>
                    <a:pt x="28" y="91"/>
                    <a:pt x="27" y="88"/>
                  </a:cubicBezTo>
                  <a:cubicBezTo>
                    <a:pt x="57" y="88"/>
                    <a:pt x="57" y="88"/>
                    <a:pt x="57" y="88"/>
                  </a:cubicBezTo>
                  <a:cubicBezTo>
                    <a:pt x="57" y="89"/>
                    <a:pt x="56" y="91"/>
                    <a:pt x="56" y="92"/>
                  </a:cubicBezTo>
                  <a:lnTo>
                    <a:pt x="30" y="95"/>
                  </a:lnTo>
                  <a:close/>
                  <a:moveTo>
                    <a:pt x="42" y="115"/>
                  </a:moveTo>
                  <a:cubicBezTo>
                    <a:pt x="38" y="115"/>
                    <a:pt x="37" y="114"/>
                    <a:pt x="35" y="110"/>
                  </a:cubicBezTo>
                  <a:cubicBezTo>
                    <a:pt x="51" y="108"/>
                    <a:pt x="51" y="108"/>
                    <a:pt x="51" y="108"/>
                  </a:cubicBezTo>
                  <a:cubicBezTo>
                    <a:pt x="49" y="114"/>
                    <a:pt x="47" y="115"/>
                    <a:pt x="42" y="115"/>
                  </a:cubicBezTo>
                  <a:close/>
                  <a:moveTo>
                    <a:pt x="60" y="80"/>
                  </a:moveTo>
                  <a:cubicBezTo>
                    <a:pt x="24" y="80"/>
                    <a:pt x="24" y="80"/>
                    <a:pt x="24" y="80"/>
                  </a:cubicBezTo>
                  <a:cubicBezTo>
                    <a:pt x="23" y="76"/>
                    <a:pt x="20" y="72"/>
                    <a:pt x="18" y="68"/>
                  </a:cubicBezTo>
                  <a:cubicBezTo>
                    <a:pt x="13" y="59"/>
                    <a:pt x="8" y="50"/>
                    <a:pt x="8" y="42"/>
                  </a:cubicBezTo>
                  <a:cubicBezTo>
                    <a:pt x="8" y="23"/>
                    <a:pt x="23" y="8"/>
                    <a:pt x="42" y="8"/>
                  </a:cubicBezTo>
                  <a:cubicBezTo>
                    <a:pt x="61" y="8"/>
                    <a:pt x="77" y="23"/>
                    <a:pt x="77" y="42"/>
                  </a:cubicBezTo>
                  <a:cubicBezTo>
                    <a:pt x="77" y="50"/>
                    <a:pt x="72" y="59"/>
                    <a:pt x="67" y="68"/>
                  </a:cubicBezTo>
                  <a:cubicBezTo>
                    <a:pt x="64" y="72"/>
                    <a:pt x="62" y="76"/>
                    <a:pt x="60" y="80"/>
                  </a:cubicBezTo>
                  <a:close/>
                  <a:moveTo>
                    <a:pt x="60" y="80"/>
                  </a:moveTo>
                  <a:cubicBezTo>
                    <a:pt x="60" y="80"/>
                    <a:pt x="60" y="80"/>
                    <a:pt x="60" y="80"/>
                  </a:cubicBezTo>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701">
                <a:solidFill>
                  <a:schemeClr val="dk1"/>
                </a:solidFill>
                <a:latin typeface="Roboto Light"/>
                <a:ea typeface="Roboto Light"/>
                <a:cs typeface="Roboto Light"/>
                <a:sym typeface="Roboto Light"/>
              </a:endParaRPr>
            </a:p>
          </p:txBody>
        </p:sp>
        <p:sp>
          <p:nvSpPr>
            <p:cNvPr id="39" name="Google Shape;10063;p424"/>
            <p:cNvSpPr/>
            <p:nvPr/>
          </p:nvSpPr>
          <p:spPr>
            <a:xfrm>
              <a:off x="1946229" y="3220800"/>
              <a:ext cx="125914" cy="125947"/>
            </a:xfrm>
            <a:custGeom>
              <a:avLst/>
              <a:gdLst/>
              <a:ahLst/>
              <a:cxnLst/>
              <a:rect l="l" t="t" r="r" b="b"/>
              <a:pathLst>
                <a:path w="25" h="25" extrusionOk="0">
                  <a:moveTo>
                    <a:pt x="23" y="0"/>
                  </a:moveTo>
                  <a:cubicBezTo>
                    <a:pt x="11" y="0"/>
                    <a:pt x="0" y="10"/>
                    <a:pt x="0" y="23"/>
                  </a:cubicBezTo>
                  <a:cubicBezTo>
                    <a:pt x="0" y="24"/>
                    <a:pt x="1" y="25"/>
                    <a:pt x="2" y="25"/>
                  </a:cubicBezTo>
                  <a:cubicBezTo>
                    <a:pt x="3" y="25"/>
                    <a:pt x="4" y="24"/>
                    <a:pt x="4" y="23"/>
                  </a:cubicBezTo>
                  <a:cubicBezTo>
                    <a:pt x="4" y="12"/>
                    <a:pt x="13" y="4"/>
                    <a:pt x="23" y="4"/>
                  </a:cubicBezTo>
                  <a:cubicBezTo>
                    <a:pt x="24" y="4"/>
                    <a:pt x="25" y="3"/>
                    <a:pt x="25" y="2"/>
                  </a:cubicBezTo>
                  <a:cubicBezTo>
                    <a:pt x="25" y="1"/>
                    <a:pt x="24" y="0"/>
                    <a:pt x="23" y="0"/>
                  </a:cubicBezTo>
                  <a:close/>
                  <a:moveTo>
                    <a:pt x="23" y="0"/>
                  </a:moveTo>
                  <a:cubicBezTo>
                    <a:pt x="23" y="0"/>
                    <a:pt x="23" y="0"/>
                    <a:pt x="23" y="0"/>
                  </a:cubicBezTo>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701">
                <a:solidFill>
                  <a:schemeClr val="dk1"/>
                </a:solidFill>
                <a:latin typeface="Roboto Light"/>
                <a:ea typeface="Roboto Light"/>
                <a:cs typeface="Roboto Light"/>
                <a:sym typeface="Roboto Light"/>
              </a:endParaRPr>
            </a:p>
          </p:txBody>
        </p:sp>
      </p:grpSp>
      <p:sp>
        <p:nvSpPr>
          <p:cNvPr id="40" name="Google Shape;10064;p424"/>
          <p:cNvSpPr/>
          <p:nvPr/>
        </p:nvSpPr>
        <p:spPr>
          <a:xfrm>
            <a:off x="1710338" y="3824119"/>
            <a:ext cx="1528162" cy="276999"/>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1200" b="1" dirty="0" err="1">
                <a:solidFill>
                  <a:schemeClr val="dk1"/>
                </a:solidFill>
                <a:latin typeface="Open Sans" panose="020B0606030504020204" pitchFamily="34" charset="0"/>
                <a:ea typeface="Open Sans" panose="020B0606030504020204" pitchFamily="34" charset="0"/>
                <a:cs typeface="Open Sans" panose="020B0606030504020204" pitchFamily="34" charset="0"/>
                <a:sym typeface="Sora"/>
              </a:rPr>
              <a:t>Título</a:t>
            </a:r>
            <a:endParaRPr sz="1200" b="1"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Sora"/>
            </a:endParaRPr>
          </a:p>
        </p:txBody>
      </p:sp>
      <p:sp>
        <p:nvSpPr>
          <p:cNvPr id="41" name="Google Shape;10065;p424"/>
          <p:cNvSpPr txBox="1"/>
          <p:nvPr/>
        </p:nvSpPr>
        <p:spPr>
          <a:xfrm>
            <a:off x="1494327" y="4099769"/>
            <a:ext cx="1960200" cy="828000"/>
          </a:xfrm>
          <a:prstGeom prst="rect">
            <a:avLst/>
          </a:prstGeom>
          <a:noFill/>
          <a:ln>
            <a:noFill/>
          </a:ln>
        </p:spPr>
        <p:txBody>
          <a:bodyPr spcFirstLastPara="1" wrap="square" lIns="91425" tIns="45700" rIns="91425" bIns="45700" anchor="t" anchorCtr="0">
            <a:noAutofit/>
          </a:bodyPr>
          <a:lstStyle/>
          <a:p>
            <a:pPr marL="0" marR="0" lvl="0" indent="0" algn="ctr" rtl="0">
              <a:lnSpc>
                <a:spcPct val="145000"/>
              </a:lnSpc>
              <a:spcBef>
                <a:spcPts val="0"/>
              </a:spcBef>
              <a:spcAft>
                <a:spcPts val="0"/>
              </a:spcAft>
              <a:buClr>
                <a:srgbClr val="7F7F7F"/>
              </a:buClr>
              <a:buSzPts val="800"/>
              <a:buFont typeface="Arial"/>
              <a:buNone/>
            </a:pPr>
            <a:r>
              <a:rPr lang="en-US" sz="800">
                <a:solidFill>
                  <a:srgbClr val="7F7F7F"/>
                </a:solidFill>
                <a:latin typeface="Open Sans" panose="020B0606030504020204" pitchFamily="34" charset="0"/>
                <a:ea typeface="Open Sans" panose="020B0606030504020204" pitchFamily="34" charset="0"/>
                <a:cs typeface="Open Sans" panose="020B0606030504020204" pitchFamily="34" charset="0"/>
                <a:sym typeface="Raleway"/>
              </a:rPr>
              <a:t>Lorem ipsum dolor sit amet, consectetur adipiscing elit, </a:t>
            </a:r>
            <a:r>
              <a:rPr lang="en-US" sz="800" err="1">
                <a:solidFill>
                  <a:srgbClr val="7F7F7F"/>
                </a:solidFill>
                <a:latin typeface="Open Sans" panose="020B0606030504020204" pitchFamily="34" charset="0"/>
                <a:ea typeface="Open Sans" panose="020B0606030504020204" pitchFamily="34" charset="0"/>
                <a:cs typeface="Open Sans" panose="020B0606030504020204" pitchFamily="34" charset="0"/>
                <a:sym typeface="Raleway"/>
              </a:rPr>
              <a:t>sed</a:t>
            </a:r>
            <a:r>
              <a:rPr lang="en-US" sz="800">
                <a:solidFill>
                  <a:srgbClr val="7F7F7F"/>
                </a:solidFill>
                <a:latin typeface="Open Sans" panose="020B0606030504020204" pitchFamily="34" charset="0"/>
                <a:ea typeface="Open Sans" panose="020B0606030504020204" pitchFamily="34" charset="0"/>
                <a:cs typeface="Open Sans" panose="020B0606030504020204" pitchFamily="34" charset="0"/>
                <a:sym typeface="Raleway"/>
              </a:rPr>
              <a:t> do eiusmod </a:t>
            </a:r>
            <a:r>
              <a:rPr lang="en-US" sz="800" err="1">
                <a:solidFill>
                  <a:srgbClr val="7F7F7F"/>
                </a:solidFill>
                <a:latin typeface="Open Sans" panose="020B0606030504020204" pitchFamily="34" charset="0"/>
                <a:ea typeface="Open Sans" panose="020B0606030504020204" pitchFamily="34" charset="0"/>
                <a:cs typeface="Open Sans" panose="020B0606030504020204" pitchFamily="34" charset="0"/>
                <a:sym typeface="Raleway"/>
              </a:rPr>
              <a:t>tempor</a:t>
            </a:r>
            <a:r>
              <a:rPr lang="en-US" sz="800">
                <a:solidFill>
                  <a:srgbClr val="7F7F7F"/>
                </a:solidFill>
                <a:latin typeface="Open Sans" panose="020B0606030504020204" pitchFamily="34" charset="0"/>
                <a:ea typeface="Open Sans" panose="020B0606030504020204" pitchFamily="34" charset="0"/>
                <a:cs typeface="Open Sans" panose="020B0606030504020204" pitchFamily="34" charset="0"/>
                <a:sym typeface="Raleway"/>
              </a:rPr>
              <a:t> is incididunt ut </a:t>
            </a:r>
            <a:r>
              <a:rPr lang="en-US" sz="800" err="1">
                <a:solidFill>
                  <a:srgbClr val="7F7F7F"/>
                </a:solidFill>
                <a:latin typeface="Open Sans" panose="020B0606030504020204" pitchFamily="34" charset="0"/>
                <a:ea typeface="Open Sans" panose="020B0606030504020204" pitchFamily="34" charset="0"/>
                <a:cs typeface="Open Sans" panose="020B0606030504020204" pitchFamily="34" charset="0"/>
                <a:sym typeface="Raleway"/>
              </a:rPr>
              <a:t>labore</a:t>
            </a:r>
            <a:r>
              <a:rPr lang="en-US" sz="800">
                <a:solidFill>
                  <a:srgbClr val="7F7F7F"/>
                </a:solidFill>
                <a:latin typeface="Open Sans" panose="020B0606030504020204" pitchFamily="34" charset="0"/>
                <a:ea typeface="Open Sans" panose="020B0606030504020204" pitchFamily="34" charset="0"/>
                <a:cs typeface="Open Sans" panose="020B0606030504020204" pitchFamily="34" charset="0"/>
                <a:sym typeface="Raleway"/>
              </a:rPr>
              <a:t> et </a:t>
            </a:r>
            <a:r>
              <a:rPr lang="en-US" sz="800" err="1">
                <a:solidFill>
                  <a:srgbClr val="7F7F7F"/>
                </a:solidFill>
                <a:latin typeface="Open Sans" panose="020B0606030504020204" pitchFamily="34" charset="0"/>
                <a:ea typeface="Open Sans" panose="020B0606030504020204" pitchFamily="34" charset="0"/>
                <a:cs typeface="Open Sans" panose="020B0606030504020204" pitchFamily="34" charset="0"/>
                <a:sym typeface="Raleway"/>
              </a:rPr>
              <a:t>dolore</a:t>
            </a:r>
            <a:endParaRPr>
              <a:latin typeface="Open Sans" panose="020B0606030504020204" pitchFamily="34" charset="0"/>
              <a:ea typeface="Open Sans" panose="020B0606030504020204" pitchFamily="34" charset="0"/>
              <a:cs typeface="Open Sans" panose="020B0606030504020204" pitchFamily="34" charset="0"/>
            </a:endParaRPr>
          </a:p>
        </p:txBody>
      </p:sp>
      <p:sp>
        <p:nvSpPr>
          <p:cNvPr id="42" name="Google Shape;10066;p424"/>
          <p:cNvSpPr/>
          <p:nvPr/>
        </p:nvSpPr>
        <p:spPr>
          <a:xfrm>
            <a:off x="8797069" y="1855681"/>
            <a:ext cx="1528162" cy="276999"/>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1200" b="1" dirty="0" err="1">
                <a:solidFill>
                  <a:schemeClr val="dk1"/>
                </a:solidFill>
                <a:latin typeface="Open Sans" panose="020B0606030504020204" pitchFamily="34" charset="0"/>
                <a:ea typeface="Open Sans" panose="020B0606030504020204" pitchFamily="34" charset="0"/>
                <a:cs typeface="Open Sans" panose="020B0606030504020204" pitchFamily="34" charset="0"/>
                <a:sym typeface="Sora"/>
              </a:rPr>
              <a:t>Título</a:t>
            </a:r>
            <a:endParaRPr lang="en-US" sz="1200" b="1"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Sora"/>
            </a:endParaRPr>
          </a:p>
        </p:txBody>
      </p:sp>
      <p:sp>
        <p:nvSpPr>
          <p:cNvPr id="43" name="Google Shape;10067;p424"/>
          <p:cNvSpPr txBox="1"/>
          <p:nvPr/>
        </p:nvSpPr>
        <p:spPr>
          <a:xfrm>
            <a:off x="8581058" y="2131330"/>
            <a:ext cx="1960200" cy="828000"/>
          </a:xfrm>
          <a:prstGeom prst="rect">
            <a:avLst/>
          </a:prstGeom>
          <a:noFill/>
          <a:ln>
            <a:noFill/>
          </a:ln>
        </p:spPr>
        <p:txBody>
          <a:bodyPr spcFirstLastPara="1" wrap="square" lIns="91425" tIns="45700" rIns="91425" bIns="45700" anchor="t" anchorCtr="0">
            <a:noAutofit/>
          </a:bodyPr>
          <a:lstStyle/>
          <a:p>
            <a:pPr marL="0" marR="0" lvl="0" indent="0" algn="ctr" rtl="0">
              <a:lnSpc>
                <a:spcPct val="145000"/>
              </a:lnSpc>
              <a:spcBef>
                <a:spcPts val="0"/>
              </a:spcBef>
              <a:spcAft>
                <a:spcPts val="0"/>
              </a:spcAft>
              <a:buClr>
                <a:srgbClr val="7F7F7F"/>
              </a:buClr>
              <a:buSzPts val="800"/>
              <a:buFont typeface="Arial"/>
              <a:buNone/>
            </a:pPr>
            <a:r>
              <a:rPr lang="en-US" sz="800">
                <a:solidFill>
                  <a:srgbClr val="7F7F7F"/>
                </a:solidFill>
                <a:latin typeface="Open Sans" panose="020B0606030504020204" pitchFamily="34" charset="0"/>
                <a:ea typeface="Open Sans" panose="020B0606030504020204" pitchFamily="34" charset="0"/>
                <a:cs typeface="Open Sans" panose="020B0606030504020204" pitchFamily="34" charset="0"/>
                <a:sym typeface="Raleway"/>
              </a:rPr>
              <a:t>Lorem ipsum dolor sit amet, consectetur adipiscing elit, sed do eiusmod tempor is incididunt ut labore et dolore</a:t>
            </a:r>
            <a:endParaRPr>
              <a:latin typeface="Open Sans" panose="020B0606030504020204" pitchFamily="34" charset="0"/>
              <a:ea typeface="Open Sans" panose="020B0606030504020204" pitchFamily="34" charset="0"/>
              <a:cs typeface="Open Sans" panose="020B0606030504020204" pitchFamily="34" charset="0"/>
            </a:endParaRPr>
          </a:p>
        </p:txBody>
      </p:sp>
      <p:sp>
        <p:nvSpPr>
          <p:cNvPr id="44" name="Google Shape;10068;p424"/>
          <p:cNvSpPr/>
          <p:nvPr/>
        </p:nvSpPr>
        <p:spPr>
          <a:xfrm>
            <a:off x="8797069" y="4572896"/>
            <a:ext cx="1528162" cy="276999"/>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1200" b="1" dirty="0" err="1">
                <a:solidFill>
                  <a:schemeClr val="dk1"/>
                </a:solidFill>
                <a:latin typeface="Open Sans" panose="020B0606030504020204" pitchFamily="34" charset="0"/>
                <a:ea typeface="Open Sans" panose="020B0606030504020204" pitchFamily="34" charset="0"/>
                <a:cs typeface="Open Sans" panose="020B0606030504020204" pitchFamily="34" charset="0"/>
                <a:sym typeface="Sora"/>
              </a:rPr>
              <a:t>Título</a:t>
            </a:r>
            <a:endParaRPr lang="en-US" sz="1200" b="1"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Sora"/>
            </a:endParaRPr>
          </a:p>
        </p:txBody>
      </p:sp>
      <p:sp>
        <p:nvSpPr>
          <p:cNvPr id="45" name="Google Shape;10069;p424"/>
          <p:cNvSpPr txBox="1"/>
          <p:nvPr/>
        </p:nvSpPr>
        <p:spPr>
          <a:xfrm>
            <a:off x="8581058" y="4848546"/>
            <a:ext cx="1960200" cy="828000"/>
          </a:xfrm>
          <a:prstGeom prst="rect">
            <a:avLst/>
          </a:prstGeom>
          <a:noFill/>
          <a:ln>
            <a:noFill/>
          </a:ln>
        </p:spPr>
        <p:txBody>
          <a:bodyPr spcFirstLastPara="1" wrap="square" lIns="91425" tIns="45700" rIns="91425" bIns="45700" anchor="t" anchorCtr="0">
            <a:noAutofit/>
          </a:bodyPr>
          <a:lstStyle/>
          <a:p>
            <a:pPr marL="0" marR="0" lvl="0" indent="0" algn="ctr" rtl="0">
              <a:lnSpc>
                <a:spcPct val="145000"/>
              </a:lnSpc>
              <a:spcBef>
                <a:spcPts val="0"/>
              </a:spcBef>
              <a:spcAft>
                <a:spcPts val="0"/>
              </a:spcAft>
              <a:buClr>
                <a:srgbClr val="7F7F7F"/>
              </a:buClr>
              <a:buSzPts val="800"/>
              <a:buFont typeface="Arial"/>
              <a:buNone/>
            </a:pPr>
            <a:r>
              <a:rPr lang="en-US" sz="800">
                <a:solidFill>
                  <a:srgbClr val="7F7F7F"/>
                </a:solidFill>
                <a:latin typeface="Open Sans" panose="020B0606030504020204" pitchFamily="34" charset="0"/>
                <a:ea typeface="Open Sans" panose="020B0606030504020204" pitchFamily="34" charset="0"/>
                <a:cs typeface="Open Sans" panose="020B0606030504020204" pitchFamily="34" charset="0"/>
                <a:sym typeface="Raleway"/>
              </a:rPr>
              <a:t>Lorem ipsum dolor sit amet, consectetur adipiscing elit, sed do eiusmod tempor is incididunt ut labore et dolore</a:t>
            </a:r>
            <a:endParaRPr>
              <a:latin typeface="Open Sans" panose="020B0606030504020204" pitchFamily="34" charset="0"/>
              <a:ea typeface="Open Sans" panose="020B0606030504020204" pitchFamily="34" charset="0"/>
              <a:cs typeface="Open Sans" panose="020B0606030504020204" pitchFamily="34" charset="0"/>
            </a:endParaRPr>
          </a:p>
        </p:txBody>
      </p:sp>
      <p:sp>
        <p:nvSpPr>
          <p:cNvPr id="46" name="Google Shape;10070;p424"/>
          <p:cNvSpPr/>
          <p:nvPr/>
        </p:nvSpPr>
        <p:spPr>
          <a:xfrm>
            <a:off x="9327096" y="1259777"/>
            <a:ext cx="468108" cy="474565"/>
          </a:xfrm>
          <a:custGeom>
            <a:avLst/>
            <a:gdLst/>
            <a:ahLst/>
            <a:cxnLst/>
            <a:rect l="l" t="t" r="r" b="b"/>
            <a:pathLst>
              <a:path w="154" h="154" extrusionOk="0">
                <a:moveTo>
                  <a:pt x="152" y="1"/>
                </a:moveTo>
                <a:cubicBezTo>
                  <a:pt x="151" y="0"/>
                  <a:pt x="150" y="0"/>
                  <a:pt x="149" y="0"/>
                </a:cubicBezTo>
                <a:cubicBezTo>
                  <a:pt x="148" y="0"/>
                  <a:pt x="147" y="0"/>
                  <a:pt x="147" y="1"/>
                </a:cubicBezTo>
                <a:cubicBezTo>
                  <a:pt x="2" y="97"/>
                  <a:pt x="2" y="97"/>
                  <a:pt x="2" y="97"/>
                </a:cubicBezTo>
                <a:cubicBezTo>
                  <a:pt x="0" y="98"/>
                  <a:pt x="0" y="100"/>
                  <a:pt x="0" y="102"/>
                </a:cubicBezTo>
                <a:cubicBezTo>
                  <a:pt x="0" y="104"/>
                  <a:pt x="1" y="105"/>
                  <a:pt x="3" y="106"/>
                </a:cubicBezTo>
                <a:cubicBezTo>
                  <a:pt x="40" y="121"/>
                  <a:pt x="40" y="121"/>
                  <a:pt x="40" y="121"/>
                </a:cubicBezTo>
                <a:cubicBezTo>
                  <a:pt x="58" y="152"/>
                  <a:pt x="58" y="152"/>
                  <a:pt x="58" y="152"/>
                </a:cubicBezTo>
                <a:cubicBezTo>
                  <a:pt x="59" y="153"/>
                  <a:pt x="61" y="154"/>
                  <a:pt x="62" y="154"/>
                </a:cubicBezTo>
                <a:cubicBezTo>
                  <a:pt x="62" y="154"/>
                  <a:pt x="62" y="154"/>
                  <a:pt x="62" y="154"/>
                </a:cubicBezTo>
                <a:cubicBezTo>
                  <a:pt x="64" y="154"/>
                  <a:pt x="66" y="153"/>
                  <a:pt x="67" y="152"/>
                </a:cubicBezTo>
                <a:cubicBezTo>
                  <a:pt x="77" y="135"/>
                  <a:pt x="77" y="135"/>
                  <a:pt x="77" y="135"/>
                </a:cubicBezTo>
                <a:cubicBezTo>
                  <a:pt x="123" y="154"/>
                  <a:pt x="123" y="154"/>
                  <a:pt x="123" y="154"/>
                </a:cubicBezTo>
                <a:cubicBezTo>
                  <a:pt x="124" y="154"/>
                  <a:pt x="124" y="154"/>
                  <a:pt x="125" y="154"/>
                </a:cubicBezTo>
                <a:cubicBezTo>
                  <a:pt x="126" y="154"/>
                  <a:pt x="127" y="154"/>
                  <a:pt x="127" y="154"/>
                </a:cubicBezTo>
                <a:cubicBezTo>
                  <a:pt x="129" y="153"/>
                  <a:pt x="130" y="152"/>
                  <a:pt x="130" y="150"/>
                </a:cubicBezTo>
                <a:cubicBezTo>
                  <a:pt x="154" y="6"/>
                  <a:pt x="154" y="6"/>
                  <a:pt x="154" y="6"/>
                </a:cubicBezTo>
                <a:cubicBezTo>
                  <a:pt x="154" y="4"/>
                  <a:pt x="153" y="2"/>
                  <a:pt x="152" y="1"/>
                </a:cubicBezTo>
                <a:close/>
                <a:moveTo>
                  <a:pt x="44" y="112"/>
                </a:moveTo>
                <a:cubicBezTo>
                  <a:pt x="15" y="100"/>
                  <a:pt x="15" y="100"/>
                  <a:pt x="15" y="100"/>
                </a:cubicBezTo>
                <a:cubicBezTo>
                  <a:pt x="127" y="26"/>
                  <a:pt x="127" y="26"/>
                  <a:pt x="127" y="26"/>
                </a:cubicBezTo>
                <a:cubicBezTo>
                  <a:pt x="45" y="113"/>
                  <a:pt x="45" y="113"/>
                  <a:pt x="45" y="113"/>
                </a:cubicBezTo>
                <a:cubicBezTo>
                  <a:pt x="45" y="112"/>
                  <a:pt x="45" y="112"/>
                  <a:pt x="44" y="112"/>
                </a:cubicBezTo>
                <a:close/>
                <a:moveTo>
                  <a:pt x="62" y="140"/>
                </a:moveTo>
                <a:cubicBezTo>
                  <a:pt x="49" y="116"/>
                  <a:pt x="49" y="116"/>
                  <a:pt x="49" y="116"/>
                </a:cubicBezTo>
                <a:cubicBezTo>
                  <a:pt x="49" y="116"/>
                  <a:pt x="49" y="116"/>
                  <a:pt x="49" y="116"/>
                </a:cubicBezTo>
                <a:cubicBezTo>
                  <a:pt x="140" y="18"/>
                  <a:pt x="140" y="18"/>
                  <a:pt x="140" y="18"/>
                </a:cubicBezTo>
                <a:lnTo>
                  <a:pt x="62" y="140"/>
                </a:lnTo>
                <a:close/>
                <a:moveTo>
                  <a:pt x="121" y="143"/>
                </a:moveTo>
                <a:cubicBezTo>
                  <a:pt x="80" y="126"/>
                  <a:pt x="80" y="126"/>
                  <a:pt x="80" y="126"/>
                </a:cubicBezTo>
                <a:cubicBezTo>
                  <a:pt x="79" y="126"/>
                  <a:pt x="78" y="126"/>
                  <a:pt x="77" y="126"/>
                </a:cubicBezTo>
                <a:cubicBezTo>
                  <a:pt x="141" y="27"/>
                  <a:pt x="141" y="27"/>
                  <a:pt x="141" y="27"/>
                </a:cubicBezTo>
                <a:lnTo>
                  <a:pt x="121" y="143"/>
                </a:lnTo>
                <a:close/>
              </a:path>
            </a:pathLst>
          </a:custGeom>
          <a:solidFill>
            <a:srgbClr val="FF93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7" name="Google Shape;10071;p424"/>
          <p:cNvSpPr/>
          <p:nvPr/>
        </p:nvSpPr>
        <p:spPr>
          <a:xfrm>
            <a:off x="9291402" y="3983665"/>
            <a:ext cx="539497" cy="471437"/>
          </a:xfrm>
          <a:custGeom>
            <a:avLst/>
            <a:gdLst/>
            <a:ahLst/>
            <a:cxnLst/>
            <a:rect l="l" t="t" r="r" b="b"/>
            <a:pathLst>
              <a:path w="173" h="149" extrusionOk="0">
                <a:moveTo>
                  <a:pt x="52" y="30"/>
                </a:moveTo>
                <a:cubicBezTo>
                  <a:pt x="52" y="30"/>
                  <a:pt x="52" y="30"/>
                  <a:pt x="52" y="30"/>
                </a:cubicBezTo>
                <a:cubicBezTo>
                  <a:pt x="40" y="30"/>
                  <a:pt x="31" y="40"/>
                  <a:pt x="31" y="52"/>
                </a:cubicBezTo>
                <a:cubicBezTo>
                  <a:pt x="31" y="53"/>
                  <a:pt x="32" y="54"/>
                  <a:pt x="33" y="54"/>
                </a:cubicBezTo>
                <a:cubicBezTo>
                  <a:pt x="35" y="54"/>
                  <a:pt x="36" y="53"/>
                  <a:pt x="36" y="52"/>
                </a:cubicBezTo>
                <a:cubicBezTo>
                  <a:pt x="36" y="43"/>
                  <a:pt x="43" y="35"/>
                  <a:pt x="52" y="35"/>
                </a:cubicBezTo>
                <a:cubicBezTo>
                  <a:pt x="54" y="35"/>
                  <a:pt x="55" y="34"/>
                  <a:pt x="55" y="33"/>
                </a:cubicBezTo>
                <a:cubicBezTo>
                  <a:pt x="55" y="31"/>
                  <a:pt x="54" y="30"/>
                  <a:pt x="52" y="30"/>
                </a:cubicBezTo>
                <a:close/>
                <a:moveTo>
                  <a:pt x="154" y="19"/>
                </a:moveTo>
                <a:cubicBezTo>
                  <a:pt x="135" y="1"/>
                  <a:pt x="106" y="0"/>
                  <a:pt x="87" y="17"/>
                </a:cubicBezTo>
                <a:cubicBezTo>
                  <a:pt x="67" y="0"/>
                  <a:pt x="38" y="1"/>
                  <a:pt x="19" y="19"/>
                </a:cubicBezTo>
                <a:cubicBezTo>
                  <a:pt x="0" y="38"/>
                  <a:pt x="0" y="68"/>
                  <a:pt x="19" y="87"/>
                </a:cubicBezTo>
                <a:cubicBezTo>
                  <a:pt x="25" y="93"/>
                  <a:pt x="76" y="143"/>
                  <a:pt x="76" y="143"/>
                </a:cubicBezTo>
                <a:cubicBezTo>
                  <a:pt x="82" y="149"/>
                  <a:pt x="91" y="149"/>
                  <a:pt x="98" y="143"/>
                </a:cubicBezTo>
                <a:cubicBezTo>
                  <a:pt x="98" y="143"/>
                  <a:pt x="153" y="88"/>
                  <a:pt x="154" y="87"/>
                </a:cubicBezTo>
                <a:cubicBezTo>
                  <a:pt x="173" y="68"/>
                  <a:pt x="173" y="38"/>
                  <a:pt x="154" y="19"/>
                </a:cubicBezTo>
                <a:close/>
                <a:moveTo>
                  <a:pt x="147" y="80"/>
                </a:moveTo>
                <a:cubicBezTo>
                  <a:pt x="90" y="136"/>
                  <a:pt x="90" y="136"/>
                  <a:pt x="90" y="136"/>
                </a:cubicBezTo>
                <a:cubicBezTo>
                  <a:pt x="88" y="138"/>
                  <a:pt x="85" y="138"/>
                  <a:pt x="83" y="136"/>
                </a:cubicBezTo>
                <a:cubicBezTo>
                  <a:pt x="27" y="80"/>
                  <a:pt x="27" y="80"/>
                  <a:pt x="27" y="80"/>
                </a:cubicBezTo>
                <a:cubicBezTo>
                  <a:pt x="12" y="65"/>
                  <a:pt x="12" y="41"/>
                  <a:pt x="27" y="26"/>
                </a:cubicBezTo>
                <a:cubicBezTo>
                  <a:pt x="41" y="12"/>
                  <a:pt x="64" y="11"/>
                  <a:pt x="80" y="25"/>
                </a:cubicBezTo>
                <a:cubicBezTo>
                  <a:pt x="87" y="31"/>
                  <a:pt x="87" y="31"/>
                  <a:pt x="87" y="31"/>
                </a:cubicBezTo>
                <a:cubicBezTo>
                  <a:pt x="94" y="25"/>
                  <a:pt x="94" y="25"/>
                  <a:pt x="94" y="25"/>
                </a:cubicBezTo>
                <a:cubicBezTo>
                  <a:pt x="109" y="11"/>
                  <a:pt x="132" y="12"/>
                  <a:pt x="147" y="26"/>
                </a:cubicBezTo>
                <a:cubicBezTo>
                  <a:pt x="162" y="41"/>
                  <a:pt x="162" y="65"/>
                  <a:pt x="147" y="8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nvGrpSpPr>
          <p:cNvPr id="48" name="Google Shape;10072;p424"/>
          <p:cNvGrpSpPr/>
          <p:nvPr/>
        </p:nvGrpSpPr>
        <p:grpSpPr>
          <a:xfrm>
            <a:off x="6990261" y="2128252"/>
            <a:ext cx="1205196" cy="830007"/>
            <a:chOff x="7050996" y="1977410"/>
            <a:chExt cx="1325716" cy="913007"/>
          </a:xfrm>
        </p:grpSpPr>
        <p:cxnSp>
          <p:nvCxnSpPr>
            <p:cNvPr id="49" name="Google Shape;10073;p424"/>
            <p:cNvCxnSpPr/>
            <p:nvPr/>
          </p:nvCxnSpPr>
          <p:spPr>
            <a:xfrm>
              <a:off x="7057346" y="1977410"/>
              <a:ext cx="0" cy="913007"/>
            </a:xfrm>
            <a:prstGeom prst="straightConnector1">
              <a:avLst/>
            </a:prstGeom>
            <a:noFill/>
            <a:ln w="19050" cap="flat" cmpd="sng">
              <a:solidFill>
                <a:schemeClr val="dk2"/>
              </a:solidFill>
              <a:prstDash val="solid"/>
              <a:miter lim="800000"/>
              <a:headEnd type="none" w="sm" len="sm"/>
              <a:tailEnd type="oval" w="med" len="med"/>
            </a:ln>
          </p:spPr>
        </p:cxnSp>
        <p:cxnSp>
          <p:nvCxnSpPr>
            <p:cNvPr id="50" name="Google Shape;10074;p424"/>
            <p:cNvCxnSpPr/>
            <p:nvPr/>
          </p:nvCxnSpPr>
          <p:spPr>
            <a:xfrm rot="10800000">
              <a:off x="7050996" y="1979791"/>
              <a:ext cx="1325716" cy="0"/>
            </a:xfrm>
            <a:prstGeom prst="straightConnector1">
              <a:avLst/>
            </a:prstGeom>
            <a:noFill/>
            <a:ln w="19050" cap="flat" cmpd="sng">
              <a:solidFill>
                <a:schemeClr val="dk2"/>
              </a:solidFill>
              <a:prstDash val="solid"/>
              <a:miter lim="800000"/>
              <a:headEnd type="none" w="sm" len="sm"/>
              <a:tailEnd type="none" w="sm" len="sm"/>
            </a:ln>
          </p:spPr>
        </p:cxnSp>
      </p:grpSp>
      <p:cxnSp>
        <p:nvCxnSpPr>
          <p:cNvPr id="51" name="Google Shape;10075;p424"/>
          <p:cNvCxnSpPr/>
          <p:nvPr/>
        </p:nvCxnSpPr>
        <p:spPr>
          <a:xfrm rot="10800000">
            <a:off x="6641628" y="4801173"/>
            <a:ext cx="1548057" cy="0"/>
          </a:xfrm>
          <a:prstGeom prst="straightConnector1">
            <a:avLst/>
          </a:prstGeom>
          <a:noFill/>
          <a:ln w="19050" cap="flat" cmpd="sng">
            <a:solidFill>
              <a:schemeClr val="dk2"/>
            </a:solidFill>
            <a:prstDash val="solid"/>
            <a:miter lim="800000"/>
            <a:headEnd type="none" w="sm" len="sm"/>
            <a:tailEnd type="oval" w="med" len="med"/>
          </a:ln>
        </p:spPr>
      </p:cxnSp>
      <p:cxnSp>
        <p:nvCxnSpPr>
          <p:cNvPr id="52" name="Google Shape;10076;p424"/>
          <p:cNvCxnSpPr/>
          <p:nvPr/>
        </p:nvCxnSpPr>
        <p:spPr>
          <a:xfrm>
            <a:off x="3871079" y="4090384"/>
            <a:ext cx="770953" cy="0"/>
          </a:xfrm>
          <a:prstGeom prst="straightConnector1">
            <a:avLst/>
          </a:prstGeom>
          <a:noFill/>
          <a:ln w="19050" cap="flat" cmpd="sng">
            <a:solidFill>
              <a:schemeClr val="dk2"/>
            </a:solidFill>
            <a:prstDash val="solid"/>
            <a:miter lim="800000"/>
            <a:headEnd type="none" w="sm" len="sm"/>
            <a:tailEnd type="oval" w="med" len="med"/>
          </a:ln>
        </p:spPr>
      </p:cxnSp>
      <p:sp>
        <p:nvSpPr>
          <p:cNvPr id="54" name="TextBox 53">
            <a:extLst>
              <a:ext uri="{FF2B5EF4-FFF2-40B4-BE49-F238E27FC236}">
                <a16:creationId xmlns:a16="http://schemas.microsoft.com/office/drawing/2014/main" id="{4B7B8634-E9A2-A943-1BD9-C48E5826F1C5}"/>
              </a:ext>
            </a:extLst>
          </p:cNvPr>
          <p:cNvSpPr txBox="1"/>
          <p:nvPr/>
        </p:nvSpPr>
        <p:spPr>
          <a:xfrm>
            <a:off x="600598" y="568198"/>
            <a:ext cx="2601033" cy="630942"/>
          </a:xfrm>
          <a:prstGeom prst="rect">
            <a:avLst/>
          </a:prstGeom>
          <a:noFill/>
        </p:spPr>
        <p:txBody>
          <a:bodyPr wrap="none" rtlCol="0">
            <a:spAutoFit/>
          </a:bodyPr>
          <a:lstStyle/>
          <a:p>
            <a:pPr algn="l"/>
            <a:r>
              <a:rPr lang="en-US" sz="3500" b="1" i="0" err="1">
                <a:effectLst/>
                <a:latin typeface="Open Sans" panose="020B0606030504020204" pitchFamily="34" charset="0"/>
                <a:ea typeface="Open Sans" panose="020B0606030504020204" pitchFamily="34" charset="0"/>
                <a:cs typeface="Open Sans" panose="020B0606030504020204" pitchFamily="34" charset="0"/>
              </a:rPr>
              <a:t>Infografías</a:t>
            </a:r>
            <a:endParaRPr lang="en-US" sz="3500" b="1" i="0">
              <a:effectLst/>
              <a:latin typeface="Open Sans" panose="020B0606030504020204" pitchFamily="34" charset="0"/>
              <a:ea typeface="Open Sans" panose="020B0606030504020204" pitchFamily="34" charset="0"/>
              <a:cs typeface="Open Sans" panose="020B0606030504020204" pitchFamily="34" charset="0"/>
            </a:endParaRPr>
          </a:p>
        </p:txBody>
      </p:sp>
      <p:pic>
        <p:nvPicPr>
          <p:cNvPr id="2" name="Imagen 1">
            <a:extLst>
              <a:ext uri="{FF2B5EF4-FFF2-40B4-BE49-F238E27FC236}">
                <a16:creationId xmlns:a16="http://schemas.microsoft.com/office/drawing/2014/main" id="{444B5C04-7A61-CD37-7CA0-9A558266E72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9795" y="6368290"/>
            <a:ext cx="1498186" cy="239305"/>
          </a:xfrm>
          <a:prstGeom prst="rect">
            <a:avLst/>
          </a:prstGeom>
        </p:spPr>
      </p:pic>
      <p:pic>
        <p:nvPicPr>
          <p:cNvPr id="3" name="Imagen 2">
            <a:extLst>
              <a:ext uri="{FF2B5EF4-FFF2-40B4-BE49-F238E27FC236}">
                <a16:creationId xmlns:a16="http://schemas.microsoft.com/office/drawing/2014/main" id="{2EC8276C-219E-DDEE-3622-BD2923B98F74}"/>
              </a:ext>
            </a:extLst>
          </p:cNvPr>
          <p:cNvPicPr>
            <a:picLocks noChangeAspect="1"/>
          </p:cNvPicPr>
          <p:nvPr/>
        </p:nvPicPr>
        <p:blipFill>
          <a:blip r:embed="rId3"/>
          <a:stretch>
            <a:fillRect/>
          </a:stretch>
        </p:blipFill>
        <p:spPr>
          <a:xfrm>
            <a:off x="10547350" y="6165838"/>
            <a:ext cx="1360142" cy="644208"/>
          </a:xfrm>
          <a:prstGeom prst="rect">
            <a:avLst/>
          </a:prstGeom>
        </p:spPr>
      </p:pic>
    </p:spTree>
    <p:extLst>
      <p:ext uri="{BB962C8B-B14F-4D97-AF65-F5344CB8AC3E}">
        <p14:creationId xmlns:p14="http://schemas.microsoft.com/office/powerpoint/2010/main" val="164932565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9" name="Rectangle 58">
            <a:extLst>
              <a:ext uri="{FF2B5EF4-FFF2-40B4-BE49-F238E27FC236}">
                <a16:creationId xmlns:a16="http://schemas.microsoft.com/office/drawing/2014/main" id="{53F29798-D584-4792-9B62-3F5F5C36D6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TextBox 53">
            <a:extLst>
              <a:ext uri="{FF2B5EF4-FFF2-40B4-BE49-F238E27FC236}">
                <a16:creationId xmlns:a16="http://schemas.microsoft.com/office/drawing/2014/main" id="{4B7B8634-E9A2-A943-1BD9-C48E5826F1C5}"/>
              </a:ext>
            </a:extLst>
          </p:cNvPr>
          <p:cNvSpPr txBox="1"/>
          <p:nvPr/>
        </p:nvSpPr>
        <p:spPr>
          <a:xfrm>
            <a:off x="838200" y="184805"/>
            <a:ext cx="10515600" cy="1505883"/>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5200" b="1" i="0" kern="1200">
                <a:solidFill>
                  <a:schemeClr val="tx1"/>
                </a:solidFill>
                <a:effectLst/>
                <a:latin typeface="+mj-lt"/>
                <a:ea typeface="+mj-ea"/>
                <a:cs typeface="+mj-cs"/>
              </a:rPr>
              <a:t>Ejemplo tablas</a:t>
            </a:r>
          </a:p>
        </p:txBody>
      </p:sp>
      <p:pic>
        <p:nvPicPr>
          <p:cNvPr id="2" name="Imagen 1">
            <a:extLst>
              <a:ext uri="{FF2B5EF4-FFF2-40B4-BE49-F238E27FC236}">
                <a16:creationId xmlns:a16="http://schemas.microsoft.com/office/drawing/2014/main" id="{444B5C04-7A61-CD37-7CA0-9A558266E72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9795" y="6368290"/>
            <a:ext cx="1498186" cy="239305"/>
          </a:xfrm>
          <a:prstGeom prst="rect">
            <a:avLst/>
          </a:prstGeom>
        </p:spPr>
      </p:pic>
      <p:pic>
        <p:nvPicPr>
          <p:cNvPr id="3" name="Imagen 2">
            <a:extLst>
              <a:ext uri="{FF2B5EF4-FFF2-40B4-BE49-F238E27FC236}">
                <a16:creationId xmlns:a16="http://schemas.microsoft.com/office/drawing/2014/main" id="{2EC8276C-219E-DDEE-3622-BD2923B98F74}"/>
              </a:ext>
            </a:extLst>
          </p:cNvPr>
          <p:cNvPicPr>
            <a:picLocks noChangeAspect="1"/>
          </p:cNvPicPr>
          <p:nvPr/>
        </p:nvPicPr>
        <p:blipFill>
          <a:blip r:embed="rId3"/>
          <a:stretch>
            <a:fillRect/>
          </a:stretch>
        </p:blipFill>
        <p:spPr>
          <a:xfrm>
            <a:off x="10547350" y="6165838"/>
            <a:ext cx="1360142" cy="644208"/>
          </a:xfrm>
          <a:prstGeom prst="rect">
            <a:avLst/>
          </a:prstGeom>
        </p:spPr>
      </p:pic>
      <p:graphicFrame>
        <p:nvGraphicFramePr>
          <p:cNvPr id="6" name="Tabla 5">
            <a:extLst>
              <a:ext uri="{FF2B5EF4-FFF2-40B4-BE49-F238E27FC236}">
                <a16:creationId xmlns:a16="http://schemas.microsoft.com/office/drawing/2014/main" id="{9CE0CEBB-8AF1-DB26-E2BD-D78371091159}"/>
              </a:ext>
            </a:extLst>
          </p:cNvPr>
          <p:cNvGraphicFramePr>
            <a:graphicFrameLocks noGrp="1"/>
          </p:cNvGraphicFramePr>
          <p:nvPr>
            <p:extLst>
              <p:ext uri="{D42A27DB-BD31-4B8C-83A1-F6EECF244321}">
                <p14:modId xmlns:p14="http://schemas.microsoft.com/office/powerpoint/2010/main" val="2138773452"/>
              </p:ext>
            </p:extLst>
          </p:nvPr>
        </p:nvGraphicFramePr>
        <p:xfrm>
          <a:off x="838200" y="2568304"/>
          <a:ext cx="10512552" cy="3004550"/>
        </p:xfrm>
        <a:graphic>
          <a:graphicData uri="http://schemas.openxmlformats.org/drawingml/2006/table">
            <a:tbl>
              <a:tblPr firstRow="1" bandRow="1"/>
              <a:tblGrid>
                <a:gridCol w="1203779">
                  <a:extLst>
                    <a:ext uri="{9D8B030D-6E8A-4147-A177-3AD203B41FA5}">
                      <a16:colId xmlns:a16="http://schemas.microsoft.com/office/drawing/2014/main" val="3548516252"/>
                    </a:ext>
                  </a:extLst>
                </a:gridCol>
                <a:gridCol w="1433515">
                  <a:extLst>
                    <a:ext uri="{9D8B030D-6E8A-4147-A177-3AD203B41FA5}">
                      <a16:colId xmlns:a16="http://schemas.microsoft.com/office/drawing/2014/main" val="3935163293"/>
                    </a:ext>
                  </a:extLst>
                </a:gridCol>
                <a:gridCol w="1195456">
                  <a:extLst>
                    <a:ext uri="{9D8B030D-6E8A-4147-A177-3AD203B41FA5}">
                      <a16:colId xmlns:a16="http://schemas.microsoft.com/office/drawing/2014/main" val="4146885153"/>
                    </a:ext>
                  </a:extLst>
                </a:gridCol>
                <a:gridCol w="1242068">
                  <a:extLst>
                    <a:ext uri="{9D8B030D-6E8A-4147-A177-3AD203B41FA5}">
                      <a16:colId xmlns:a16="http://schemas.microsoft.com/office/drawing/2014/main" val="3881349550"/>
                    </a:ext>
                  </a:extLst>
                </a:gridCol>
                <a:gridCol w="1350277">
                  <a:extLst>
                    <a:ext uri="{9D8B030D-6E8A-4147-A177-3AD203B41FA5}">
                      <a16:colId xmlns:a16="http://schemas.microsoft.com/office/drawing/2014/main" val="4097808935"/>
                    </a:ext>
                  </a:extLst>
                </a:gridCol>
                <a:gridCol w="1195456">
                  <a:extLst>
                    <a:ext uri="{9D8B030D-6E8A-4147-A177-3AD203B41FA5}">
                      <a16:colId xmlns:a16="http://schemas.microsoft.com/office/drawing/2014/main" val="3303531676"/>
                    </a:ext>
                  </a:extLst>
                </a:gridCol>
                <a:gridCol w="1433515">
                  <a:extLst>
                    <a:ext uri="{9D8B030D-6E8A-4147-A177-3AD203B41FA5}">
                      <a16:colId xmlns:a16="http://schemas.microsoft.com/office/drawing/2014/main" val="2575671758"/>
                    </a:ext>
                  </a:extLst>
                </a:gridCol>
                <a:gridCol w="1458486">
                  <a:extLst>
                    <a:ext uri="{9D8B030D-6E8A-4147-A177-3AD203B41FA5}">
                      <a16:colId xmlns:a16="http://schemas.microsoft.com/office/drawing/2014/main" val="2205561728"/>
                    </a:ext>
                  </a:extLst>
                </a:gridCol>
              </a:tblGrid>
              <a:tr h="294062">
                <a:tc gridSpan="8">
                  <a:txBody>
                    <a:bodyPr/>
                    <a:lstStyle/>
                    <a:p>
                      <a:pPr algn="ctr"/>
                      <a:r>
                        <a:rPr lang="es-CO" sz="1700" b="1">
                          <a:solidFill>
                            <a:srgbClr val="000000"/>
                          </a:solidFill>
                          <a:effectLst/>
                          <a:highlight>
                            <a:srgbClr val="9EAAFF"/>
                          </a:highlight>
                          <a:latin typeface="Calibri" panose="020F0502020204030204" pitchFamily="34" charset="0"/>
                        </a:rPr>
                        <a:t>HÍBRIDO 31-60 DÍAS</a:t>
                      </a:r>
                      <a:endParaRPr lang="es-CO" sz="1700">
                        <a:effectLst/>
                        <a:highlight>
                          <a:srgbClr val="9EAAFF"/>
                        </a:highlight>
                      </a:endParaRPr>
                    </a:p>
                  </a:txBody>
                  <a:tcPr marL="44863" marR="44863" marT="0" marB="0" anchor="ctr">
                    <a:lnL w="9525" cap="flat" cmpd="sng" algn="ctr">
                      <a:solidFill>
                        <a:srgbClr val="FCFBFF"/>
                      </a:solidFill>
                      <a:prstDash val="solid"/>
                      <a:round/>
                      <a:headEnd type="none" w="med" len="med"/>
                      <a:tailEnd type="none" w="med" len="med"/>
                    </a:lnL>
                    <a:lnR w="9525" cap="flat" cmpd="sng" algn="ctr">
                      <a:solidFill>
                        <a:srgbClr val="FCFBFF"/>
                      </a:solidFill>
                      <a:prstDash val="solid"/>
                      <a:round/>
                      <a:headEnd type="none" w="med" len="med"/>
                      <a:tailEnd type="none" w="med" len="med"/>
                    </a:lnR>
                    <a:lnT w="9525" cap="flat" cmpd="sng" algn="ctr">
                      <a:solidFill>
                        <a:srgbClr val="FCFBFF"/>
                      </a:solidFill>
                      <a:prstDash val="solid"/>
                      <a:round/>
                      <a:headEnd type="none" w="med" len="med"/>
                      <a:tailEnd type="none" w="med" len="med"/>
                    </a:lnT>
                    <a:lnB w="9525" cap="flat" cmpd="sng" algn="ctr">
                      <a:solidFill>
                        <a:srgbClr val="FCFBFF"/>
                      </a:solidFill>
                      <a:prstDash val="solid"/>
                      <a:round/>
                      <a:headEnd type="none" w="med" len="med"/>
                      <a:tailEnd type="none" w="med" len="med"/>
                    </a:lnB>
                    <a:solidFill>
                      <a:srgbClr val="9EAAFF"/>
                    </a:solidFill>
                  </a:tcPr>
                </a:tc>
                <a:tc hMerge="1">
                  <a:txBody>
                    <a:bodyPr/>
                    <a:lstStyle/>
                    <a:p>
                      <a:endParaRPr lang="es-ES_tradnl"/>
                    </a:p>
                  </a:txBody>
                  <a:tcPr/>
                </a:tc>
                <a:tc hMerge="1">
                  <a:txBody>
                    <a:bodyPr/>
                    <a:lstStyle/>
                    <a:p>
                      <a:endParaRPr lang="es-ES_tradnl"/>
                    </a:p>
                  </a:txBody>
                  <a:tcPr/>
                </a:tc>
                <a:tc hMerge="1">
                  <a:txBody>
                    <a:bodyPr/>
                    <a:lstStyle/>
                    <a:p>
                      <a:endParaRPr lang="es-ES_tradnl"/>
                    </a:p>
                  </a:txBody>
                  <a:tcPr/>
                </a:tc>
                <a:tc hMerge="1">
                  <a:txBody>
                    <a:bodyPr/>
                    <a:lstStyle/>
                    <a:p>
                      <a:endParaRPr lang="es-ES_tradnl"/>
                    </a:p>
                  </a:txBody>
                  <a:tcPr/>
                </a:tc>
                <a:tc hMerge="1">
                  <a:txBody>
                    <a:bodyPr/>
                    <a:lstStyle/>
                    <a:p>
                      <a:endParaRPr lang="es-ES_tradnl"/>
                    </a:p>
                  </a:txBody>
                  <a:tcPr/>
                </a:tc>
                <a:tc hMerge="1">
                  <a:txBody>
                    <a:bodyPr/>
                    <a:lstStyle/>
                    <a:p>
                      <a:endParaRPr lang="es-ES_tradnl"/>
                    </a:p>
                  </a:txBody>
                  <a:tcPr/>
                </a:tc>
                <a:tc hMerge="1">
                  <a:txBody>
                    <a:bodyPr/>
                    <a:lstStyle/>
                    <a:p>
                      <a:endParaRPr lang="es-ES_tradnl"/>
                    </a:p>
                  </a:txBody>
                  <a:tcPr/>
                </a:tc>
                <a:extLst>
                  <a:ext uri="{0D108BD9-81ED-4DB2-BD59-A6C34878D82A}">
                    <a16:rowId xmlns:a16="http://schemas.microsoft.com/office/drawing/2014/main" val="1586402761"/>
                  </a:ext>
                </a:extLst>
              </a:tr>
              <a:tr h="1061181">
                <a:tc>
                  <a:txBody>
                    <a:bodyPr/>
                    <a:lstStyle/>
                    <a:p>
                      <a:pPr algn="ctr"/>
                      <a:r>
                        <a:rPr lang="es-CO" sz="1700" b="1">
                          <a:solidFill>
                            <a:srgbClr val="1A1A1A"/>
                          </a:solidFill>
                          <a:effectLst/>
                          <a:highlight>
                            <a:srgbClr val="FBFCFD"/>
                          </a:highlight>
                          <a:latin typeface="Calibri" panose="020F0502020204030204" pitchFamily="34" charset="0"/>
                        </a:rPr>
                        <a:t>No de Ítem</a:t>
                      </a:r>
                      <a:endParaRPr lang="es-CO" sz="1700">
                        <a:effectLst/>
                        <a:highlight>
                          <a:srgbClr val="FBFCFD"/>
                        </a:highlight>
                      </a:endParaRPr>
                    </a:p>
                  </a:txBody>
                  <a:tcPr marL="44863" marR="44863" marT="0" marB="0" anchor="ctr">
                    <a:lnL w="9525" cap="flat" cmpd="sng" algn="ctr">
                      <a:solidFill>
                        <a:srgbClr val="FCFBFF"/>
                      </a:solidFill>
                      <a:prstDash val="solid"/>
                      <a:round/>
                      <a:headEnd type="none" w="med" len="med"/>
                      <a:tailEnd type="none" w="med" len="med"/>
                    </a:lnL>
                    <a:lnR w="9525" cap="flat" cmpd="sng" algn="ctr">
                      <a:solidFill>
                        <a:srgbClr val="FCFBFF"/>
                      </a:solidFill>
                      <a:prstDash val="solid"/>
                      <a:round/>
                      <a:headEnd type="none" w="med" len="med"/>
                      <a:tailEnd type="none" w="med" len="med"/>
                    </a:lnR>
                    <a:lnT w="9525" cap="flat" cmpd="sng" algn="ctr">
                      <a:solidFill>
                        <a:srgbClr val="FCFBFF"/>
                      </a:solidFill>
                      <a:prstDash val="solid"/>
                      <a:round/>
                      <a:headEnd type="none" w="med" len="med"/>
                      <a:tailEnd type="none" w="med" len="med"/>
                    </a:lnT>
                    <a:lnB w="9525" cap="flat" cmpd="sng" algn="ctr">
                      <a:solidFill>
                        <a:srgbClr val="FCFBFF"/>
                      </a:solidFill>
                      <a:prstDash val="solid"/>
                      <a:round/>
                      <a:headEnd type="none" w="med" len="med"/>
                      <a:tailEnd type="none" w="med" len="med"/>
                    </a:lnB>
                    <a:solidFill>
                      <a:srgbClr val="FBFCFD"/>
                    </a:solidFill>
                  </a:tcPr>
                </a:tc>
                <a:tc>
                  <a:txBody>
                    <a:bodyPr/>
                    <a:lstStyle/>
                    <a:p>
                      <a:pPr algn="ctr"/>
                      <a:r>
                        <a:rPr lang="es-CO" sz="1700" b="1">
                          <a:solidFill>
                            <a:srgbClr val="1A1A1A"/>
                          </a:solidFill>
                          <a:effectLst/>
                          <a:highlight>
                            <a:srgbClr val="FBFCFD"/>
                          </a:highlight>
                          <a:latin typeface="Calibri" panose="020F0502020204030204" pitchFamily="34" charset="0"/>
                        </a:rPr>
                        <a:t>PRODUCTOS</a:t>
                      </a:r>
                      <a:endParaRPr lang="es-CO" sz="1700">
                        <a:effectLst/>
                        <a:highlight>
                          <a:srgbClr val="FBFCFD"/>
                        </a:highlight>
                      </a:endParaRPr>
                    </a:p>
                  </a:txBody>
                  <a:tcPr marL="44863" marR="44863" marT="0" marB="0" anchor="ctr">
                    <a:lnL w="9525" cap="flat" cmpd="sng" algn="ctr">
                      <a:solidFill>
                        <a:srgbClr val="FCFBFF"/>
                      </a:solidFill>
                      <a:prstDash val="solid"/>
                      <a:round/>
                      <a:headEnd type="none" w="med" len="med"/>
                      <a:tailEnd type="none" w="med" len="med"/>
                    </a:lnL>
                    <a:lnR w="9525" cap="flat" cmpd="sng" algn="ctr">
                      <a:solidFill>
                        <a:srgbClr val="FCFBFF"/>
                      </a:solidFill>
                      <a:prstDash val="solid"/>
                      <a:round/>
                      <a:headEnd type="none" w="med" len="med"/>
                      <a:tailEnd type="none" w="med" len="med"/>
                    </a:lnR>
                    <a:lnT w="9525" cap="flat" cmpd="sng" algn="ctr">
                      <a:solidFill>
                        <a:srgbClr val="FCFBFF"/>
                      </a:solidFill>
                      <a:prstDash val="solid"/>
                      <a:round/>
                      <a:headEnd type="none" w="med" len="med"/>
                      <a:tailEnd type="none" w="med" len="med"/>
                    </a:lnT>
                    <a:lnB w="9525" cap="flat" cmpd="sng" algn="ctr">
                      <a:solidFill>
                        <a:srgbClr val="FCFBFF"/>
                      </a:solidFill>
                      <a:prstDash val="solid"/>
                      <a:round/>
                      <a:headEnd type="none" w="med" len="med"/>
                      <a:tailEnd type="none" w="med" len="med"/>
                    </a:lnB>
                    <a:solidFill>
                      <a:srgbClr val="FBFCFD"/>
                    </a:solidFill>
                  </a:tcPr>
                </a:tc>
                <a:tc>
                  <a:txBody>
                    <a:bodyPr/>
                    <a:lstStyle/>
                    <a:p>
                      <a:pPr algn="ctr"/>
                      <a:r>
                        <a:rPr lang="es-CO" sz="1700" b="1">
                          <a:solidFill>
                            <a:srgbClr val="1A1A1A"/>
                          </a:solidFill>
                          <a:effectLst/>
                          <a:highlight>
                            <a:srgbClr val="FBFCFD"/>
                          </a:highlight>
                          <a:latin typeface="Calibri" panose="020F0502020204030204" pitchFamily="34" charset="0"/>
                        </a:rPr>
                        <a:t># AGENTES</a:t>
                      </a:r>
                      <a:endParaRPr lang="es-CO" sz="1700">
                        <a:effectLst/>
                        <a:highlight>
                          <a:srgbClr val="FBFCFD"/>
                        </a:highlight>
                      </a:endParaRPr>
                    </a:p>
                  </a:txBody>
                  <a:tcPr marL="44863" marR="44863" marT="0" marB="0" anchor="ctr">
                    <a:lnL w="9525" cap="flat" cmpd="sng" algn="ctr">
                      <a:solidFill>
                        <a:srgbClr val="FCFBFF"/>
                      </a:solidFill>
                      <a:prstDash val="solid"/>
                      <a:round/>
                      <a:headEnd type="none" w="med" len="med"/>
                      <a:tailEnd type="none" w="med" len="med"/>
                    </a:lnL>
                    <a:lnR w="9525" cap="flat" cmpd="sng" algn="ctr">
                      <a:solidFill>
                        <a:srgbClr val="FCFBFF"/>
                      </a:solidFill>
                      <a:prstDash val="solid"/>
                      <a:round/>
                      <a:headEnd type="none" w="med" len="med"/>
                      <a:tailEnd type="none" w="med" len="med"/>
                    </a:lnR>
                    <a:lnT w="9525" cap="flat" cmpd="sng" algn="ctr">
                      <a:solidFill>
                        <a:srgbClr val="FCFBFF"/>
                      </a:solidFill>
                      <a:prstDash val="solid"/>
                      <a:round/>
                      <a:headEnd type="none" w="med" len="med"/>
                      <a:tailEnd type="none" w="med" len="med"/>
                    </a:lnT>
                    <a:lnB w="9525" cap="flat" cmpd="sng" algn="ctr">
                      <a:solidFill>
                        <a:srgbClr val="FCFBFF"/>
                      </a:solidFill>
                      <a:prstDash val="solid"/>
                      <a:round/>
                      <a:headEnd type="none" w="med" len="med"/>
                      <a:tailEnd type="none" w="med" len="med"/>
                    </a:lnB>
                    <a:solidFill>
                      <a:srgbClr val="FBFCFD"/>
                    </a:solidFill>
                  </a:tcPr>
                </a:tc>
                <a:tc>
                  <a:txBody>
                    <a:bodyPr/>
                    <a:lstStyle/>
                    <a:p>
                      <a:pPr algn="ctr"/>
                      <a:r>
                        <a:rPr lang="es-CO" sz="1700" b="1">
                          <a:solidFill>
                            <a:srgbClr val="1A1A1A"/>
                          </a:solidFill>
                          <a:effectLst/>
                          <a:highlight>
                            <a:srgbClr val="FBFCFD"/>
                          </a:highlight>
                          <a:latin typeface="Calibri" panose="020F0502020204030204" pitchFamily="34" charset="0"/>
                        </a:rPr>
                        <a:t>PUESTOS DE TRABAJO</a:t>
                      </a:r>
                      <a:endParaRPr lang="es-CO" sz="1700">
                        <a:effectLst/>
                        <a:highlight>
                          <a:srgbClr val="FBFCFD"/>
                        </a:highlight>
                      </a:endParaRPr>
                    </a:p>
                  </a:txBody>
                  <a:tcPr marL="44863" marR="44863" marT="0" marB="0" anchor="ctr">
                    <a:lnL w="9525" cap="flat" cmpd="sng" algn="ctr">
                      <a:solidFill>
                        <a:srgbClr val="FCFBFF"/>
                      </a:solidFill>
                      <a:prstDash val="solid"/>
                      <a:round/>
                      <a:headEnd type="none" w="med" len="med"/>
                      <a:tailEnd type="none" w="med" len="med"/>
                    </a:lnL>
                    <a:lnR w="9525" cap="flat" cmpd="sng" algn="ctr">
                      <a:solidFill>
                        <a:srgbClr val="FCFBFF"/>
                      </a:solidFill>
                      <a:prstDash val="solid"/>
                      <a:round/>
                      <a:headEnd type="none" w="med" len="med"/>
                      <a:tailEnd type="none" w="med" len="med"/>
                    </a:lnR>
                    <a:lnT w="9525" cap="flat" cmpd="sng" algn="ctr">
                      <a:solidFill>
                        <a:srgbClr val="FCFBFF"/>
                      </a:solidFill>
                      <a:prstDash val="solid"/>
                      <a:round/>
                      <a:headEnd type="none" w="med" len="med"/>
                      <a:tailEnd type="none" w="med" len="med"/>
                    </a:lnT>
                    <a:lnB w="9525" cap="flat" cmpd="sng" algn="ctr">
                      <a:solidFill>
                        <a:srgbClr val="FCFBFF"/>
                      </a:solidFill>
                      <a:prstDash val="solid"/>
                      <a:round/>
                      <a:headEnd type="none" w="med" len="med"/>
                      <a:tailEnd type="none" w="med" len="med"/>
                    </a:lnB>
                    <a:solidFill>
                      <a:srgbClr val="FBFCFD"/>
                    </a:solidFill>
                  </a:tcPr>
                </a:tc>
                <a:tc>
                  <a:txBody>
                    <a:bodyPr/>
                    <a:lstStyle/>
                    <a:p>
                      <a:pPr algn="ctr"/>
                      <a:r>
                        <a:rPr lang="es-CO" sz="1700" b="1">
                          <a:solidFill>
                            <a:srgbClr val="1A1A1A"/>
                          </a:solidFill>
                          <a:effectLst/>
                          <a:highlight>
                            <a:srgbClr val="FBFCFD"/>
                          </a:highlight>
                          <a:latin typeface="Calibri" panose="020F0502020204030204" pitchFamily="34" charset="0"/>
                        </a:rPr>
                        <a:t>Total</a:t>
                      </a:r>
                      <a:endParaRPr lang="es-CO" sz="1700">
                        <a:effectLst/>
                        <a:highlight>
                          <a:srgbClr val="FBFCFD"/>
                        </a:highlight>
                      </a:endParaRPr>
                    </a:p>
                  </a:txBody>
                  <a:tcPr marL="44863" marR="44863" marT="0" marB="0" anchor="ctr">
                    <a:lnL w="9525" cap="flat" cmpd="sng" algn="ctr">
                      <a:solidFill>
                        <a:srgbClr val="FCFBFF"/>
                      </a:solidFill>
                      <a:prstDash val="solid"/>
                      <a:round/>
                      <a:headEnd type="none" w="med" len="med"/>
                      <a:tailEnd type="none" w="med" len="med"/>
                    </a:lnL>
                    <a:lnR w="9525" cap="flat" cmpd="sng" algn="ctr">
                      <a:solidFill>
                        <a:srgbClr val="FCFBFF"/>
                      </a:solidFill>
                      <a:prstDash val="solid"/>
                      <a:round/>
                      <a:headEnd type="none" w="med" len="med"/>
                      <a:tailEnd type="none" w="med" len="med"/>
                    </a:lnR>
                    <a:lnT w="9525" cap="flat" cmpd="sng" algn="ctr">
                      <a:solidFill>
                        <a:srgbClr val="FCFBFF"/>
                      </a:solidFill>
                      <a:prstDash val="solid"/>
                      <a:round/>
                      <a:headEnd type="none" w="med" len="med"/>
                      <a:tailEnd type="none" w="med" len="med"/>
                    </a:lnT>
                    <a:lnB w="9525" cap="flat" cmpd="sng" algn="ctr">
                      <a:solidFill>
                        <a:srgbClr val="FCFBFF"/>
                      </a:solidFill>
                      <a:prstDash val="solid"/>
                      <a:round/>
                      <a:headEnd type="none" w="med" len="med"/>
                      <a:tailEnd type="none" w="med" len="med"/>
                    </a:lnB>
                    <a:solidFill>
                      <a:srgbClr val="FBFCFD"/>
                    </a:solidFill>
                  </a:tcPr>
                </a:tc>
                <a:tc>
                  <a:txBody>
                    <a:bodyPr/>
                    <a:lstStyle/>
                    <a:p>
                      <a:pPr algn="ctr"/>
                      <a:r>
                        <a:rPr lang="es-CO" sz="1700" b="1">
                          <a:solidFill>
                            <a:srgbClr val="1A1A1A"/>
                          </a:solidFill>
                          <a:effectLst/>
                          <a:highlight>
                            <a:srgbClr val="FBFCFD"/>
                          </a:highlight>
                          <a:latin typeface="Calibri" panose="020F0502020204030204" pitchFamily="34" charset="0"/>
                        </a:rPr>
                        <a:t># AGENTES</a:t>
                      </a:r>
                      <a:endParaRPr lang="es-CO" sz="1700">
                        <a:effectLst/>
                        <a:highlight>
                          <a:srgbClr val="FBFCFD"/>
                        </a:highlight>
                      </a:endParaRPr>
                    </a:p>
                  </a:txBody>
                  <a:tcPr marL="44863" marR="44863" marT="0" marB="0" anchor="ctr">
                    <a:lnL w="9525" cap="flat" cmpd="sng" algn="ctr">
                      <a:solidFill>
                        <a:srgbClr val="FCFBFF"/>
                      </a:solidFill>
                      <a:prstDash val="solid"/>
                      <a:round/>
                      <a:headEnd type="none" w="med" len="med"/>
                      <a:tailEnd type="none" w="med" len="med"/>
                    </a:lnL>
                    <a:lnR w="9525" cap="flat" cmpd="sng" algn="ctr">
                      <a:solidFill>
                        <a:srgbClr val="FCFBFF"/>
                      </a:solidFill>
                      <a:prstDash val="solid"/>
                      <a:round/>
                      <a:headEnd type="none" w="med" len="med"/>
                      <a:tailEnd type="none" w="med" len="med"/>
                    </a:lnR>
                    <a:lnT w="9525" cap="flat" cmpd="sng" algn="ctr">
                      <a:solidFill>
                        <a:srgbClr val="FCFBFF"/>
                      </a:solidFill>
                      <a:prstDash val="solid"/>
                      <a:round/>
                      <a:headEnd type="none" w="med" len="med"/>
                      <a:tailEnd type="none" w="med" len="med"/>
                    </a:lnT>
                    <a:lnB w="9525" cap="flat" cmpd="sng" algn="ctr">
                      <a:solidFill>
                        <a:srgbClr val="FCFBFF"/>
                      </a:solidFill>
                      <a:prstDash val="solid"/>
                      <a:round/>
                      <a:headEnd type="none" w="med" len="med"/>
                      <a:tailEnd type="none" w="med" len="med"/>
                    </a:lnB>
                    <a:solidFill>
                      <a:srgbClr val="FBFCFD"/>
                    </a:solidFill>
                  </a:tcPr>
                </a:tc>
                <a:tc>
                  <a:txBody>
                    <a:bodyPr/>
                    <a:lstStyle/>
                    <a:p>
                      <a:pPr algn="ctr"/>
                      <a:r>
                        <a:rPr lang="es-CO" sz="1700" b="1">
                          <a:solidFill>
                            <a:srgbClr val="1A1A1A"/>
                          </a:solidFill>
                          <a:effectLst/>
                          <a:highlight>
                            <a:srgbClr val="FBFCFD"/>
                          </a:highlight>
                          <a:latin typeface="Calibri" panose="020F0502020204030204" pitchFamily="34" charset="0"/>
                        </a:rPr>
                        <a:t>PRODUCTOS</a:t>
                      </a:r>
                      <a:endParaRPr lang="es-CO" sz="1700">
                        <a:effectLst/>
                        <a:highlight>
                          <a:srgbClr val="FBFCFD"/>
                        </a:highlight>
                      </a:endParaRPr>
                    </a:p>
                  </a:txBody>
                  <a:tcPr marL="44863" marR="44863" marT="0" marB="0" anchor="ctr">
                    <a:lnL w="9525" cap="flat" cmpd="sng" algn="ctr">
                      <a:solidFill>
                        <a:srgbClr val="FCFBFF"/>
                      </a:solidFill>
                      <a:prstDash val="solid"/>
                      <a:round/>
                      <a:headEnd type="none" w="med" len="med"/>
                      <a:tailEnd type="none" w="med" len="med"/>
                    </a:lnL>
                    <a:lnR w="9525" cap="flat" cmpd="sng" algn="ctr">
                      <a:solidFill>
                        <a:srgbClr val="FCFBFF"/>
                      </a:solidFill>
                      <a:prstDash val="solid"/>
                      <a:round/>
                      <a:headEnd type="none" w="med" len="med"/>
                      <a:tailEnd type="none" w="med" len="med"/>
                    </a:lnR>
                    <a:lnT w="9525" cap="flat" cmpd="sng" algn="ctr">
                      <a:solidFill>
                        <a:srgbClr val="FCFBFF"/>
                      </a:solidFill>
                      <a:prstDash val="solid"/>
                      <a:round/>
                      <a:headEnd type="none" w="med" len="med"/>
                      <a:tailEnd type="none" w="med" len="med"/>
                    </a:lnT>
                    <a:lnB w="9525" cap="flat" cmpd="sng" algn="ctr">
                      <a:solidFill>
                        <a:srgbClr val="FCFBFF"/>
                      </a:solidFill>
                      <a:prstDash val="solid"/>
                      <a:round/>
                      <a:headEnd type="none" w="med" len="med"/>
                      <a:tailEnd type="none" w="med" len="med"/>
                    </a:lnB>
                    <a:solidFill>
                      <a:srgbClr val="FBFCFD"/>
                    </a:solidFill>
                  </a:tcPr>
                </a:tc>
                <a:tc>
                  <a:txBody>
                    <a:bodyPr/>
                    <a:lstStyle/>
                    <a:p>
                      <a:pPr algn="ctr"/>
                      <a:r>
                        <a:rPr lang="es-CO" sz="1700" b="1">
                          <a:solidFill>
                            <a:srgbClr val="1A1A1A"/>
                          </a:solidFill>
                          <a:effectLst/>
                          <a:highlight>
                            <a:srgbClr val="FBFCFD"/>
                          </a:highlight>
                          <a:latin typeface="Calibri" panose="020F0502020204030204" pitchFamily="34" charset="0"/>
                        </a:rPr>
                        <a:t>% DE HONORARIO SOBRE VALOR EN MORA</a:t>
                      </a:r>
                      <a:endParaRPr lang="es-CO" sz="1700">
                        <a:effectLst/>
                        <a:highlight>
                          <a:srgbClr val="FBFCFD"/>
                        </a:highlight>
                      </a:endParaRPr>
                    </a:p>
                  </a:txBody>
                  <a:tcPr marL="44863" marR="44863" marT="0" marB="0" anchor="ctr">
                    <a:lnL w="9525" cap="flat" cmpd="sng" algn="ctr">
                      <a:solidFill>
                        <a:srgbClr val="FCFBFF"/>
                      </a:solidFill>
                      <a:prstDash val="solid"/>
                      <a:round/>
                      <a:headEnd type="none" w="med" len="med"/>
                      <a:tailEnd type="none" w="med" len="med"/>
                    </a:lnL>
                    <a:lnR w="9525" cap="flat" cmpd="sng" algn="ctr">
                      <a:solidFill>
                        <a:srgbClr val="FCFBFF"/>
                      </a:solidFill>
                      <a:prstDash val="solid"/>
                      <a:round/>
                      <a:headEnd type="none" w="med" len="med"/>
                      <a:tailEnd type="none" w="med" len="med"/>
                    </a:lnR>
                    <a:lnT w="9525" cap="flat" cmpd="sng" algn="ctr">
                      <a:solidFill>
                        <a:srgbClr val="FCFBFF"/>
                      </a:solidFill>
                      <a:prstDash val="solid"/>
                      <a:round/>
                      <a:headEnd type="none" w="med" len="med"/>
                      <a:tailEnd type="none" w="med" len="med"/>
                    </a:lnT>
                    <a:lnB w="9525" cap="flat" cmpd="sng" algn="ctr">
                      <a:solidFill>
                        <a:srgbClr val="FCFBFF"/>
                      </a:solidFill>
                      <a:prstDash val="solid"/>
                      <a:round/>
                      <a:headEnd type="none" w="med" len="med"/>
                      <a:tailEnd type="none" w="med" len="med"/>
                    </a:lnB>
                    <a:solidFill>
                      <a:srgbClr val="FBFCFD"/>
                    </a:solidFill>
                  </a:tcPr>
                </a:tc>
                <a:extLst>
                  <a:ext uri="{0D108BD9-81ED-4DB2-BD59-A6C34878D82A}">
                    <a16:rowId xmlns:a16="http://schemas.microsoft.com/office/drawing/2014/main" val="1675738117"/>
                  </a:ext>
                </a:extLst>
              </a:tr>
              <a:tr h="549769">
                <a:tc>
                  <a:txBody>
                    <a:bodyPr/>
                    <a:lstStyle/>
                    <a:p>
                      <a:pPr algn="ctr"/>
                      <a:r>
                        <a:rPr lang="es-CO" sz="1700">
                          <a:solidFill>
                            <a:srgbClr val="1A1A1A"/>
                          </a:solidFill>
                          <a:effectLst/>
                          <a:highlight>
                            <a:srgbClr val="F3F4F8"/>
                          </a:highlight>
                          <a:latin typeface="Calibri" panose="020F0502020204030204" pitchFamily="34" charset="0"/>
                        </a:rPr>
                        <a:t>1</a:t>
                      </a:r>
                      <a:endParaRPr lang="es-CO" sz="1700">
                        <a:effectLst/>
                        <a:highlight>
                          <a:srgbClr val="F3F4F8"/>
                        </a:highlight>
                      </a:endParaRPr>
                    </a:p>
                  </a:txBody>
                  <a:tcPr marL="44863" marR="44863" marT="0" marB="0" anchor="ctr">
                    <a:lnL w="9525" cap="flat" cmpd="sng" algn="ctr">
                      <a:solidFill>
                        <a:srgbClr val="FCFBFF"/>
                      </a:solidFill>
                      <a:prstDash val="solid"/>
                      <a:round/>
                      <a:headEnd type="none" w="med" len="med"/>
                      <a:tailEnd type="none" w="med" len="med"/>
                    </a:lnL>
                    <a:lnR w="9525" cap="flat" cmpd="sng" algn="ctr">
                      <a:solidFill>
                        <a:srgbClr val="FCFBFF"/>
                      </a:solidFill>
                      <a:prstDash val="solid"/>
                      <a:round/>
                      <a:headEnd type="none" w="med" len="med"/>
                      <a:tailEnd type="none" w="med" len="med"/>
                    </a:lnR>
                    <a:lnT w="9525" cap="flat" cmpd="sng" algn="ctr">
                      <a:solidFill>
                        <a:srgbClr val="FCFBFF"/>
                      </a:solidFill>
                      <a:prstDash val="solid"/>
                      <a:round/>
                      <a:headEnd type="none" w="med" len="med"/>
                      <a:tailEnd type="none" w="med" len="med"/>
                    </a:lnT>
                    <a:lnB w="9525" cap="flat" cmpd="sng" algn="ctr">
                      <a:solidFill>
                        <a:srgbClr val="FCFBFF"/>
                      </a:solidFill>
                      <a:prstDash val="solid"/>
                      <a:round/>
                      <a:headEnd type="none" w="med" len="med"/>
                      <a:tailEnd type="none" w="med" len="med"/>
                    </a:lnB>
                    <a:solidFill>
                      <a:srgbClr val="F3F4F8"/>
                    </a:solidFill>
                  </a:tcPr>
                </a:tc>
                <a:tc>
                  <a:txBody>
                    <a:bodyPr/>
                    <a:lstStyle/>
                    <a:p>
                      <a:pPr algn="ctr"/>
                      <a:r>
                        <a:rPr lang="es-CO" sz="1700">
                          <a:solidFill>
                            <a:srgbClr val="1A1A1A"/>
                          </a:solidFill>
                          <a:effectLst/>
                          <a:highlight>
                            <a:srgbClr val="F3F4F8"/>
                          </a:highlight>
                          <a:latin typeface="Calibri" panose="020F0502020204030204" pitchFamily="34" charset="0"/>
                        </a:rPr>
                        <a:t>Cumplimiento &lt; 85%</a:t>
                      </a:r>
                      <a:endParaRPr lang="es-CO" sz="1700">
                        <a:effectLst/>
                        <a:highlight>
                          <a:srgbClr val="F3F4F8"/>
                        </a:highlight>
                      </a:endParaRPr>
                    </a:p>
                  </a:txBody>
                  <a:tcPr marL="44863" marR="44863" marT="0" marB="0" anchor="ctr">
                    <a:lnL w="9525" cap="flat" cmpd="sng" algn="ctr">
                      <a:solidFill>
                        <a:srgbClr val="FCFBFF"/>
                      </a:solidFill>
                      <a:prstDash val="solid"/>
                      <a:round/>
                      <a:headEnd type="none" w="med" len="med"/>
                      <a:tailEnd type="none" w="med" len="med"/>
                    </a:lnL>
                    <a:lnR w="9525" cap="flat" cmpd="sng" algn="ctr">
                      <a:solidFill>
                        <a:srgbClr val="FCFBFF"/>
                      </a:solidFill>
                      <a:prstDash val="solid"/>
                      <a:round/>
                      <a:headEnd type="none" w="med" len="med"/>
                      <a:tailEnd type="none" w="med" len="med"/>
                    </a:lnR>
                    <a:lnT w="9525" cap="flat" cmpd="sng" algn="ctr">
                      <a:solidFill>
                        <a:srgbClr val="FCFBFF"/>
                      </a:solidFill>
                      <a:prstDash val="solid"/>
                      <a:round/>
                      <a:headEnd type="none" w="med" len="med"/>
                      <a:tailEnd type="none" w="med" len="med"/>
                    </a:lnT>
                    <a:lnB w="9525" cap="flat" cmpd="sng" algn="ctr">
                      <a:solidFill>
                        <a:srgbClr val="FCFBFF"/>
                      </a:solidFill>
                      <a:prstDash val="solid"/>
                      <a:round/>
                      <a:headEnd type="none" w="med" len="med"/>
                      <a:tailEnd type="none" w="med" len="med"/>
                    </a:lnB>
                    <a:solidFill>
                      <a:srgbClr val="F3F4F8"/>
                    </a:solidFill>
                  </a:tcPr>
                </a:tc>
                <a:tc>
                  <a:txBody>
                    <a:bodyPr/>
                    <a:lstStyle/>
                    <a:p>
                      <a:pPr algn="ctr"/>
                      <a:r>
                        <a:rPr lang="es-CO" sz="1700">
                          <a:solidFill>
                            <a:srgbClr val="1A1A1A"/>
                          </a:solidFill>
                          <a:effectLst/>
                          <a:highlight>
                            <a:srgbClr val="F3F4F8"/>
                          </a:highlight>
                          <a:latin typeface="Calibri" panose="020F0502020204030204" pitchFamily="34" charset="0"/>
                        </a:rPr>
                        <a:t>4</a:t>
                      </a:r>
                      <a:endParaRPr lang="es-CO" sz="1700">
                        <a:effectLst/>
                        <a:highlight>
                          <a:srgbClr val="F3F4F8"/>
                        </a:highlight>
                      </a:endParaRPr>
                    </a:p>
                  </a:txBody>
                  <a:tcPr marL="44863" marR="44863" marT="0" marB="0" anchor="ctr">
                    <a:lnL w="9525" cap="flat" cmpd="sng" algn="ctr">
                      <a:solidFill>
                        <a:srgbClr val="FCFBFF"/>
                      </a:solidFill>
                      <a:prstDash val="solid"/>
                      <a:round/>
                      <a:headEnd type="none" w="med" len="med"/>
                      <a:tailEnd type="none" w="med" len="med"/>
                    </a:lnL>
                    <a:lnR w="9525" cap="flat" cmpd="sng" algn="ctr">
                      <a:solidFill>
                        <a:srgbClr val="FCFBFF"/>
                      </a:solidFill>
                      <a:prstDash val="solid"/>
                      <a:round/>
                      <a:headEnd type="none" w="med" len="med"/>
                      <a:tailEnd type="none" w="med" len="med"/>
                    </a:lnR>
                    <a:lnT w="9525" cap="flat" cmpd="sng" algn="ctr">
                      <a:solidFill>
                        <a:srgbClr val="FCFBFF"/>
                      </a:solidFill>
                      <a:prstDash val="solid"/>
                      <a:round/>
                      <a:headEnd type="none" w="med" len="med"/>
                      <a:tailEnd type="none" w="med" len="med"/>
                    </a:lnT>
                    <a:lnB w="9525" cap="flat" cmpd="sng" algn="ctr">
                      <a:solidFill>
                        <a:srgbClr val="FCFBFF"/>
                      </a:solidFill>
                      <a:prstDash val="solid"/>
                      <a:round/>
                      <a:headEnd type="none" w="med" len="med"/>
                      <a:tailEnd type="none" w="med" len="med"/>
                    </a:lnB>
                    <a:solidFill>
                      <a:srgbClr val="F3F4F8"/>
                    </a:solidFill>
                  </a:tcPr>
                </a:tc>
                <a:tc>
                  <a:txBody>
                    <a:bodyPr/>
                    <a:lstStyle/>
                    <a:p>
                      <a:pPr algn="ctr"/>
                      <a:r>
                        <a:rPr lang="es-CO" sz="1700">
                          <a:solidFill>
                            <a:srgbClr val="1A1A1A"/>
                          </a:solidFill>
                          <a:effectLst/>
                          <a:highlight>
                            <a:srgbClr val="F3F4F8"/>
                          </a:highlight>
                          <a:latin typeface="Calibri" panose="020F0502020204030204" pitchFamily="34" charset="0"/>
                        </a:rPr>
                        <a:t>$ 2.000.000</a:t>
                      </a:r>
                      <a:endParaRPr lang="es-CO" sz="1700">
                        <a:effectLst/>
                        <a:highlight>
                          <a:srgbClr val="F3F4F8"/>
                        </a:highlight>
                      </a:endParaRPr>
                    </a:p>
                  </a:txBody>
                  <a:tcPr marL="44863" marR="44863" marT="0" marB="0" anchor="ctr">
                    <a:lnL w="9525" cap="flat" cmpd="sng" algn="ctr">
                      <a:solidFill>
                        <a:srgbClr val="FCFBFF"/>
                      </a:solidFill>
                      <a:prstDash val="solid"/>
                      <a:round/>
                      <a:headEnd type="none" w="med" len="med"/>
                      <a:tailEnd type="none" w="med" len="med"/>
                    </a:lnL>
                    <a:lnR w="9525" cap="flat" cmpd="sng" algn="ctr">
                      <a:solidFill>
                        <a:srgbClr val="FCFBFF"/>
                      </a:solidFill>
                      <a:prstDash val="solid"/>
                      <a:round/>
                      <a:headEnd type="none" w="med" len="med"/>
                      <a:tailEnd type="none" w="med" len="med"/>
                    </a:lnR>
                    <a:lnT w="9525" cap="flat" cmpd="sng" algn="ctr">
                      <a:solidFill>
                        <a:srgbClr val="FCFBFF"/>
                      </a:solidFill>
                      <a:prstDash val="solid"/>
                      <a:round/>
                      <a:headEnd type="none" w="med" len="med"/>
                      <a:tailEnd type="none" w="med" len="med"/>
                    </a:lnT>
                    <a:lnB w="9525" cap="flat" cmpd="sng" algn="ctr">
                      <a:solidFill>
                        <a:srgbClr val="FCFBFF"/>
                      </a:solidFill>
                      <a:prstDash val="solid"/>
                      <a:round/>
                      <a:headEnd type="none" w="med" len="med"/>
                      <a:tailEnd type="none" w="med" len="med"/>
                    </a:lnB>
                    <a:solidFill>
                      <a:srgbClr val="F3F4F8"/>
                    </a:solidFill>
                  </a:tcPr>
                </a:tc>
                <a:tc>
                  <a:txBody>
                    <a:bodyPr/>
                    <a:lstStyle/>
                    <a:p>
                      <a:pPr algn="ctr"/>
                      <a:r>
                        <a:rPr lang="es-CO" sz="1700">
                          <a:solidFill>
                            <a:srgbClr val="1A1A1A"/>
                          </a:solidFill>
                          <a:effectLst/>
                          <a:highlight>
                            <a:srgbClr val="F3F4F8"/>
                          </a:highlight>
                          <a:latin typeface="Calibri" panose="020F0502020204030204" pitchFamily="34" charset="0"/>
                        </a:rPr>
                        <a:t>$ 8.000.000</a:t>
                      </a:r>
                      <a:endParaRPr lang="es-CO" sz="1700">
                        <a:effectLst/>
                        <a:highlight>
                          <a:srgbClr val="F3F4F8"/>
                        </a:highlight>
                      </a:endParaRPr>
                    </a:p>
                  </a:txBody>
                  <a:tcPr marL="44863" marR="44863" marT="0" marB="0" anchor="ctr">
                    <a:lnL w="9525" cap="flat" cmpd="sng" algn="ctr">
                      <a:solidFill>
                        <a:srgbClr val="FCFBFF"/>
                      </a:solidFill>
                      <a:prstDash val="solid"/>
                      <a:round/>
                      <a:headEnd type="none" w="med" len="med"/>
                      <a:tailEnd type="none" w="med" len="med"/>
                    </a:lnL>
                    <a:lnR w="9525" cap="flat" cmpd="sng" algn="ctr">
                      <a:solidFill>
                        <a:srgbClr val="FCFBFF"/>
                      </a:solidFill>
                      <a:prstDash val="solid"/>
                      <a:round/>
                      <a:headEnd type="none" w="med" len="med"/>
                      <a:tailEnd type="none" w="med" len="med"/>
                    </a:lnR>
                    <a:lnT w="9525" cap="flat" cmpd="sng" algn="ctr">
                      <a:solidFill>
                        <a:srgbClr val="FCFBFF"/>
                      </a:solidFill>
                      <a:prstDash val="solid"/>
                      <a:round/>
                      <a:headEnd type="none" w="med" len="med"/>
                      <a:tailEnd type="none" w="med" len="med"/>
                    </a:lnT>
                    <a:lnB w="9525" cap="flat" cmpd="sng" algn="ctr">
                      <a:solidFill>
                        <a:srgbClr val="FCFBFF"/>
                      </a:solidFill>
                      <a:prstDash val="solid"/>
                      <a:round/>
                      <a:headEnd type="none" w="med" len="med"/>
                      <a:tailEnd type="none" w="med" len="med"/>
                    </a:lnB>
                    <a:solidFill>
                      <a:srgbClr val="F3F4F8"/>
                    </a:solidFill>
                  </a:tcPr>
                </a:tc>
                <a:tc>
                  <a:txBody>
                    <a:bodyPr/>
                    <a:lstStyle/>
                    <a:p>
                      <a:pPr algn="ctr"/>
                      <a:r>
                        <a:rPr lang="es-CO" sz="1700">
                          <a:solidFill>
                            <a:srgbClr val="1A1A1A"/>
                          </a:solidFill>
                          <a:effectLst/>
                          <a:highlight>
                            <a:srgbClr val="F3F4F8"/>
                          </a:highlight>
                          <a:latin typeface="Calibri" panose="020F0502020204030204" pitchFamily="34" charset="0"/>
                        </a:rPr>
                        <a:t>4</a:t>
                      </a:r>
                      <a:endParaRPr lang="es-CO" sz="1700">
                        <a:effectLst/>
                        <a:highlight>
                          <a:srgbClr val="F3F4F8"/>
                        </a:highlight>
                      </a:endParaRPr>
                    </a:p>
                  </a:txBody>
                  <a:tcPr marL="44863" marR="44863" marT="0" marB="0" anchor="ctr">
                    <a:lnL w="9525" cap="flat" cmpd="sng" algn="ctr">
                      <a:solidFill>
                        <a:srgbClr val="FCFBFF"/>
                      </a:solidFill>
                      <a:prstDash val="solid"/>
                      <a:round/>
                      <a:headEnd type="none" w="med" len="med"/>
                      <a:tailEnd type="none" w="med" len="med"/>
                    </a:lnL>
                    <a:lnR w="9525" cap="flat" cmpd="sng" algn="ctr">
                      <a:solidFill>
                        <a:srgbClr val="FCFBFF"/>
                      </a:solidFill>
                      <a:prstDash val="solid"/>
                      <a:round/>
                      <a:headEnd type="none" w="med" len="med"/>
                      <a:tailEnd type="none" w="med" len="med"/>
                    </a:lnR>
                    <a:lnT w="9525" cap="flat" cmpd="sng" algn="ctr">
                      <a:solidFill>
                        <a:srgbClr val="FCFBFF"/>
                      </a:solidFill>
                      <a:prstDash val="solid"/>
                      <a:round/>
                      <a:headEnd type="none" w="med" len="med"/>
                      <a:tailEnd type="none" w="med" len="med"/>
                    </a:lnT>
                    <a:lnB w="9525" cap="flat" cmpd="sng" algn="ctr">
                      <a:solidFill>
                        <a:srgbClr val="FCFBFF"/>
                      </a:solidFill>
                      <a:prstDash val="solid"/>
                      <a:round/>
                      <a:headEnd type="none" w="med" len="med"/>
                      <a:tailEnd type="none" w="med" len="med"/>
                    </a:lnB>
                    <a:solidFill>
                      <a:srgbClr val="F3F4F8"/>
                    </a:solidFill>
                  </a:tcPr>
                </a:tc>
                <a:tc>
                  <a:txBody>
                    <a:bodyPr/>
                    <a:lstStyle/>
                    <a:p>
                      <a:pPr algn="ctr"/>
                      <a:r>
                        <a:rPr lang="es-CO" sz="1700">
                          <a:solidFill>
                            <a:srgbClr val="1A1A1A"/>
                          </a:solidFill>
                          <a:effectLst/>
                          <a:highlight>
                            <a:srgbClr val="F3F4F8"/>
                          </a:highlight>
                          <a:latin typeface="Calibri" panose="020F0502020204030204" pitchFamily="34" charset="0"/>
                        </a:rPr>
                        <a:t>Cumplimiento &lt; 85%</a:t>
                      </a:r>
                      <a:endParaRPr lang="es-CO" sz="1700">
                        <a:effectLst/>
                        <a:highlight>
                          <a:srgbClr val="F3F4F8"/>
                        </a:highlight>
                      </a:endParaRPr>
                    </a:p>
                  </a:txBody>
                  <a:tcPr marL="44863" marR="44863" marT="0" marB="0" anchor="ctr">
                    <a:lnL w="9525" cap="flat" cmpd="sng" algn="ctr">
                      <a:solidFill>
                        <a:srgbClr val="FCFBFF"/>
                      </a:solidFill>
                      <a:prstDash val="solid"/>
                      <a:round/>
                      <a:headEnd type="none" w="med" len="med"/>
                      <a:tailEnd type="none" w="med" len="med"/>
                    </a:lnL>
                    <a:lnR w="9525" cap="flat" cmpd="sng" algn="ctr">
                      <a:solidFill>
                        <a:srgbClr val="FCFBFF"/>
                      </a:solidFill>
                      <a:prstDash val="solid"/>
                      <a:round/>
                      <a:headEnd type="none" w="med" len="med"/>
                      <a:tailEnd type="none" w="med" len="med"/>
                    </a:lnR>
                    <a:lnT w="9525" cap="flat" cmpd="sng" algn="ctr">
                      <a:solidFill>
                        <a:srgbClr val="FCFBFF"/>
                      </a:solidFill>
                      <a:prstDash val="solid"/>
                      <a:round/>
                      <a:headEnd type="none" w="med" len="med"/>
                      <a:tailEnd type="none" w="med" len="med"/>
                    </a:lnT>
                    <a:lnB w="9525" cap="flat" cmpd="sng" algn="ctr">
                      <a:solidFill>
                        <a:srgbClr val="FCFBFF"/>
                      </a:solidFill>
                      <a:prstDash val="solid"/>
                      <a:round/>
                      <a:headEnd type="none" w="med" len="med"/>
                      <a:tailEnd type="none" w="med" len="med"/>
                    </a:lnB>
                    <a:solidFill>
                      <a:srgbClr val="F3F4F8"/>
                    </a:solidFill>
                  </a:tcPr>
                </a:tc>
                <a:tc>
                  <a:txBody>
                    <a:bodyPr/>
                    <a:lstStyle/>
                    <a:p>
                      <a:pPr algn="ctr"/>
                      <a:r>
                        <a:rPr lang="es-CO" sz="1700">
                          <a:solidFill>
                            <a:srgbClr val="1A1A1A"/>
                          </a:solidFill>
                          <a:effectLst/>
                          <a:highlight>
                            <a:srgbClr val="F3F4F8"/>
                          </a:highlight>
                          <a:latin typeface="Calibri" panose="020F0502020204030204" pitchFamily="34" charset="0"/>
                        </a:rPr>
                        <a:t>3 %</a:t>
                      </a:r>
                      <a:endParaRPr lang="es-CO" sz="1700">
                        <a:effectLst/>
                        <a:highlight>
                          <a:srgbClr val="F3F4F8"/>
                        </a:highlight>
                      </a:endParaRPr>
                    </a:p>
                  </a:txBody>
                  <a:tcPr marL="44863" marR="44863" marT="0" marB="0" anchor="ctr">
                    <a:lnL w="9525" cap="flat" cmpd="sng" algn="ctr">
                      <a:solidFill>
                        <a:srgbClr val="FCFBFF"/>
                      </a:solidFill>
                      <a:prstDash val="solid"/>
                      <a:round/>
                      <a:headEnd type="none" w="med" len="med"/>
                      <a:tailEnd type="none" w="med" len="med"/>
                    </a:lnL>
                    <a:lnR w="9525" cap="flat" cmpd="sng" algn="ctr">
                      <a:solidFill>
                        <a:srgbClr val="FCFBFF"/>
                      </a:solidFill>
                      <a:prstDash val="solid"/>
                      <a:round/>
                      <a:headEnd type="none" w="med" len="med"/>
                      <a:tailEnd type="none" w="med" len="med"/>
                    </a:lnR>
                    <a:lnT w="9525" cap="flat" cmpd="sng" algn="ctr">
                      <a:solidFill>
                        <a:srgbClr val="FCFBFF"/>
                      </a:solidFill>
                      <a:prstDash val="solid"/>
                      <a:round/>
                      <a:headEnd type="none" w="med" len="med"/>
                      <a:tailEnd type="none" w="med" len="med"/>
                    </a:lnT>
                    <a:lnB w="9525" cap="flat" cmpd="sng" algn="ctr">
                      <a:solidFill>
                        <a:srgbClr val="FCFBFF"/>
                      </a:solidFill>
                      <a:prstDash val="solid"/>
                      <a:round/>
                      <a:headEnd type="none" w="med" len="med"/>
                      <a:tailEnd type="none" w="med" len="med"/>
                    </a:lnB>
                    <a:solidFill>
                      <a:srgbClr val="F3F4F8"/>
                    </a:solidFill>
                  </a:tcPr>
                </a:tc>
                <a:extLst>
                  <a:ext uri="{0D108BD9-81ED-4DB2-BD59-A6C34878D82A}">
                    <a16:rowId xmlns:a16="http://schemas.microsoft.com/office/drawing/2014/main" val="1059322189"/>
                  </a:ext>
                </a:extLst>
              </a:tr>
              <a:tr h="549769">
                <a:tc>
                  <a:txBody>
                    <a:bodyPr/>
                    <a:lstStyle/>
                    <a:p>
                      <a:pPr algn="ctr"/>
                      <a:r>
                        <a:rPr lang="es-CO" sz="1700">
                          <a:solidFill>
                            <a:srgbClr val="1A1A1A"/>
                          </a:solidFill>
                          <a:effectLst/>
                          <a:highlight>
                            <a:srgbClr val="FBFCFD"/>
                          </a:highlight>
                          <a:latin typeface="Calibri" panose="020F0502020204030204" pitchFamily="34" charset="0"/>
                        </a:rPr>
                        <a:t>2</a:t>
                      </a:r>
                      <a:endParaRPr lang="es-CO" sz="1700">
                        <a:effectLst/>
                        <a:highlight>
                          <a:srgbClr val="FBFCFD"/>
                        </a:highlight>
                      </a:endParaRPr>
                    </a:p>
                  </a:txBody>
                  <a:tcPr marL="44863" marR="44863" marT="0" marB="0" anchor="ctr">
                    <a:lnL w="9525" cap="flat" cmpd="sng" algn="ctr">
                      <a:solidFill>
                        <a:srgbClr val="FCFBFF"/>
                      </a:solidFill>
                      <a:prstDash val="solid"/>
                      <a:round/>
                      <a:headEnd type="none" w="med" len="med"/>
                      <a:tailEnd type="none" w="med" len="med"/>
                    </a:lnL>
                    <a:lnR w="9525" cap="flat" cmpd="sng" algn="ctr">
                      <a:solidFill>
                        <a:srgbClr val="FCFBFF"/>
                      </a:solidFill>
                      <a:prstDash val="solid"/>
                      <a:round/>
                      <a:headEnd type="none" w="med" len="med"/>
                      <a:tailEnd type="none" w="med" len="med"/>
                    </a:lnR>
                    <a:lnT w="9525" cap="flat" cmpd="sng" algn="ctr">
                      <a:solidFill>
                        <a:srgbClr val="FCFBFF"/>
                      </a:solidFill>
                      <a:prstDash val="solid"/>
                      <a:round/>
                      <a:headEnd type="none" w="med" len="med"/>
                      <a:tailEnd type="none" w="med" len="med"/>
                    </a:lnT>
                    <a:lnB w="9525" cap="flat" cmpd="sng" algn="ctr">
                      <a:solidFill>
                        <a:srgbClr val="FCFBFF"/>
                      </a:solidFill>
                      <a:prstDash val="solid"/>
                      <a:round/>
                      <a:headEnd type="none" w="med" len="med"/>
                      <a:tailEnd type="none" w="med" len="med"/>
                    </a:lnB>
                    <a:solidFill>
                      <a:srgbClr val="FBFCFD"/>
                    </a:solidFill>
                  </a:tcPr>
                </a:tc>
                <a:tc>
                  <a:txBody>
                    <a:bodyPr/>
                    <a:lstStyle/>
                    <a:p>
                      <a:pPr algn="ctr"/>
                      <a:r>
                        <a:rPr lang="es-CO" sz="1700">
                          <a:solidFill>
                            <a:srgbClr val="1A1A1A"/>
                          </a:solidFill>
                          <a:effectLst/>
                          <a:highlight>
                            <a:srgbClr val="FBFCFD"/>
                          </a:highlight>
                          <a:latin typeface="Calibri" panose="020F0502020204030204" pitchFamily="34" charset="0"/>
                        </a:rPr>
                        <a:t>Cumplimiento = 100%</a:t>
                      </a:r>
                      <a:endParaRPr lang="es-CO" sz="1700">
                        <a:effectLst/>
                        <a:highlight>
                          <a:srgbClr val="FBFCFD"/>
                        </a:highlight>
                      </a:endParaRPr>
                    </a:p>
                  </a:txBody>
                  <a:tcPr marL="44863" marR="44863" marT="0" marB="0" anchor="ctr">
                    <a:lnL w="9525" cap="flat" cmpd="sng" algn="ctr">
                      <a:solidFill>
                        <a:srgbClr val="FCFBFF"/>
                      </a:solidFill>
                      <a:prstDash val="solid"/>
                      <a:round/>
                      <a:headEnd type="none" w="med" len="med"/>
                      <a:tailEnd type="none" w="med" len="med"/>
                    </a:lnL>
                    <a:lnR w="9525" cap="flat" cmpd="sng" algn="ctr">
                      <a:solidFill>
                        <a:srgbClr val="FCFBFF"/>
                      </a:solidFill>
                      <a:prstDash val="solid"/>
                      <a:round/>
                      <a:headEnd type="none" w="med" len="med"/>
                      <a:tailEnd type="none" w="med" len="med"/>
                    </a:lnR>
                    <a:lnT w="9525" cap="flat" cmpd="sng" algn="ctr">
                      <a:solidFill>
                        <a:srgbClr val="FCFBFF"/>
                      </a:solidFill>
                      <a:prstDash val="solid"/>
                      <a:round/>
                      <a:headEnd type="none" w="med" len="med"/>
                      <a:tailEnd type="none" w="med" len="med"/>
                    </a:lnT>
                    <a:lnB w="9525" cap="flat" cmpd="sng" algn="ctr">
                      <a:solidFill>
                        <a:srgbClr val="FCFBFF"/>
                      </a:solidFill>
                      <a:prstDash val="solid"/>
                      <a:round/>
                      <a:headEnd type="none" w="med" len="med"/>
                      <a:tailEnd type="none" w="med" len="med"/>
                    </a:lnB>
                    <a:solidFill>
                      <a:srgbClr val="FBFCFD"/>
                    </a:solidFill>
                  </a:tcPr>
                </a:tc>
                <a:tc>
                  <a:txBody>
                    <a:bodyPr/>
                    <a:lstStyle/>
                    <a:p>
                      <a:pPr algn="ctr"/>
                      <a:r>
                        <a:rPr lang="es-CO" sz="1700">
                          <a:solidFill>
                            <a:srgbClr val="1A1A1A"/>
                          </a:solidFill>
                          <a:effectLst/>
                          <a:highlight>
                            <a:srgbClr val="FBFCFD"/>
                          </a:highlight>
                          <a:latin typeface="Calibri" panose="020F0502020204030204" pitchFamily="34" charset="0"/>
                        </a:rPr>
                        <a:t>4</a:t>
                      </a:r>
                      <a:endParaRPr lang="es-CO" sz="1700">
                        <a:effectLst/>
                        <a:highlight>
                          <a:srgbClr val="FBFCFD"/>
                        </a:highlight>
                      </a:endParaRPr>
                    </a:p>
                  </a:txBody>
                  <a:tcPr marL="44863" marR="44863" marT="0" marB="0" anchor="ctr">
                    <a:lnL w="9525" cap="flat" cmpd="sng" algn="ctr">
                      <a:solidFill>
                        <a:srgbClr val="FCFBFF"/>
                      </a:solidFill>
                      <a:prstDash val="solid"/>
                      <a:round/>
                      <a:headEnd type="none" w="med" len="med"/>
                      <a:tailEnd type="none" w="med" len="med"/>
                    </a:lnL>
                    <a:lnR w="9525" cap="flat" cmpd="sng" algn="ctr">
                      <a:solidFill>
                        <a:srgbClr val="FCFBFF"/>
                      </a:solidFill>
                      <a:prstDash val="solid"/>
                      <a:round/>
                      <a:headEnd type="none" w="med" len="med"/>
                      <a:tailEnd type="none" w="med" len="med"/>
                    </a:lnR>
                    <a:lnT w="9525" cap="flat" cmpd="sng" algn="ctr">
                      <a:solidFill>
                        <a:srgbClr val="FCFBFF"/>
                      </a:solidFill>
                      <a:prstDash val="solid"/>
                      <a:round/>
                      <a:headEnd type="none" w="med" len="med"/>
                      <a:tailEnd type="none" w="med" len="med"/>
                    </a:lnT>
                    <a:lnB w="9525" cap="flat" cmpd="sng" algn="ctr">
                      <a:solidFill>
                        <a:srgbClr val="FCFBFF"/>
                      </a:solidFill>
                      <a:prstDash val="solid"/>
                      <a:round/>
                      <a:headEnd type="none" w="med" len="med"/>
                      <a:tailEnd type="none" w="med" len="med"/>
                    </a:lnB>
                    <a:solidFill>
                      <a:srgbClr val="FBFCFD"/>
                    </a:solidFill>
                  </a:tcPr>
                </a:tc>
                <a:tc>
                  <a:txBody>
                    <a:bodyPr/>
                    <a:lstStyle/>
                    <a:p>
                      <a:pPr algn="ctr"/>
                      <a:r>
                        <a:rPr lang="es-CO" sz="1700">
                          <a:solidFill>
                            <a:srgbClr val="1A1A1A"/>
                          </a:solidFill>
                          <a:effectLst/>
                          <a:highlight>
                            <a:srgbClr val="FBFCFD"/>
                          </a:highlight>
                          <a:latin typeface="Calibri" panose="020F0502020204030204" pitchFamily="34" charset="0"/>
                        </a:rPr>
                        <a:t>$ 3.200.000</a:t>
                      </a:r>
                      <a:endParaRPr lang="es-CO" sz="1700">
                        <a:effectLst/>
                        <a:highlight>
                          <a:srgbClr val="FBFCFD"/>
                        </a:highlight>
                      </a:endParaRPr>
                    </a:p>
                  </a:txBody>
                  <a:tcPr marL="44863" marR="44863" marT="0" marB="0" anchor="ctr">
                    <a:lnL w="9525" cap="flat" cmpd="sng" algn="ctr">
                      <a:solidFill>
                        <a:srgbClr val="FCFBFF"/>
                      </a:solidFill>
                      <a:prstDash val="solid"/>
                      <a:round/>
                      <a:headEnd type="none" w="med" len="med"/>
                      <a:tailEnd type="none" w="med" len="med"/>
                    </a:lnL>
                    <a:lnR w="9525" cap="flat" cmpd="sng" algn="ctr">
                      <a:solidFill>
                        <a:srgbClr val="FCFBFF"/>
                      </a:solidFill>
                      <a:prstDash val="solid"/>
                      <a:round/>
                      <a:headEnd type="none" w="med" len="med"/>
                      <a:tailEnd type="none" w="med" len="med"/>
                    </a:lnR>
                    <a:lnT w="9525" cap="flat" cmpd="sng" algn="ctr">
                      <a:solidFill>
                        <a:srgbClr val="FCFBFF"/>
                      </a:solidFill>
                      <a:prstDash val="solid"/>
                      <a:round/>
                      <a:headEnd type="none" w="med" len="med"/>
                      <a:tailEnd type="none" w="med" len="med"/>
                    </a:lnT>
                    <a:lnB w="9525" cap="flat" cmpd="sng" algn="ctr">
                      <a:solidFill>
                        <a:srgbClr val="FCFBFF"/>
                      </a:solidFill>
                      <a:prstDash val="solid"/>
                      <a:round/>
                      <a:headEnd type="none" w="med" len="med"/>
                      <a:tailEnd type="none" w="med" len="med"/>
                    </a:lnB>
                    <a:solidFill>
                      <a:srgbClr val="FBFCFD"/>
                    </a:solidFill>
                  </a:tcPr>
                </a:tc>
                <a:tc>
                  <a:txBody>
                    <a:bodyPr/>
                    <a:lstStyle/>
                    <a:p>
                      <a:pPr algn="ctr"/>
                      <a:r>
                        <a:rPr lang="es-CO" sz="1700">
                          <a:solidFill>
                            <a:srgbClr val="1A1A1A"/>
                          </a:solidFill>
                          <a:effectLst/>
                          <a:highlight>
                            <a:srgbClr val="FBFCFD"/>
                          </a:highlight>
                          <a:latin typeface="Calibri" panose="020F0502020204030204" pitchFamily="34" charset="0"/>
                        </a:rPr>
                        <a:t>$ 12.800.000</a:t>
                      </a:r>
                      <a:endParaRPr lang="es-CO" sz="1700">
                        <a:effectLst/>
                        <a:highlight>
                          <a:srgbClr val="FBFCFD"/>
                        </a:highlight>
                      </a:endParaRPr>
                    </a:p>
                  </a:txBody>
                  <a:tcPr marL="44863" marR="44863" marT="0" marB="0" anchor="ctr">
                    <a:lnL w="9525" cap="flat" cmpd="sng" algn="ctr">
                      <a:solidFill>
                        <a:srgbClr val="FCFBFF"/>
                      </a:solidFill>
                      <a:prstDash val="solid"/>
                      <a:round/>
                      <a:headEnd type="none" w="med" len="med"/>
                      <a:tailEnd type="none" w="med" len="med"/>
                    </a:lnL>
                    <a:lnR w="9525" cap="flat" cmpd="sng" algn="ctr">
                      <a:solidFill>
                        <a:srgbClr val="FCFBFF"/>
                      </a:solidFill>
                      <a:prstDash val="solid"/>
                      <a:round/>
                      <a:headEnd type="none" w="med" len="med"/>
                      <a:tailEnd type="none" w="med" len="med"/>
                    </a:lnR>
                    <a:lnT w="9525" cap="flat" cmpd="sng" algn="ctr">
                      <a:solidFill>
                        <a:srgbClr val="FCFBFF"/>
                      </a:solidFill>
                      <a:prstDash val="solid"/>
                      <a:round/>
                      <a:headEnd type="none" w="med" len="med"/>
                      <a:tailEnd type="none" w="med" len="med"/>
                    </a:lnT>
                    <a:lnB w="9525" cap="flat" cmpd="sng" algn="ctr">
                      <a:solidFill>
                        <a:srgbClr val="FCFBFF"/>
                      </a:solidFill>
                      <a:prstDash val="solid"/>
                      <a:round/>
                      <a:headEnd type="none" w="med" len="med"/>
                      <a:tailEnd type="none" w="med" len="med"/>
                    </a:lnB>
                    <a:solidFill>
                      <a:srgbClr val="FBFCFD"/>
                    </a:solidFill>
                  </a:tcPr>
                </a:tc>
                <a:tc>
                  <a:txBody>
                    <a:bodyPr/>
                    <a:lstStyle/>
                    <a:p>
                      <a:pPr algn="ctr"/>
                      <a:r>
                        <a:rPr lang="es-CO" sz="1700">
                          <a:solidFill>
                            <a:srgbClr val="1A1A1A"/>
                          </a:solidFill>
                          <a:effectLst/>
                          <a:highlight>
                            <a:srgbClr val="FBFCFD"/>
                          </a:highlight>
                          <a:latin typeface="Calibri" panose="020F0502020204030204" pitchFamily="34" charset="0"/>
                        </a:rPr>
                        <a:t>4</a:t>
                      </a:r>
                      <a:endParaRPr lang="es-CO" sz="1700">
                        <a:effectLst/>
                        <a:highlight>
                          <a:srgbClr val="FBFCFD"/>
                        </a:highlight>
                      </a:endParaRPr>
                    </a:p>
                  </a:txBody>
                  <a:tcPr marL="44863" marR="44863" marT="0" marB="0" anchor="ctr">
                    <a:lnL w="9525" cap="flat" cmpd="sng" algn="ctr">
                      <a:solidFill>
                        <a:srgbClr val="FCFBFF"/>
                      </a:solidFill>
                      <a:prstDash val="solid"/>
                      <a:round/>
                      <a:headEnd type="none" w="med" len="med"/>
                      <a:tailEnd type="none" w="med" len="med"/>
                    </a:lnL>
                    <a:lnR w="9525" cap="flat" cmpd="sng" algn="ctr">
                      <a:solidFill>
                        <a:srgbClr val="FCFBFF"/>
                      </a:solidFill>
                      <a:prstDash val="solid"/>
                      <a:round/>
                      <a:headEnd type="none" w="med" len="med"/>
                      <a:tailEnd type="none" w="med" len="med"/>
                    </a:lnR>
                    <a:lnT w="9525" cap="flat" cmpd="sng" algn="ctr">
                      <a:solidFill>
                        <a:srgbClr val="FCFBFF"/>
                      </a:solidFill>
                      <a:prstDash val="solid"/>
                      <a:round/>
                      <a:headEnd type="none" w="med" len="med"/>
                      <a:tailEnd type="none" w="med" len="med"/>
                    </a:lnT>
                    <a:lnB w="9525" cap="flat" cmpd="sng" algn="ctr">
                      <a:solidFill>
                        <a:srgbClr val="FCFBFF"/>
                      </a:solidFill>
                      <a:prstDash val="solid"/>
                      <a:round/>
                      <a:headEnd type="none" w="med" len="med"/>
                      <a:tailEnd type="none" w="med" len="med"/>
                    </a:lnB>
                    <a:solidFill>
                      <a:srgbClr val="FBFCFD"/>
                    </a:solidFill>
                  </a:tcPr>
                </a:tc>
                <a:tc>
                  <a:txBody>
                    <a:bodyPr/>
                    <a:lstStyle/>
                    <a:p>
                      <a:pPr algn="ctr"/>
                      <a:r>
                        <a:rPr lang="es-CO" sz="1700">
                          <a:solidFill>
                            <a:srgbClr val="1A1A1A"/>
                          </a:solidFill>
                          <a:effectLst/>
                          <a:highlight>
                            <a:srgbClr val="FBFCFD"/>
                          </a:highlight>
                          <a:latin typeface="Calibri" panose="020F0502020204030204" pitchFamily="34" charset="0"/>
                        </a:rPr>
                        <a:t>Cumplimiento &gt;= 100%</a:t>
                      </a:r>
                      <a:endParaRPr lang="es-CO" sz="1700">
                        <a:effectLst/>
                        <a:highlight>
                          <a:srgbClr val="FBFCFD"/>
                        </a:highlight>
                      </a:endParaRPr>
                    </a:p>
                  </a:txBody>
                  <a:tcPr marL="44863" marR="44863" marT="0" marB="0" anchor="ctr">
                    <a:lnL w="9525" cap="flat" cmpd="sng" algn="ctr">
                      <a:solidFill>
                        <a:srgbClr val="FCFBFF"/>
                      </a:solidFill>
                      <a:prstDash val="solid"/>
                      <a:round/>
                      <a:headEnd type="none" w="med" len="med"/>
                      <a:tailEnd type="none" w="med" len="med"/>
                    </a:lnL>
                    <a:lnR w="9525" cap="flat" cmpd="sng" algn="ctr">
                      <a:solidFill>
                        <a:srgbClr val="FCFBFF"/>
                      </a:solidFill>
                      <a:prstDash val="solid"/>
                      <a:round/>
                      <a:headEnd type="none" w="med" len="med"/>
                      <a:tailEnd type="none" w="med" len="med"/>
                    </a:lnR>
                    <a:lnT w="9525" cap="flat" cmpd="sng" algn="ctr">
                      <a:solidFill>
                        <a:srgbClr val="FCFBFF"/>
                      </a:solidFill>
                      <a:prstDash val="solid"/>
                      <a:round/>
                      <a:headEnd type="none" w="med" len="med"/>
                      <a:tailEnd type="none" w="med" len="med"/>
                    </a:lnT>
                    <a:lnB w="9525" cap="flat" cmpd="sng" algn="ctr">
                      <a:solidFill>
                        <a:srgbClr val="FCFBFF"/>
                      </a:solidFill>
                      <a:prstDash val="solid"/>
                      <a:round/>
                      <a:headEnd type="none" w="med" len="med"/>
                      <a:tailEnd type="none" w="med" len="med"/>
                    </a:lnB>
                    <a:solidFill>
                      <a:srgbClr val="FBFCFD"/>
                    </a:solidFill>
                  </a:tcPr>
                </a:tc>
                <a:tc>
                  <a:txBody>
                    <a:bodyPr/>
                    <a:lstStyle/>
                    <a:p>
                      <a:pPr algn="ctr"/>
                      <a:r>
                        <a:rPr lang="es-CO" sz="1700">
                          <a:solidFill>
                            <a:srgbClr val="1A1A1A"/>
                          </a:solidFill>
                          <a:effectLst/>
                          <a:highlight>
                            <a:srgbClr val="FBFCFD"/>
                          </a:highlight>
                          <a:latin typeface="Calibri" panose="020F0502020204030204" pitchFamily="34" charset="0"/>
                        </a:rPr>
                        <a:t>5 %</a:t>
                      </a:r>
                      <a:endParaRPr lang="es-CO" sz="1700">
                        <a:effectLst/>
                        <a:highlight>
                          <a:srgbClr val="FBFCFD"/>
                        </a:highlight>
                      </a:endParaRPr>
                    </a:p>
                  </a:txBody>
                  <a:tcPr marL="44863" marR="44863" marT="0" marB="0" anchor="ctr">
                    <a:lnL w="9525" cap="flat" cmpd="sng" algn="ctr">
                      <a:solidFill>
                        <a:srgbClr val="FCFBFF"/>
                      </a:solidFill>
                      <a:prstDash val="solid"/>
                      <a:round/>
                      <a:headEnd type="none" w="med" len="med"/>
                      <a:tailEnd type="none" w="med" len="med"/>
                    </a:lnL>
                    <a:lnR w="9525" cap="flat" cmpd="sng" algn="ctr">
                      <a:solidFill>
                        <a:srgbClr val="FCFBFF"/>
                      </a:solidFill>
                      <a:prstDash val="solid"/>
                      <a:round/>
                      <a:headEnd type="none" w="med" len="med"/>
                      <a:tailEnd type="none" w="med" len="med"/>
                    </a:lnR>
                    <a:lnT w="9525" cap="flat" cmpd="sng" algn="ctr">
                      <a:solidFill>
                        <a:srgbClr val="FCFBFF"/>
                      </a:solidFill>
                      <a:prstDash val="solid"/>
                      <a:round/>
                      <a:headEnd type="none" w="med" len="med"/>
                      <a:tailEnd type="none" w="med" len="med"/>
                    </a:lnT>
                    <a:lnB w="9525" cap="flat" cmpd="sng" algn="ctr">
                      <a:solidFill>
                        <a:srgbClr val="FCFBFF"/>
                      </a:solidFill>
                      <a:prstDash val="solid"/>
                      <a:round/>
                      <a:headEnd type="none" w="med" len="med"/>
                      <a:tailEnd type="none" w="med" len="med"/>
                    </a:lnB>
                    <a:solidFill>
                      <a:srgbClr val="FBFCFD"/>
                    </a:solidFill>
                  </a:tcPr>
                </a:tc>
                <a:extLst>
                  <a:ext uri="{0D108BD9-81ED-4DB2-BD59-A6C34878D82A}">
                    <a16:rowId xmlns:a16="http://schemas.microsoft.com/office/drawing/2014/main" val="684314504"/>
                  </a:ext>
                </a:extLst>
              </a:tr>
              <a:tr h="549769">
                <a:tc>
                  <a:txBody>
                    <a:bodyPr/>
                    <a:lstStyle/>
                    <a:p>
                      <a:pPr algn="ctr"/>
                      <a:r>
                        <a:rPr lang="es-CO" sz="1700">
                          <a:solidFill>
                            <a:srgbClr val="1A1A1A"/>
                          </a:solidFill>
                          <a:effectLst/>
                          <a:highlight>
                            <a:srgbClr val="F3F4F8"/>
                          </a:highlight>
                          <a:latin typeface="Calibri" panose="020F0502020204030204" pitchFamily="34" charset="0"/>
                        </a:rPr>
                        <a:t>3</a:t>
                      </a:r>
                      <a:endParaRPr lang="es-CO" sz="1700">
                        <a:effectLst/>
                        <a:highlight>
                          <a:srgbClr val="F3F4F8"/>
                        </a:highlight>
                      </a:endParaRPr>
                    </a:p>
                  </a:txBody>
                  <a:tcPr marL="44863" marR="44863" marT="0" marB="0" anchor="ctr">
                    <a:lnL w="9525" cap="flat" cmpd="sng" algn="ctr">
                      <a:solidFill>
                        <a:srgbClr val="FCFBFF"/>
                      </a:solidFill>
                      <a:prstDash val="solid"/>
                      <a:round/>
                      <a:headEnd type="none" w="med" len="med"/>
                      <a:tailEnd type="none" w="med" len="med"/>
                    </a:lnL>
                    <a:lnR w="9525" cap="flat" cmpd="sng" algn="ctr">
                      <a:solidFill>
                        <a:srgbClr val="FCFBFF"/>
                      </a:solidFill>
                      <a:prstDash val="solid"/>
                      <a:round/>
                      <a:headEnd type="none" w="med" len="med"/>
                      <a:tailEnd type="none" w="med" len="med"/>
                    </a:lnR>
                    <a:lnT w="9525" cap="flat" cmpd="sng" algn="ctr">
                      <a:solidFill>
                        <a:srgbClr val="FCFBFF"/>
                      </a:solidFill>
                      <a:prstDash val="solid"/>
                      <a:round/>
                      <a:headEnd type="none" w="med" len="med"/>
                      <a:tailEnd type="none" w="med" len="med"/>
                    </a:lnT>
                    <a:lnB w="9525" cap="flat" cmpd="sng" algn="ctr">
                      <a:solidFill>
                        <a:srgbClr val="FCFBFF"/>
                      </a:solidFill>
                      <a:prstDash val="solid"/>
                      <a:round/>
                      <a:headEnd type="none" w="med" len="med"/>
                      <a:tailEnd type="none" w="med" len="med"/>
                    </a:lnB>
                    <a:solidFill>
                      <a:srgbClr val="F3F4F8"/>
                    </a:solidFill>
                  </a:tcPr>
                </a:tc>
                <a:tc>
                  <a:txBody>
                    <a:bodyPr/>
                    <a:lstStyle/>
                    <a:p>
                      <a:pPr algn="ctr"/>
                      <a:r>
                        <a:rPr lang="es-CO" sz="1700">
                          <a:solidFill>
                            <a:srgbClr val="1A1A1A"/>
                          </a:solidFill>
                          <a:effectLst/>
                          <a:highlight>
                            <a:srgbClr val="F3F4F8"/>
                          </a:highlight>
                          <a:latin typeface="Calibri" panose="020F0502020204030204" pitchFamily="34" charset="0"/>
                        </a:rPr>
                        <a:t>Cumplimiento &gt;= 100%</a:t>
                      </a:r>
                      <a:endParaRPr lang="es-CO" sz="1700">
                        <a:effectLst/>
                        <a:highlight>
                          <a:srgbClr val="F3F4F8"/>
                        </a:highlight>
                      </a:endParaRPr>
                    </a:p>
                  </a:txBody>
                  <a:tcPr marL="44863" marR="44863" marT="0" marB="0" anchor="ctr">
                    <a:lnL w="9525" cap="flat" cmpd="sng" algn="ctr">
                      <a:solidFill>
                        <a:srgbClr val="FCFBFF"/>
                      </a:solidFill>
                      <a:prstDash val="solid"/>
                      <a:round/>
                      <a:headEnd type="none" w="med" len="med"/>
                      <a:tailEnd type="none" w="med" len="med"/>
                    </a:lnL>
                    <a:lnR w="9525" cap="flat" cmpd="sng" algn="ctr">
                      <a:solidFill>
                        <a:srgbClr val="FCFBFF"/>
                      </a:solidFill>
                      <a:prstDash val="solid"/>
                      <a:round/>
                      <a:headEnd type="none" w="med" len="med"/>
                      <a:tailEnd type="none" w="med" len="med"/>
                    </a:lnR>
                    <a:lnT w="9525" cap="flat" cmpd="sng" algn="ctr">
                      <a:solidFill>
                        <a:srgbClr val="FCFBFF"/>
                      </a:solidFill>
                      <a:prstDash val="solid"/>
                      <a:round/>
                      <a:headEnd type="none" w="med" len="med"/>
                      <a:tailEnd type="none" w="med" len="med"/>
                    </a:lnT>
                    <a:lnB w="9525" cap="flat" cmpd="sng" algn="ctr">
                      <a:solidFill>
                        <a:srgbClr val="FCFBFF"/>
                      </a:solidFill>
                      <a:prstDash val="solid"/>
                      <a:round/>
                      <a:headEnd type="none" w="med" len="med"/>
                      <a:tailEnd type="none" w="med" len="med"/>
                    </a:lnB>
                    <a:solidFill>
                      <a:srgbClr val="F3F4F8"/>
                    </a:solidFill>
                  </a:tcPr>
                </a:tc>
                <a:tc>
                  <a:txBody>
                    <a:bodyPr/>
                    <a:lstStyle/>
                    <a:p>
                      <a:pPr algn="ctr"/>
                      <a:r>
                        <a:rPr lang="es-CO" sz="1700">
                          <a:solidFill>
                            <a:srgbClr val="1A1A1A"/>
                          </a:solidFill>
                          <a:effectLst/>
                          <a:highlight>
                            <a:srgbClr val="F3F4F8"/>
                          </a:highlight>
                          <a:latin typeface="Calibri" panose="020F0502020204030204" pitchFamily="34" charset="0"/>
                        </a:rPr>
                        <a:t>4</a:t>
                      </a:r>
                      <a:endParaRPr lang="es-CO" sz="1700">
                        <a:effectLst/>
                        <a:highlight>
                          <a:srgbClr val="F3F4F8"/>
                        </a:highlight>
                      </a:endParaRPr>
                    </a:p>
                  </a:txBody>
                  <a:tcPr marL="44863" marR="44863" marT="0" marB="0" anchor="ctr">
                    <a:lnL w="9525" cap="flat" cmpd="sng" algn="ctr">
                      <a:solidFill>
                        <a:srgbClr val="FCFBFF"/>
                      </a:solidFill>
                      <a:prstDash val="solid"/>
                      <a:round/>
                      <a:headEnd type="none" w="med" len="med"/>
                      <a:tailEnd type="none" w="med" len="med"/>
                    </a:lnL>
                    <a:lnR w="9525" cap="flat" cmpd="sng" algn="ctr">
                      <a:solidFill>
                        <a:srgbClr val="FCFBFF"/>
                      </a:solidFill>
                      <a:prstDash val="solid"/>
                      <a:round/>
                      <a:headEnd type="none" w="med" len="med"/>
                      <a:tailEnd type="none" w="med" len="med"/>
                    </a:lnR>
                    <a:lnT w="9525" cap="flat" cmpd="sng" algn="ctr">
                      <a:solidFill>
                        <a:srgbClr val="FCFBFF"/>
                      </a:solidFill>
                      <a:prstDash val="solid"/>
                      <a:round/>
                      <a:headEnd type="none" w="med" len="med"/>
                      <a:tailEnd type="none" w="med" len="med"/>
                    </a:lnT>
                    <a:lnB w="9525" cap="flat" cmpd="sng" algn="ctr">
                      <a:solidFill>
                        <a:srgbClr val="FCFBFF"/>
                      </a:solidFill>
                      <a:prstDash val="solid"/>
                      <a:round/>
                      <a:headEnd type="none" w="med" len="med"/>
                      <a:tailEnd type="none" w="med" len="med"/>
                    </a:lnB>
                    <a:solidFill>
                      <a:srgbClr val="F3F4F8"/>
                    </a:solidFill>
                  </a:tcPr>
                </a:tc>
                <a:tc>
                  <a:txBody>
                    <a:bodyPr/>
                    <a:lstStyle/>
                    <a:p>
                      <a:pPr algn="ctr"/>
                      <a:r>
                        <a:rPr lang="es-CO" sz="1700">
                          <a:solidFill>
                            <a:srgbClr val="1A1A1A"/>
                          </a:solidFill>
                          <a:effectLst/>
                          <a:highlight>
                            <a:srgbClr val="F3F4F8"/>
                          </a:highlight>
                          <a:latin typeface="Calibri" panose="020F0502020204030204" pitchFamily="34" charset="0"/>
                        </a:rPr>
                        <a:t>$ 4.500.000</a:t>
                      </a:r>
                      <a:endParaRPr lang="es-CO" sz="1700">
                        <a:effectLst/>
                        <a:highlight>
                          <a:srgbClr val="F3F4F8"/>
                        </a:highlight>
                      </a:endParaRPr>
                    </a:p>
                  </a:txBody>
                  <a:tcPr marL="44863" marR="44863" marT="0" marB="0" anchor="ctr">
                    <a:lnL w="9525" cap="flat" cmpd="sng" algn="ctr">
                      <a:solidFill>
                        <a:srgbClr val="FCFBFF"/>
                      </a:solidFill>
                      <a:prstDash val="solid"/>
                      <a:round/>
                      <a:headEnd type="none" w="med" len="med"/>
                      <a:tailEnd type="none" w="med" len="med"/>
                    </a:lnL>
                    <a:lnR w="9525" cap="flat" cmpd="sng" algn="ctr">
                      <a:solidFill>
                        <a:srgbClr val="FCFBFF"/>
                      </a:solidFill>
                      <a:prstDash val="solid"/>
                      <a:round/>
                      <a:headEnd type="none" w="med" len="med"/>
                      <a:tailEnd type="none" w="med" len="med"/>
                    </a:lnR>
                    <a:lnT w="9525" cap="flat" cmpd="sng" algn="ctr">
                      <a:solidFill>
                        <a:srgbClr val="FCFBFF"/>
                      </a:solidFill>
                      <a:prstDash val="solid"/>
                      <a:round/>
                      <a:headEnd type="none" w="med" len="med"/>
                      <a:tailEnd type="none" w="med" len="med"/>
                    </a:lnT>
                    <a:lnB w="9525" cap="flat" cmpd="sng" algn="ctr">
                      <a:solidFill>
                        <a:srgbClr val="FCFBFF"/>
                      </a:solidFill>
                      <a:prstDash val="solid"/>
                      <a:round/>
                      <a:headEnd type="none" w="med" len="med"/>
                      <a:tailEnd type="none" w="med" len="med"/>
                    </a:lnB>
                    <a:solidFill>
                      <a:srgbClr val="F3F4F8"/>
                    </a:solidFill>
                  </a:tcPr>
                </a:tc>
                <a:tc>
                  <a:txBody>
                    <a:bodyPr/>
                    <a:lstStyle/>
                    <a:p>
                      <a:pPr algn="ctr"/>
                      <a:r>
                        <a:rPr lang="es-CO" sz="1700">
                          <a:solidFill>
                            <a:srgbClr val="1A1A1A"/>
                          </a:solidFill>
                          <a:effectLst/>
                          <a:highlight>
                            <a:srgbClr val="F3F4F8"/>
                          </a:highlight>
                          <a:latin typeface="Calibri" panose="020F0502020204030204" pitchFamily="34" charset="0"/>
                        </a:rPr>
                        <a:t>$ 18.000.000</a:t>
                      </a:r>
                      <a:endParaRPr lang="es-CO" sz="1700">
                        <a:effectLst/>
                        <a:highlight>
                          <a:srgbClr val="F3F4F8"/>
                        </a:highlight>
                      </a:endParaRPr>
                    </a:p>
                  </a:txBody>
                  <a:tcPr marL="44863" marR="44863" marT="0" marB="0" anchor="ctr">
                    <a:lnL w="9525" cap="flat" cmpd="sng" algn="ctr">
                      <a:solidFill>
                        <a:srgbClr val="FCFBFF"/>
                      </a:solidFill>
                      <a:prstDash val="solid"/>
                      <a:round/>
                      <a:headEnd type="none" w="med" len="med"/>
                      <a:tailEnd type="none" w="med" len="med"/>
                    </a:lnL>
                    <a:lnR w="9525" cap="flat" cmpd="sng" algn="ctr">
                      <a:solidFill>
                        <a:srgbClr val="FCFBFF"/>
                      </a:solidFill>
                      <a:prstDash val="solid"/>
                      <a:round/>
                      <a:headEnd type="none" w="med" len="med"/>
                      <a:tailEnd type="none" w="med" len="med"/>
                    </a:lnR>
                    <a:lnT w="9525" cap="flat" cmpd="sng" algn="ctr">
                      <a:solidFill>
                        <a:srgbClr val="FCFBFF"/>
                      </a:solidFill>
                      <a:prstDash val="solid"/>
                      <a:round/>
                      <a:headEnd type="none" w="med" len="med"/>
                      <a:tailEnd type="none" w="med" len="med"/>
                    </a:lnT>
                    <a:lnB w="9525" cap="flat" cmpd="sng" algn="ctr">
                      <a:solidFill>
                        <a:srgbClr val="FCFBFF"/>
                      </a:solidFill>
                      <a:prstDash val="solid"/>
                      <a:round/>
                      <a:headEnd type="none" w="med" len="med"/>
                      <a:tailEnd type="none" w="med" len="med"/>
                    </a:lnB>
                    <a:solidFill>
                      <a:srgbClr val="F3F4F8"/>
                    </a:solidFill>
                  </a:tcPr>
                </a:tc>
                <a:tc>
                  <a:txBody>
                    <a:bodyPr/>
                    <a:lstStyle/>
                    <a:p>
                      <a:pPr algn="ctr"/>
                      <a:r>
                        <a:rPr lang="es-CO" sz="1700">
                          <a:solidFill>
                            <a:srgbClr val="1A1A1A"/>
                          </a:solidFill>
                          <a:effectLst/>
                          <a:highlight>
                            <a:srgbClr val="F3F4F8"/>
                          </a:highlight>
                          <a:latin typeface="Calibri" panose="020F0502020204030204" pitchFamily="34" charset="0"/>
                        </a:rPr>
                        <a:t>4</a:t>
                      </a:r>
                      <a:endParaRPr lang="es-CO" sz="1700">
                        <a:effectLst/>
                        <a:highlight>
                          <a:srgbClr val="F3F4F8"/>
                        </a:highlight>
                      </a:endParaRPr>
                    </a:p>
                  </a:txBody>
                  <a:tcPr marL="44863" marR="44863" marT="0" marB="0" anchor="ctr">
                    <a:lnL w="9525" cap="flat" cmpd="sng" algn="ctr">
                      <a:solidFill>
                        <a:srgbClr val="FCFBFF"/>
                      </a:solidFill>
                      <a:prstDash val="solid"/>
                      <a:round/>
                      <a:headEnd type="none" w="med" len="med"/>
                      <a:tailEnd type="none" w="med" len="med"/>
                    </a:lnL>
                    <a:lnR w="9525" cap="flat" cmpd="sng" algn="ctr">
                      <a:solidFill>
                        <a:srgbClr val="FCFBFF"/>
                      </a:solidFill>
                      <a:prstDash val="solid"/>
                      <a:round/>
                      <a:headEnd type="none" w="med" len="med"/>
                      <a:tailEnd type="none" w="med" len="med"/>
                    </a:lnR>
                    <a:lnT w="9525" cap="flat" cmpd="sng" algn="ctr">
                      <a:solidFill>
                        <a:srgbClr val="FCFBFF"/>
                      </a:solidFill>
                      <a:prstDash val="solid"/>
                      <a:round/>
                      <a:headEnd type="none" w="med" len="med"/>
                      <a:tailEnd type="none" w="med" len="med"/>
                    </a:lnT>
                    <a:lnB w="9525" cap="flat" cmpd="sng" algn="ctr">
                      <a:solidFill>
                        <a:srgbClr val="FCFBFF"/>
                      </a:solidFill>
                      <a:prstDash val="solid"/>
                      <a:round/>
                      <a:headEnd type="none" w="med" len="med"/>
                      <a:tailEnd type="none" w="med" len="med"/>
                    </a:lnB>
                    <a:solidFill>
                      <a:srgbClr val="F3F4F8"/>
                    </a:solidFill>
                  </a:tcPr>
                </a:tc>
                <a:tc>
                  <a:txBody>
                    <a:bodyPr/>
                    <a:lstStyle/>
                    <a:p>
                      <a:pPr algn="ctr"/>
                      <a:r>
                        <a:rPr lang="es-CO" sz="1700">
                          <a:solidFill>
                            <a:srgbClr val="1A1A1A"/>
                          </a:solidFill>
                          <a:effectLst/>
                          <a:highlight>
                            <a:srgbClr val="F3F4F8"/>
                          </a:highlight>
                          <a:latin typeface="Calibri" panose="020F0502020204030204" pitchFamily="34" charset="0"/>
                        </a:rPr>
                        <a:t>Cumplimiento &gt;= 105%</a:t>
                      </a:r>
                      <a:endParaRPr lang="es-CO" sz="1700">
                        <a:effectLst/>
                        <a:highlight>
                          <a:srgbClr val="F3F4F8"/>
                        </a:highlight>
                      </a:endParaRPr>
                    </a:p>
                  </a:txBody>
                  <a:tcPr marL="44863" marR="44863" marT="0" marB="0" anchor="ctr">
                    <a:lnL w="9525" cap="flat" cmpd="sng" algn="ctr">
                      <a:solidFill>
                        <a:srgbClr val="FCFBFF"/>
                      </a:solidFill>
                      <a:prstDash val="solid"/>
                      <a:round/>
                      <a:headEnd type="none" w="med" len="med"/>
                      <a:tailEnd type="none" w="med" len="med"/>
                    </a:lnL>
                    <a:lnR w="9525" cap="flat" cmpd="sng" algn="ctr">
                      <a:solidFill>
                        <a:srgbClr val="FCFBFF"/>
                      </a:solidFill>
                      <a:prstDash val="solid"/>
                      <a:round/>
                      <a:headEnd type="none" w="med" len="med"/>
                      <a:tailEnd type="none" w="med" len="med"/>
                    </a:lnR>
                    <a:lnT w="9525" cap="flat" cmpd="sng" algn="ctr">
                      <a:solidFill>
                        <a:srgbClr val="FCFBFF"/>
                      </a:solidFill>
                      <a:prstDash val="solid"/>
                      <a:round/>
                      <a:headEnd type="none" w="med" len="med"/>
                      <a:tailEnd type="none" w="med" len="med"/>
                    </a:lnT>
                    <a:lnB w="9525" cap="flat" cmpd="sng" algn="ctr">
                      <a:solidFill>
                        <a:srgbClr val="FCFBFF"/>
                      </a:solidFill>
                      <a:prstDash val="solid"/>
                      <a:round/>
                      <a:headEnd type="none" w="med" len="med"/>
                      <a:tailEnd type="none" w="med" len="med"/>
                    </a:lnB>
                    <a:solidFill>
                      <a:srgbClr val="F3F4F8"/>
                    </a:solidFill>
                  </a:tcPr>
                </a:tc>
                <a:tc>
                  <a:txBody>
                    <a:bodyPr/>
                    <a:lstStyle/>
                    <a:p>
                      <a:pPr algn="ctr"/>
                      <a:r>
                        <a:rPr lang="es-CO" sz="1700">
                          <a:solidFill>
                            <a:srgbClr val="1A1A1A"/>
                          </a:solidFill>
                          <a:effectLst/>
                          <a:highlight>
                            <a:srgbClr val="F3F4F8"/>
                          </a:highlight>
                          <a:latin typeface="Calibri" panose="020F0502020204030204" pitchFamily="34" charset="0"/>
                        </a:rPr>
                        <a:t>6 %</a:t>
                      </a:r>
                      <a:endParaRPr lang="es-CO" sz="1700">
                        <a:effectLst/>
                        <a:highlight>
                          <a:srgbClr val="F3F4F8"/>
                        </a:highlight>
                      </a:endParaRPr>
                    </a:p>
                  </a:txBody>
                  <a:tcPr marL="44863" marR="44863" marT="0" marB="0" anchor="ctr">
                    <a:lnL w="9525" cap="flat" cmpd="sng" algn="ctr">
                      <a:solidFill>
                        <a:srgbClr val="FCFBFF"/>
                      </a:solidFill>
                      <a:prstDash val="solid"/>
                      <a:round/>
                      <a:headEnd type="none" w="med" len="med"/>
                      <a:tailEnd type="none" w="med" len="med"/>
                    </a:lnL>
                    <a:lnR w="9525" cap="flat" cmpd="sng" algn="ctr">
                      <a:solidFill>
                        <a:srgbClr val="FCFBFF"/>
                      </a:solidFill>
                      <a:prstDash val="solid"/>
                      <a:round/>
                      <a:headEnd type="none" w="med" len="med"/>
                      <a:tailEnd type="none" w="med" len="med"/>
                    </a:lnR>
                    <a:lnT w="9525" cap="flat" cmpd="sng" algn="ctr">
                      <a:solidFill>
                        <a:srgbClr val="FCFBFF"/>
                      </a:solidFill>
                      <a:prstDash val="solid"/>
                      <a:round/>
                      <a:headEnd type="none" w="med" len="med"/>
                      <a:tailEnd type="none" w="med" len="med"/>
                    </a:lnT>
                    <a:lnB w="9525" cap="flat" cmpd="sng" algn="ctr">
                      <a:solidFill>
                        <a:srgbClr val="FCFBFF"/>
                      </a:solidFill>
                      <a:prstDash val="solid"/>
                      <a:round/>
                      <a:headEnd type="none" w="med" len="med"/>
                      <a:tailEnd type="none" w="med" len="med"/>
                    </a:lnB>
                    <a:solidFill>
                      <a:srgbClr val="F3F4F8"/>
                    </a:solidFill>
                  </a:tcPr>
                </a:tc>
                <a:extLst>
                  <a:ext uri="{0D108BD9-81ED-4DB2-BD59-A6C34878D82A}">
                    <a16:rowId xmlns:a16="http://schemas.microsoft.com/office/drawing/2014/main" val="2280357614"/>
                  </a:ext>
                </a:extLst>
              </a:tr>
            </a:tbl>
          </a:graphicData>
        </a:graphic>
      </p:graphicFrame>
    </p:spTree>
    <p:extLst>
      <p:ext uri="{BB962C8B-B14F-4D97-AF65-F5344CB8AC3E}">
        <p14:creationId xmlns:p14="http://schemas.microsoft.com/office/powerpoint/2010/main" val="44121030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Freeform 19"/>
          <p:cNvSpPr/>
          <p:nvPr/>
        </p:nvSpPr>
        <p:spPr>
          <a:xfrm>
            <a:off x="7157724" y="0"/>
            <a:ext cx="5034276" cy="3568522"/>
          </a:xfrm>
          <a:custGeom>
            <a:avLst/>
            <a:gdLst>
              <a:gd name="connsiteX0" fmla="*/ 1947756 w 5034276"/>
              <a:gd name="connsiteY0" fmla="*/ 0 h 3568522"/>
              <a:gd name="connsiteX1" fmla="*/ 5034276 w 5034276"/>
              <a:gd name="connsiteY1" fmla="*/ 0 h 3568522"/>
              <a:gd name="connsiteX2" fmla="*/ 5034276 w 5034276"/>
              <a:gd name="connsiteY2" fmla="*/ 178541 h 3568522"/>
              <a:gd name="connsiteX3" fmla="*/ 1964152 w 5034276"/>
              <a:gd name="connsiteY3" fmla="*/ 3233226 h 3568522"/>
              <a:gd name="connsiteX4" fmla="*/ 335297 w 5034276"/>
              <a:gd name="connsiteY4" fmla="*/ 3229120 h 3568522"/>
              <a:gd name="connsiteX5" fmla="*/ 339403 w 5034276"/>
              <a:gd name="connsiteY5" fmla="*/ 1600265 h 3568522"/>
              <a:gd name="connsiteX6" fmla="*/ 1947756 w 5034276"/>
              <a:gd name="connsiteY6" fmla="*/ 0 h 35685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034276" h="3568522">
                <a:moveTo>
                  <a:pt x="1947756" y="0"/>
                </a:moveTo>
                <a:lnTo>
                  <a:pt x="5034276" y="0"/>
                </a:lnTo>
                <a:lnTo>
                  <a:pt x="5034276" y="178541"/>
                </a:lnTo>
                <a:lnTo>
                  <a:pt x="1964152" y="3233226"/>
                </a:lnTo>
                <a:cubicBezTo>
                  <a:pt x="1513223" y="3681887"/>
                  <a:pt x="783959" y="3680049"/>
                  <a:pt x="335297" y="3229120"/>
                </a:cubicBezTo>
                <a:cubicBezTo>
                  <a:pt x="-113364" y="2778190"/>
                  <a:pt x="-111526" y="2048926"/>
                  <a:pt x="339403" y="1600265"/>
                </a:cubicBezTo>
                <a:lnTo>
                  <a:pt x="1947756"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621505" y="582614"/>
            <a:ext cx="2212465" cy="630942"/>
          </a:xfrm>
          <a:prstGeom prst="rect">
            <a:avLst/>
          </a:prstGeom>
          <a:noFill/>
        </p:spPr>
        <p:txBody>
          <a:bodyPr wrap="none" rtlCol="0">
            <a:spAutoFit/>
          </a:bodyPr>
          <a:lstStyle/>
          <a:p>
            <a:r>
              <a:rPr lang="en-US" sz="3500" b="1" dirty="0" err="1">
                <a:latin typeface="Open Sans" panose="020B0606030504020204" pitchFamily="34" charset="0"/>
                <a:ea typeface="Open Sans" panose="020B0606030504020204" pitchFamily="34" charset="0"/>
                <a:cs typeface="Open Sans" panose="020B0606030504020204" pitchFamily="34" charset="0"/>
              </a:rPr>
              <a:t>Contacto</a:t>
            </a:r>
            <a:endParaRPr lang="en-US" sz="3500" b="1" dirty="0">
              <a:latin typeface="Open Sans" panose="020B0606030504020204" pitchFamily="34" charset="0"/>
              <a:ea typeface="Open Sans" panose="020B0606030504020204" pitchFamily="34" charset="0"/>
              <a:cs typeface="Open Sans" panose="020B0606030504020204" pitchFamily="34" charset="0"/>
            </a:endParaRPr>
          </a:p>
        </p:txBody>
      </p:sp>
      <p:sp>
        <p:nvSpPr>
          <p:cNvPr id="12" name="Rounded Rectangle 11"/>
          <p:cNvSpPr/>
          <p:nvPr/>
        </p:nvSpPr>
        <p:spPr>
          <a:xfrm rot="8100000" flipH="1" flipV="1">
            <a:off x="10535020" y="4339316"/>
            <a:ext cx="1866160" cy="792059"/>
          </a:xfrm>
          <a:prstGeom prst="roundRect">
            <a:avLst>
              <a:gd name="adj" fmla="val 50000"/>
            </a:avLst>
          </a:prstGeom>
          <a:solidFill>
            <a:srgbClr val="605F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CFDD26A0-71B2-0526-0805-043DE0F367C8}"/>
              </a:ext>
            </a:extLst>
          </p:cNvPr>
          <p:cNvSpPr txBox="1"/>
          <p:nvPr/>
        </p:nvSpPr>
        <p:spPr>
          <a:xfrm>
            <a:off x="621505" y="2511263"/>
            <a:ext cx="4773227" cy="261610"/>
          </a:xfrm>
          <a:prstGeom prst="rect">
            <a:avLst/>
          </a:prstGeom>
          <a:noFill/>
        </p:spPr>
        <p:txBody>
          <a:bodyPr wrap="square" rtlCol="0">
            <a:spAutoFit/>
          </a:bodyPr>
          <a:lstStyle/>
          <a:p>
            <a:r>
              <a:rPr lang="en-US" sz="1100" i="0" spc="200" dirty="0" err="1">
                <a:effectLst/>
                <a:latin typeface="Open Sans" panose="020B0606030504020204" pitchFamily="34" charset="0"/>
                <a:ea typeface="Open Sans" panose="020B0606030504020204" pitchFamily="34" charset="0"/>
                <a:cs typeface="Open Sans" panose="020B0606030504020204" pitchFamily="34" charset="0"/>
              </a:rPr>
              <a:t>Contáctanos</a:t>
            </a:r>
            <a:r>
              <a:rPr lang="en-US" sz="1100" i="0" spc="200" dirty="0">
                <a:effectLst/>
                <a:latin typeface="Open Sans" panose="020B0606030504020204" pitchFamily="34" charset="0"/>
                <a:ea typeface="Open Sans" panose="020B0606030504020204" pitchFamily="34" charset="0"/>
                <a:cs typeface="Open Sans" panose="020B0606030504020204" pitchFamily="34" charset="0"/>
              </a:rPr>
              <a:t> para </a:t>
            </a:r>
            <a:r>
              <a:rPr lang="en-US" sz="1100" i="0" spc="200" dirty="0" err="1">
                <a:effectLst/>
                <a:latin typeface="Open Sans" panose="020B0606030504020204" pitchFamily="34" charset="0"/>
                <a:ea typeface="Open Sans" panose="020B0606030504020204" pitchFamily="34" charset="0"/>
                <a:cs typeface="Open Sans" panose="020B0606030504020204" pitchFamily="34" charset="0"/>
              </a:rPr>
              <a:t>poder</a:t>
            </a:r>
            <a:r>
              <a:rPr lang="en-US" sz="1100" i="0" spc="200" dirty="0">
                <a:effectLst/>
                <a:latin typeface="Open Sans" panose="020B0606030504020204" pitchFamily="34" charset="0"/>
                <a:ea typeface="Open Sans" panose="020B0606030504020204" pitchFamily="34" charset="0"/>
                <a:cs typeface="Open Sans" panose="020B0606030504020204" pitchFamily="34" charset="0"/>
              </a:rPr>
              <a:t> </a:t>
            </a:r>
            <a:r>
              <a:rPr lang="en-US" sz="1100" i="0" spc="200" dirty="0" err="1">
                <a:effectLst/>
                <a:latin typeface="Open Sans" panose="020B0606030504020204" pitchFamily="34" charset="0"/>
                <a:ea typeface="Open Sans" panose="020B0606030504020204" pitchFamily="34" charset="0"/>
                <a:cs typeface="Open Sans" panose="020B0606030504020204" pitchFamily="34" charset="0"/>
              </a:rPr>
              <a:t>ayudarte</a:t>
            </a:r>
            <a:endParaRPr lang="en-US" sz="1100" i="0" spc="200" dirty="0">
              <a:effectLst/>
              <a:latin typeface="Open Sans" panose="020B0606030504020204" pitchFamily="34" charset="0"/>
              <a:ea typeface="Open Sans" panose="020B0606030504020204" pitchFamily="34" charset="0"/>
              <a:cs typeface="Open Sans" panose="020B0606030504020204" pitchFamily="34" charset="0"/>
            </a:endParaRPr>
          </a:p>
        </p:txBody>
      </p:sp>
      <p:sp>
        <p:nvSpPr>
          <p:cNvPr id="25" name="TextBox 24">
            <a:extLst>
              <a:ext uri="{FF2B5EF4-FFF2-40B4-BE49-F238E27FC236}">
                <a16:creationId xmlns:a16="http://schemas.microsoft.com/office/drawing/2014/main" id="{26E4244E-76A4-BFFC-C4F1-FCF1667829BC}"/>
              </a:ext>
            </a:extLst>
          </p:cNvPr>
          <p:cNvSpPr txBox="1"/>
          <p:nvPr/>
        </p:nvSpPr>
        <p:spPr>
          <a:xfrm>
            <a:off x="1257842" y="5003398"/>
            <a:ext cx="1954381" cy="261610"/>
          </a:xfrm>
          <a:prstGeom prst="rect">
            <a:avLst/>
          </a:prstGeom>
          <a:noFill/>
        </p:spPr>
        <p:txBody>
          <a:bodyPr wrap="none" rtlCol="0">
            <a:spAutoFit/>
          </a:bodyPr>
          <a:lstStyle/>
          <a:p>
            <a:r>
              <a:rPr lang="af-ZA" sz="1100" spc="50" dirty="0" err="1">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Linkedin.com</a:t>
            </a:r>
            <a:r>
              <a:rPr lang="af-ZA" sz="1100" spc="50" dirty="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a:t>
            </a:r>
            <a:r>
              <a:rPr lang="af-ZA" sz="1100" spc="50" dirty="0" err="1">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finlecobpo</a:t>
            </a:r>
            <a:endParaRPr lang="en-US" sz="1100" spc="50" dirty="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6" name="Oval 25">
            <a:extLst>
              <a:ext uri="{FF2B5EF4-FFF2-40B4-BE49-F238E27FC236}">
                <a16:creationId xmlns:a16="http://schemas.microsoft.com/office/drawing/2014/main" id="{A8FB4D7B-B7EF-9C7A-E5B4-68E50DF79170}"/>
              </a:ext>
            </a:extLst>
          </p:cNvPr>
          <p:cNvSpPr/>
          <p:nvPr/>
        </p:nvSpPr>
        <p:spPr>
          <a:xfrm>
            <a:off x="726028" y="4948465"/>
            <a:ext cx="371476" cy="371476"/>
          </a:xfrm>
          <a:prstGeom prst="ellipse">
            <a:avLst/>
          </a:prstGeom>
          <a:noFill/>
          <a:ln>
            <a:solidFill>
              <a:schemeClr val="bg2">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Freeform 12">
            <a:extLst>
              <a:ext uri="{FF2B5EF4-FFF2-40B4-BE49-F238E27FC236}">
                <a16:creationId xmlns:a16="http://schemas.microsoft.com/office/drawing/2014/main" id="{4B507480-29C2-B8EA-FCEE-DDD108C63DDE}"/>
              </a:ext>
            </a:extLst>
          </p:cNvPr>
          <p:cNvSpPr>
            <a:spLocks noEditPoints="1"/>
          </p:cNvSpPr>
          <p:nvPr/>
        </p:nvSpPr>
        <p:spPr bwMode="auto">
          <a:xfrm>
            <a:off x="835639" y="5059242"/>
            <a:ext cx="145978" cy="149923"/>
          </a:xfrm>
          <a:custGeom>
            <a:avLst/>
            <a:gdLst>
              <a:gd name="T0" fmla="*/ 0 w 37"/>
              <a:gd name="T1" fmla="*/ 13 h 38"/>
              <a:gd name="T2" fmla="*/ 8 w 37"/>
              <a:gd name="T3" fmla="*/ 13 h 38"/>
              <a:gd name="T4" fmla="*/ 8 w 37"/>
              <a:gd name="T5" fmla="*/ 38 h 38"/>
              <a:gd name="T6" fmla="*/ 0 w 37"/>
              <a:gd name="T7" fmla="*/ 38 h 38"/>
              <a:gd name="T8" fmla="*/ 0 w 37"/>
              <a:gd name="T9" fmla="*/ 13 h 38"/>
              <a:gd name="T10" fmla="*/ 4 w 37"/>
              <a:gd name="T11" fmla="*/ 0 h 38"/>
              <a:gd name="T12" fmla="*/ 9 w 37"/>
              <a:gd name="T13" fmla="*/ 5 h 38"/>
              <a:gd name="T14" fmla="*/ 4 w 37"/>
              <a:gd name="T15" fmla="*/ 9 h 38"/>
              <a:gd name="T16" fmla="*/ 0 w 37"/>
              <a:gd name="T17" fmla="*/ 5 h 38"/>
              <a:gd name="T18" fmla="*/ 4 w 37"/>
              <a:gd name="T19" fmla="*/ 0 h 38"/>
              <a:gd name="T20" fmla="*/ 13 w 37"/>
              <a:gd name="T21" fmla="*/ 38 h 38"/>
              <a:gd name="T22" fmla="*/ 21 w 37"/>
              <a:gd name="T23" fmla="*/ 38 h 38"/>
              <a:gd name="T24" fmla="*/ 21 w 37"/>
              <a:gd name="T25" fmla="*/ 25 h 38"/>
              <a:gd name="T26" fmla="*/ 25 w 37"/>
              <a:gd name="T27" fmla="*/ 19 h 38"/>
              <a:gd name="T28" fmla="*/ 30 w 37"/>
              <a:gd name="T29" fmla="*/ 26 h 38"/>
              <a:gd name="T30" fmla="*/ 30 w 37"/>
              <a:gd name="T31" fmla="*/ 38 h 38"/>
              <a:gd name="T32" fmla="*/ 37 w 37"/>
              <a:gd name="T33" fmla="*/ 38 h 38"/>
              <a:gd name="T34" fmla="*/ 37 w 37"/>
              <a:gd name="T35" fmla="*/ 24 h 38"/>
              <a:gd name="T36" fmla="*/ 28 w 37"/>
              <a:gd name="T37" fmla="*/ 12 h 38"/>
              <a:gd name="T38" fmla="*/ 21 w 37"/>
              <a:gd name="T39" fmla="*/ 16 h 38"/>
              <a:gd name="T40" fmla="*/ 21 w 37"/>
              <a:gd name="T41" fmla="*/ 16 h 38"/>
              <a:gd name="T42" fmla="*/ 21 w 37"/>
              <a:gd name="T43" fmla="*/ 13 h 38"/>
              <a:gd name="T44" fmla="*/ 13 w 37"/>
              <a:gd name="T45" fmla="*/ 13 h 38"/>
              <a:gd name="T46" fmla="*/ 13 w 37"/>
              <a:gd name="T47" fmla="*/ 38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7" h="38">
                <a:moveTo>
                  <a:pt x="0" y="13"/>
                </a:moveTo>
                <a:cubicBezTo>
                  <a:pt x="8" y="13"/>
                  <a:pt x="8" y="13"/>
                  <a:pt x="8" y="13"/>
                </a:cubicBezTo>
                <a:cubicBezTo>
                  <a:pt x="8" y="38"/>
                  <a:pt x="8" y="38"/>
                  <a:pt x="8" y="38"/>
                </a:cubicBezTo>
                <a:cubicBezTo>
                  <a:pt x="0" y="38"/>
                  <a:pt x="0" y="38"/>
                  <a:pt x="0" y="38"/>
                </a:cubicBezTo>
                <a:lnTo>
                  <a:pt x="0" y="13"/>
                </a:lnTo>
                <a:close/>
                <a:moveTo>
                  <a:pt x="4" y="0"/>
                </a:moveTo>
                <a:cubicBezTo>
                  <a:pt x="7" y="0"/>
                  <a:pt x="9" y="2"/>
                  <a:pt x="9" y="5"/>
                </a:cubicBezTo>
                <a:cubicBezTo>
                  <a:pt x="9" y="7"/>
                  <a:pt x="7" y="9"/>
                  <a:pt x="4" y="9"/>
                </a:cubicBezTo>
                <a:cubicBezTo>
                  <a:pt x="2" y="9"/>
                  <a:pt x="0" y="7"/>
                  <a:pt x="0" y="5"/>
                </a:cubicBezTo>
                <a:cubicBezTo>
                  <a:pt x="0" y="2"/>
                  <a:pt x="2" y="0"/>
                  <a:pt x="4" y="0"/>
                </a:cubicBezTo>
                <a:moveTo>
                  <a:pt x="13" y="38"/>
                </a:moveTo>
                <a:cubicBezTo>
                  <a:pt x="21" y="38"/>
                  <a:pt x="21" y="38"/>
                  <a:pt x="21" y="38"/>
                </a:cubicBezTo>
                <a:cubicBezTo>
                  <a:pt x="21" y="25"/>
                  <a:pt x="21" y="25"/>
                  <a:pt x="21" y="25"/>
                </a:cubicBezTo>
                <a:cubicBezTo>
                  <a:pt x="21" y="22"/>
                  <a:pt x="21" y="19"/>
                  <a:pt x="25" y="19"/>
                </a:cubicBezTo>
                <a:cubicBezTo>
                  <a:pt x="29" y="19"/>
                  <a:pt x="30" y="23"/>
                  <a:pt x="30" y="26"/>
                </a:cubicBezTo>
                <a:cubicBezTo>
                  <a:pt x="30" y="38"/>
                  <a:pt x="30" y="38"/>
                  <a:pt x="30" y="38"/>
                </a:cubicBezTo>
                <a:cubicBezTo>
                  <a:pt x="37" y="38"/>
                  <a:pt x="37" y="38"/>
                  <a:pt x="37" y="38"/>
                </a:cubicBezTo>
                <a:cubicBezTo>
                  <a:pt x="37" y="24"/>
                  <a:pt x="37" y="24"/>
                  <a:pt x="37" y="24"/>
                </a:cubicBezTo>
                <a:cubicBezTo>
                  <a:pt x="37" y="17"/>
                  <a:pt x="36" y="12"/>
                  <a:pt x="28" y="12"/>
                </a:cubicBezTo>
                <a:cubicBezTo>
                  <a:pt x="24" y="12"/>
                  <a:pt x="22" y="14"/>
                  <a:pt x="21" y="16"/>
                </a:cubicBezTo>
                <a:cubicBezTo>
                  <a:pt x="21" y="16"/>
                  <a:pt x="21" y="16"/>
                  <a:pt x="21" y="16"/>
                </a:cubicBezTo>
                <a:cubicBezTo>
                  <a:pt x="21" y="13"/>
                  <a:pt x="21" y="13"/>
                  <a:pt x="21" y="13"/>
                </a:cubicBezTo>
                <a:cubicBezTo>
                  <a:pt x="13" y="13"/>
                  <a:pt x="13" y="13"/>
                  <a:pt x="13" y="13"/>
                </a:cubicBezTo>
                <a:lnTo>
                  <a:pt x="13" y="38"/>
                </a:ln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endParaRPr lang="en-US"/>
          </a:p>
        </p:txBody>
      </p:sp>
      <p:sp>
        <p:nvSpPr>
          <p:cNvPr id="28" name="TextBox 27">
            <a:extLst>
              <a:ext uri="{FF2B5EF4-FFF2-40B4-BE49-F238E27FC236}">
                <a16:creationId xmlns:a16="http://schemas.microsoft.com/office/drawing/2014/main" id="{0E3AE9BA-CE09-ABB2-7CC5-F174E576F6FD}"/>
              </a:ext>
            </a:extLst>
          </p:cNvPr>
          <p:cNvSpPr txBox="1"/>
          <p:nvPr/>
        </p:nvSpPr>
        <p:spPr>
          <a:xfrm>
            <a:off x="1257842" y="3460659"/>
            <a:ext cx="1622560" cy="261610"/>
          </a:xfrm>
          <a:prstGeom prst="rect">
            <a:avLst/>
          </a:prstGeom>
          <a:noFill/>
        </p:spPr>
        <p:txBody>
          <a:bodyPr wrap="none" rtlCol="0">
            <a:spAutoFit/>
          </a:bodyPr>
          <a:lstStyle/>
          <a:p>
            <a:r>
              <a:rPr lang="af-ZA" sz="1100" spc="50" dirty="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+(051) 601 744 9772</a:t>
            </a:r>
            <a:endParaRPr lang="en-US" sz="1100" spc="50" dirty="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9" name="Oval 28">
            <a:extLst>
              <a:ext uri="{FF2B5EF4-FFF2-40B4-BE49-F238E27FC236}">
                <a16:creationId xmlns:a16="http://schemas.microsoft.com/office/drawing/2014/main" id="{87CDAB7E-0E6A-D0E5-C1AD-AF5DAFF168A4}"/>
              </a:ext>
            </a:extLst>
          </p:cNvPr>
          <p:cNvSpPr/>
          <p:nvPr/>
        </p:nvSpPr>
        <p:spPr>
          <a:xfrm>
            <a:off x="726028" y="3405726"/>
            <a:ext cx="371476" cy="371476"/>
          </a:xfrm>
          <a:prstGeom prst="ellipse">
            <a:avLst/>
          </a:prstGeom>
          <a:noFill/>
          <a:ln>
            <a:solidFill>
              <a:schemeClr val="bg2">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Google Shape;6878;p144">
            <a:extLst>
              <a:ext uri="{FF2B5EF4-FFF2-40B4-BE49-F238E27FC236}">
                <a16:creationId xmlns:a16="http://schemas.microsoft.com/office/drawing/2014/main" id="{4C71550D-F2D6-B3AE-E7F2-EC603C56DFE6}"/>
              </a:ext>
            </a:extLst>
          </p:cNvPr>
          <p:cNvSpPr/>
          <p:nvPr/>
        </p:nvSpPr>
        <p:spPr>
          <a:xfrm>
            <a:off x="862915" y="3498433"/>
            <a:ext cx="91427" cy="186063"/>
          </a:xfrm>
          <a:custGeom>
            <a:avLst/>
            <a:gdLst/>
            <a:ahLst/>
            <a:cxnLst/>
            <a:rect l="l" t="t" r="r" b="b"/>
            <a:pathLst>
              <a:path w="91" h="183" extrusionOk="0">
                <a:moveTo>
                  <a:pt x="91" y="14"/>
                </a:moveTo>
                <a:cubicBezTo>
                  <a:pt x="90" y="8"/>
                  <a:pt x="87" y="3"/>
                  <a:pt x="81" y="1"/>
                </a:cubicBezTo>
                <a:cubicBezTo>
                  <a:pt x="78" y="0"/>
                  <a:pt x="75" y="0"/>
                  <a:pt x="73" y="0"/>
                </a:cubicBezTo>
                <a:cubicBezTo>
                  <a:pt x="64" y="0"/>
                  <a:pt x="55" y="0"/>
                  <a:pt x="46" y="0"/>
                </a:cubicBezTo>
                <a:cubicBezTo>
                  <a:pt x="36" y="0"/>
                  <a:pt x="26" y="0"/>
                  <a:pt x="16" y="0"/>
                </a:cubicBezTo>
                <a:cubicBezTo>
                  <a:pt x="14" y="0"/>
                  <a:pt x="12" y="0"/>
                  <a:pt x="10" y="1"/>
                </a:cubicBezTo>
                <a:cubicBezTo>
                  <a:pt x="6" y="3"/>
                  <a:pt x="2" y="6"/>
                  <a:pt x="1" y="11"/>
                </a:cubicBezTo>
                <a:cubicBezTo>
                  <a:pt x="0" y="14"/>
                  <a:pt x="0" y="17"/>
                  <a:pt x="0" y="21"/>
                </a:cubicBezTo>
                <a:cubicBezTo>
                  <a:pt x="0" y="45"/>
                  <a:pt x="0" y="69"/>
                  <a:pt x="0" y="93"/>
                </a:cubicBezTo>
                <a:cubicBezTo>
                  <a:pt x="0" y="93"/>
                  <a:pt x="0" y="93"/>
                  <a:pt x="0" y="93"/>
                </a:cubicBezTo>
                <a:cubicBezTo>
                  <a:pt x="0" y="103"/>
                  <a:pt x="0" y="113"/>
                  <a:pt x="0" y="123"/>
                </a:cubicBezTo>
                <a:cubicBezTo>
                  <a:pt x="0" y="139"/>
                  <a:pt x="0" y="154"/>
                  <a:pt x="0" y="169"/>
                </a:cubicBezTo>
                <a:cubicBezTo>
                  <a:pt x="0" y="171"/>
                  <a:pt x="0" y="172"/>
                  <a:pt x="0" y="173"/>
                </a:cubicBezTo>
                <a:cubicBezTo>
                  <a:pt x="2" y="176"/>
                  <a:pt x="3" y="179"/>
                  <a:pt x="6" y="180"/>
                </a:cubicBezTo>
                <a:cubicBezTo>
                  <a:pt x="9" y="182"/>
                  <a:pt x="12" y="183"/>
                  <a:pt x="14" y="183"/>
                </a:cubicBezTo>
                <a:cubicBezTo>
                  <a:pt x="21" y="183"/>
                  <a:pt x="28" y="183"/>
                  <a:pt x="34" y="183"/>
                </a:cubicBezTo>
                <a:cubicBezTo>
                  <a:pt x="46" y="183"/>
                  <a:pt x="57" y="183"/>
                  <a:pt x="68" y="183"/>
                </a:cubicBezTo>
                <a:cubicBezTo>
                  <a:pt x="72" y="182"/>
                  <a:pt x="76" y="183"/>
                  <a:pt x="80" y="182"/>
                </a:cubicBezTo>
                <a:cubicBezTo>
                  <a:pt x="86" y="180"/>
                  <a:pt x="89" y="177"/>
                  <a:pt x="90" y="171"/>
                </a:cubicBezTo>
                <a:cubicBezTo>
                  <a:pt x="91" y="169"/>
                  <a:pt x="91" y="166"/>
                  <a:pt x="91" y="164"/>
                </a:cubicBezTo>
                <a:cubicBezTo>
                  <a:pt x="91" y="150"/>
                  <a:pt x="91" y="137"/>
                  <a:pt x="91" y="123"/>
                </a:cubicBezTo>
                <a:cubicBezTo>
                  <a:pt x="91" y="116"/>
                  <a:pt x="91" y="109"/>
                  <a:pt x="91" y="102"/>
                </a:cubicBezTo>
                <a:cubicBezTo>
                  <a:pt x="91" y="85"/>
                  <a:pt x="91" y="68"/>
                  <a:pt x="91" y="51"/>
                </a:cubicBezTo>
                <a:cubicBezTo>
                  <a:pt x="91" y="39"/>
                  <a:pt x="91" y="27"/>
                  <a:pt x="91" y="14"/>
                </a:cubicBezTo>
                <a:close/>
                <a:moveTo>
                  <a:pt x="33" y="11"/>
                </a:moveTo>
                <a:cubicBezTo>
                  <a:pt x="33" y="8"/>
                  <a:pt x="33" y="8"/>
                  <a:pt x="35" y="8"/>
                </a:cubicBezTo>
                <a:cubicBezTo>
                  <a:pt x="42" y="8"/>
                  <a:pt x="49" y="8"/>
                  <a:pt x="56" y="8"/>
                </a:cubicBezTo>
                <a:cubicBezTo>
                  <a:pt x="56" y="8"/>
                  <a:pt x="56" y="8"/>
                  <a:pt x="57" y="8"/>
                </a:cubicBezTo>
                <a:cubicBezTo>
                  <a:pt x="57" y="13"/>
                  <a:pt x="57" y="13"/>
                  <a:pt x="57" y="13"/>
                </a:cubicBezTo>
                <a:cubicBezTo>
                  <a:pt x="55" y="13"/>
                  <a:pt x="53" y="13"/>
                  <a:pt x="52" y="13"/>
                </a:cubicBezTo>
                <a:cubicBezTo>
                  <a:pt x="46" y="13"/>
                  <a:pt x="40" y="13"/>
                  <a:pt x="35" y="13"/>
                </a:cubicBezTo>
                <a:cubicBezTo>
                  <a:pt x="33" y="13"/>
                  <a:pt x="33" y="13"/>
                  <a:pt x="33" y="11"/>
                </a:cubicBezTo>
                <a:close/>
                <a:moveTo>
                  <a:pt x="12" y="9"/>
                </a:moveTo>
                <a:cubicBezTo>
                  <a:pt x="13" y="8"/>
                  <a:pt x="13" y="9"/>
                  <a:pt x="13" y="10"/>
                </a:cubicBezTo>
                <a:cubicBezTo>
                  <a:pt x="13" y="11"/>
                  <a:pt x="13" y="12"/>
                  <a:pt x="12" y="12"/>
                </a:cubicBezTo>
                <a:cubicBezTo>
                  <a:pt x="10" y="12"/>
                  <a:pt x="10" y="12"/>
                  <a:pt x="10" y="10"/>
                </a:cubicBezTo>
                <a:cubicBezTo>
                  <a:pt x="10" y="9"/>
                  <a:pt x="10" y="9"/>
                  <a:pt x="12" y="9"/>
                </a:cubicBezTo>
                <a:close/>
                <a:moveTo>
                  <a:pt x="45" y="177"/>
                </a:moveTo>
                <a:cubicBezTo>
                  <a:pt x="40" y="177"/>
                  <a:pt x="36" y="173"/>
                  <a:pt x="36" y="168"/>
                </a:cubicBezTo>
                <a:cubicBezTo>
                  <a:pt x="36" y="163"/>
                  <a:pt x="40" y="159"/>
                  <a:pt x="45" y="159"/>
                </a:cubicBezTo>
                <a:cubicBezTo>
                  <a:pt x="50" y="159"/>
                  <a:pt x="54" y="163"/>
                  <a:pt x="54" y="168"/>
                </a:cubicBezTo>
                <a:cubicBezTo>
                  <a:pt x="54" y="173"/>
                  <a:pt x="50" y="177"/>
                  <a:pt x="45" y="177"/>
                </a:cubicBezTo>
                <a:close/>
                <a:moveTo>
                  <a:pt x="82" y="153"/>
                </a:moveTo>
                <a:cubicBezTo>
                  <a:pt x="57" y="153"/>
                  <a:pt x="33" y="154"/>
                  <a:pt x="8" y="154"/>
                </a:cubicBezTo>
                <a:cubicBezTo>
                  <a:pt x="8" y="20"/>
                  <a:pt x="8" y="20"/>
                  <a:pt x="8" y="20"/>
                </a:cubicBezTo>
                <a:cubicBezTo>
                  <a:pt x="82" y="20"/>
                  <a:pt x="82" y="20"/>
                  <a:pt x="82" y="20"/>
                </a:cubicBezTo>
                <a:lnTo>
                  <a:pt x="82" y="153"/>
                </a:lnTo>
                <a:close/>
              </a:path>
            </a:pathLst>
          </a:custGeom>
          <a:solidFill>
            <a:schemeClr val="tx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1" name="TextBox 30">
            <a:extLst>
              <a:ext uri="{FF2B5EF4-FFF2-40B4-BE49-F238E27FC236}">
                <a16:creationId xmlns:a16="http://schemas.microsoft.com/office/drawing/2014/main" id="{847C6E5D-94B0-FC41-023D-4AA92020EFA5}"/>
              </a:ext>
            </a:extLst>
          </p:cNvPr>
          <p:cNvSpPr txBox="1"/>
          <p:nvPr/>
        </p:nvSpPr>
        <p:spPr>
          <a:xfrm>
            <a:off x="1257842" y="3974905"/>
            <a:ext cx="2071401" cy="261610"/>
          </a:xfrm>
          <a:prstGeom prst="rect">
            <a:avLst/>
          </a:prstGeom>
          <a:noFill/>
        </p:spPr>
        <p:txBody>
          <a:bodyPr wrap="none" rtlCol="0">
            <a:spAutoFit/>
          </a:bodyPr>
          <a:lstStyle/>
          <a:p>
            <a:r>
              <a:rPr lang="af-ZA" sz="1100" spc="50" dirty="0" err="1">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micorreo@finlecobpo.com</a:t>
            </a:r>
            <a:endParaRPr lang="en-US" sz="1100" spc="50" dirty="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32" name="Oval 31">
            <a:extLst>
              <a:ext uri="{FF2B5EF4-FFF2-40B4-BE49-F238E27FC236}">
                <a16:creationId xmlns:a16="http://schemas.microsoft.com/office/drawing/2014/main" id="{370B8A87-0143-7386-2AED-63916AFBA90F}"/>
              </a:ext>
            </a:extLst>
          </p:cNvPr>
          <p:cNvSpPr/>
          <p:nvPr/>
        </p:nvSpPr>
        <p:spPr>
          <a:xfrm>
            <a:off x="726028" y="3919972"/>
            <a:ext cx="371476" cy="371476"/>
          </a:xfrm>
          <a:prstGeom prst="ellipse">
            <a:avLst/>
          </a:prstGeom>
          <a:noFill/>
          <a:ln>
            <a:solidFill>
              <a:schemeClr val="bg2">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Google Shape;6879;p144">
            <a:extLst>
              <a:ext uri="{FF2B5EF4-FFF2-40B4-BE49-F238E27FC236}">
                <a16:creationId xmlns:a16="http://schemas.microsoft.com/office/drawing/2014/main" id="{2625CA86-CAB1-ABD0-CD86-CC73E5248D8A}"/>
              </a:ext>
            </a:extLst>
          </p:cNvPr>
          <p:cNvSpPr/>
          <p:nvPr/>
        </p:nvSpPr>
        <p:spPr>
          <a:xfrm>
            <a:off x="831797" y="4014821"/>
            <a:ext cx="187286" cy="181778"/>
          </a:xfrm>
          <a:custGeom>
            <a:avLst/>
            <a:gdLst/>
            <a:ahLst/>
            <a:cxnLst/>
            <a:rect l="l" t="t" r="r" b="b"/>
            <a:pathLst>
              <a:path w="163" h="156" extrusionOk="0">
                <a:moveTo>
                  <a:pt x="13" y="51"/>
                </a:moveTo>
                <a:cubicBezTo>
                  <a:pt x="18" y="51"/>
                  <a:pt x="23" y="51"/>
                  <a:pt x="28" y="51"/>
                </a:cubicBezTo>
                <a:cubicBezTo>
                  <a:pt x="29" y="51"/>
                  <a:pt x="30" y="51"/>
                  <a:pt x="30" y="51"/>
                </a:cubicBezTo>
                <a:cubicBezTo>
                  <a:pt x="30" y="51"/>
                  <a:pt x="30" y="51"/>
                  <a:pt x="30" y="51"/>
                </a:cubicBezTo>
                <a:cubicBezTo>
                  <a:pt x="30" y="51"/>
                  <a:pt x="30" y="51"/>
                  <a:pt x="30" y="51"/>
                </a:cubicBezTo>
                <a:cubicBezTo>
                  <a:pt x="30" y="51"/>
                  <a:pt x="30" y="51"/>
                  <a:pt x="30" y="51"/>
                </a:cubicBezTo>
                <a:cubicBezTo>
                  <a:pt x="31" y="51"/>
                  <a:pt x="31" y="51"/>
                  <a:pt x="32" y="51"/>
                </a:cubicBezTo>
                <a:cubicBezTo>
                  <a:pt x="35" y="51"/>
                  <a:pt x="36" y="49"/>
                  <a:pt x="36" y="47"/>
                </a:cubicBezTo>
                <a:cubicBezTo>
                  <a:pt x="36" y="45"/>
                  <a:pt x="34" y="43"/>
                  <a:pt x="32" y="43"/>
                </a:cubicBezTo>
                <a:cubicBezTo>
                  <a:pt x="22" y="43"/>
                  <a:pt x="23" y="43"/>
                  <a:pt x="13" y="43"/>
                </a:cubicBezTo>
                <a:cubicBezTo>
                  <a:pt x="10" y="43"/>
                  <a:pt x="9" y="45"/>
                  <a:pt x="9" y="47"/>
                </a:cubicBezTo>
                <a:cubicBezTo>
                  <a:pt x="9" y="49"/>
                  <a:pt x="10" y="50"/>
                  <a:pt x="13" y="51"/>
                </a:cubicBezTo>
                <a:close/>
                <a:moveTo>
                  <a:pt x="13" y="32"/>
                </a:moveTo>
                <a:cubicBezTo>
                  <a:pt x="18" y="32"/>
                  <a:pt x="23" y="32"/>
                  <a:pt x="28" y="32"/>
                </a:cubicBezTo>
                <a:cubicBezTo>
                  <a:pt x="34" y="32"/>
                  <a:pt x="39" y="32"/>
                  <a:pt x="44" y="32"/>
                </a:cubicBezTo>
                <a:cubicBezTo>
                  <a:pt x="47" y="32"/>
                  <a:pt x="48" y="30"/>
                  <a:pt x="48" y="28"/>
                </a:cubicBezTo>
                <a:cubicBezTo>
                  <a:pt x="48" y="26"/>
                  <a:pt x="46" y="24"/>
                  <a:pt x="44" y="24"/>
                </a:cubicBezTo>
                <a:cubicBezTo>
                  <a:pt x="34" y="24"/>
                  <a:pt x="23" y="24"/>
                  <a:pt x="13" y="24"/>
                </a:cubicBezTo>
                <a:cubicBezTo>
                  <a:pt x="10" y="24"/>
                  <a:pt x="9" y="26"/>
                  <a:pt x="9" y="28"/>
                </a:cubicBezTo>
                <a:cubicBezTo>
                  <a:pt x="9" y="30"/>
                  <a:pt x="10" y="32"/>
                  <a:pt x="13" y="32"/>
                </a:cubicBezTo>
                <a:close/>
                <a:moveTo>
                  <a:pt x="13" y="15"/>
                </a:moveTo>
                <a:cubicBezTo>
                  <a:pt x="18" y="15"/>
                  <a:pt x="23" y="15"/>
                  <a:pt x="28" y="15"/>
                </a:cubicBezTo>
                <a:cubicBezTo>
                  <a:pt x="31" y="15"/>
                  <a:pt x="39" y="15"/>
                  <a:pt x="47" y="15"/>
                </a:cubicBezTo>
                <a:cubicBezTo>
                  <a:pt x="52" y="15"/>
                  <a:pt x="57" y="15"/>
                  <a:pt x="60" y="15"/>
                </a:cubicBezTo>
                <a:cubicBezTo>
                  <a:pt x="63" y="15"/>
                  <a:pt x="64" y="14"/>
                  <a:pt x="64" y="11"/>
                </a:cubicBezTo>
                <a:cubicBezTo>
                  <a:pt x="64" y="9"/>
                  <a:pt x="62" y="8"/>
                  <a:pt x="60" y="8"/>
                </a:cubicBezTo>
                <a:cubicBezTo>
                  <a:pt x="50" y="8"/>
                  <a:pt x="23" y="8"/>
                  <a:pt x="13" y="8"/>
                </a:cubicBezTo>
                <a:cubicBezTo>
                  <a:pt x="10" y="8"/>
                  <a:pt x="9" y="9"/>
                  <a:pt x="9" y="12"/>
                </a:cubicBezTo>
                <a:cubicBezTo>
                  <a:pt x="9" y="14"/>
                  <a:pt x="10" y="15"/>
                  <a:pt x="13" y="15"/>
                </a:cubicBezTo>
                <a:close/>
                <a:moveTo>
                  <a:pt x="44" y="116"/>
                </a:moveTo>
                <a:cubicBezTo>
                  <a:pt x="37" y="116"/>
                  <a:pt x="31" y="116"/>
                  <a:pt x="24" y="116"/>
                </a:cubicBezTo>
                <a:cubicBezTo>
                  <a:pt x="21" y="116"/>
                  <a:pt x="20" y="118"/>
                  <a:pt x="20" y="120"/>
                </a:cubicBezTo>
                <a:cubicBezTo>
                  <a:pt x="20" y="122"/>
                  <a:pt x="21" y="123"/>
                  <a:pt x="24" y="123"/>
                </a:cubicBezTo>
                <a:cubicBezTo>
                  <a:pt x="27" y="123"/>
                  <a:pt x="31" y="123"/>
                  <a:pt x="34" y="123"/>
                </a:cubicBezTo>
                <a:cubicBezTo>
                  <a:pt x="37" y="123"/>
                  <a:pt x="40" y="123"/>
                  <a:pt x="44" y="123"/>
                </a:cubicBezTo>
                <a:cubicBezTo>
                  <a:pt x="47" y="123"/>
                  <a:pt x="48" y="122"/>
                  <a:pt x="48" y="120"/>
                </a:cubicBezTo>
                <a:cubicBezTo>
                  <a:pt x="48" y="118"/>
                  <a:pt x="47" y="116"/>
                  <a:pt x="44" y="116"/>
                </a:cubicBezTo>
                <a:close/>
                <a:moveTo>
                  <a:pt x="157" y="51"/>
                </a:moveTo>
                <a:cubicBezTo>
                  <a:pt x="142" y="36"/>
                  <a:pt x="127" y="22"/>
                  <a:pt x="113" y="7"/>
                </a:cubicBezTo>
                <a:cubicBezTo>
                  <a:pt x="106" y="0"/>
                  <a:pt x="98" y="0"/>
                  <a:pt x="91" y="7"/>
                </a:cubicBezTo>
                <a:cubicBezTo>
                  <a:pt x="75" y="23"/>
                  <a:pt x="59" y="39"/>
                  <a:pt x="43" y="54"/>
                </a:cubicBezTo>
                <a:cubicBezTo>
                  <a:pt x="33" y="64"/>
                  <a:pt x="23" y="74"/>
                  <a:pt x="14" y="84"/>
                </a:cubicBezTo>
                <a:cubicBezTo>
                  <a:pt x="9" y="89"/>
                  <a:pt x="7" y="96"/>
                  <a:pt x="11" y="101"/>
                </a:cubicBezTo>
                <a:cubicBezTo>
                  <a:pt x="12" y="104"/>
                  <a:pt x="15" y="106"/>
                  <a:pt x="18" y="109"/>
                </a:cubicBezTo>
                <a:cubicBezTo>
                  <a:pt x="19" y="110"/>
                  <a:pt x="21" y="110"/>
                  <a:pt x="22" y="108"/>
                </a:cubicBezTo>
                <a:cubicBezTo>
                  <a:pt x="23" y="107"/>
                  <a:pt x="23" y="105"/>
                  <a:pt x="22" y="104"/>
                </a:cubicBezTo>
                <a:cubicBezTo>
                  <a:pt x="21" y="102"/>
                  <a:pt x="20" y="101"/>
                  <a:pt x="19" y="100"/>
                </a:cubicBezTo>
                <a:cubicBezTo>
                  <a:pt x="18" y="100"/>
                  <a:pt x="18" y="99"/>
                  <a:pt x="17" y="98"/>
                </a:cubicBezTo>
                <a:cubicBezTo>
                  <a:pt x="35" y="97"/>
                  <a:pt x="52" y="95"/>
                  <a:pt x="70" y="94"/>
                </a:cubicBezTo>
                <a:cubicBezTo>
                  <a:pt x="68" y="112"/>
                  <a:pt x="67" y="129"/>
                  <a:pt x="66" y="146"/>
                </a:cubicBezTo>
                <a:cubicBezTo>
                  <a:pt x="65" y="146"/>
                  <a:pt x="65" y="146"/>
                  <a:pt x="65" y="146"/>
                </a:cubicBezTo>
                <a:cubicBezTo>
                  <a:pt x="63" y="145"/>
                  <a:pt x="62" y="143"/>
                  <a:pt x="60" y="141"/>
                </a:cubicBezTo>
                <a:cubicBezTo>
                  <a:pt x="58" y="140"/>
                  <a:pt x="56" y="140"/>
                  <a:pt x="55" y="142"/>
                </a:cubicBezTo>
                <a:cubicBezTo>
                  <a:pt x="54" y="143"/>
                  <a:pt x="54" y="145"/>
                  <a:pt x="55" y="147"/>
                </a:cubicBezTo>
                <a:cubicBezTo>
                  <a:pt x="56" y="148"/>
                  <a:pt x="57" y="149"/>
                  <a:pt x="58" y="150"/>
                </a:cubicBezTo>
                <a:cubicBezTo>
                  <a:pt x="65" y="156"/>
                  <a:pt x="73" y="156"/>
                  <a:pt x="80" y="149"/>
                </a:cubicBezTo>
                <a:cubicBezTo>
                  <a:pt x="105" y="124"/>
                  <a:pt x="131" y="98"/>
                  <a:pt x="157" y="73"/>
                </a:cubicBezTo>
                <a:cubicBezTo>
                  <a:pt x="163" y="66"/>
                  <a:pt x="163" y="58"/>
                  <a:pt x="157" y="51"/>
                </a:cubicBezTo>
                <a:close/>
                <a:moveTo>
                  <a:pt x="20" y="91"/>
                </a:moveTo>
                <a:cubicBezTo>
                  <a:pt x="19" y="91"/>
                  <a:pt x="18" y="91"/>
                  <a:pt x="18" y="91"/>
                </a:cubicBezTo>
                <a:cubicBezTo>
                  <a:pt x="18" y="91"/>
                  <a:pt x="18" y="90"/>
                  <a:pt x="18" y="90"/>
                </a:cubicBezTo>
                <a:cubicBezTo>
                  <a:pt x="97" y="11"/>
                  <a:pt x="97" y="11"/>
                  <a:pt x="97" y="11"/>
                </a:cubicBezTo>
                <a:cubicBezTo>
                  <a:pt x="98" y="11"/>
                  <a:pt x="98" y="11"/>
                  <a:pt x="98" y="11"/>
                </a:cubicBezTo>
                <a:cubicBezTo>
                  <a:pt x="98" y="11"/>
                  <a:pt x="98" y="12"/>
                  <a:pt x="98" y="13"/>
                </a:cubicBezTo>
                <a:cubicBezTo>
                  <a:pt x="96" y="35"/>
                  <a:pt x="94" y="58"/>
                  <a:pt x="92" y="81"/>
                </a:cubicBezTo>
                <a:cubicBezTo>
                  <a:pt x="92" y="84"/>
                  <a:pt x="91" y="85"/>
                  <a:pt x="88" y="85"/>
                </a:cubicBezTo>
                <a:cubicBezTo>
                  <a:pt x="65" y="87"/>
                  <a:pt x="42" y="89"/>
                  <a:pt x="20" y="91"/>
                </a:cubicBezTo>
                <a:close/>
                <a:moveTo>
                  <a:pt x="73" y="146"/>
                </a:moveTo>
                <a:cubicBezTo>
                  <a:pt x="74" y="128"/>
                  <a:pt x="76" y="111"/>
                  <a:pt x="77" y="93"/>
                </a:cubicBezTo>
                <a:cubicBezTo>
                  <a:pt x="81" y="93"/>
                  <a:pt x="85" y="93"/>
                  <a:pt x="89" y="92"/>
                </a:cubicBezTo>
                <a:cubicBezTo>
                  <a:pt x="95" y="92"/>
                  <a:pt x="99" y="88"/>
                  <a:pt x="100" y="82"/>
                </a:cubicBezTo>
                <a:cubicBezTo>
                  <a:pt x="100" y="78"/>
                  <a:pt x="100" y="74"/>
                  <a:pt x="100" y="70"/>
                </a:cubicBezTo>
                <a:cubicBezTo>
                  <a:pt x="118" y="68"/>
                  <a:pt x="135" y="67"/>
                  <a:pt x="153" y="66"/>
                </a:cubicBezTo>
                <a:lnTo>
                  <a:pt x="73" y="146"/>
                </a:lnTo>
                <a:close/>
                <a:moveTo>
                  <a:pt x="101" y="62"/>
                </a:moveTo>
                <a:cubicBezTo>
                  <a:pt x="102" y="45"/>
                  <a:pt x="104" y="28"/>
                  <a:pt x="105" y="10"/>
                </a:cubicBezTo>
                <a:cubicBezTo>
                  <a:pt x="122" y="26"/>
                  <a:pt x="137" y="42"/>
                  <a:pt x="154" y="58"/>
                </a:cubicBezTo>
                <a:cubicBezTo>
                  <a:pt x="136" y="60"/>
                  <a:pt x="119" y="61"/>
                  <a:pt x="101" y="62"/>
                </a:cubicBezTo>
                <a:close/>
                <a:moveTo>
                  <a:pt x="35" y="132"/>
                </a:moveTo>
                <a:cubicBezTo>
                  <a:pt x="25" y="132"/>
                  <a:pt x="15" y="132"/>
                  <a:pt x="4" y="132"/>
                </a:cubicBezTo>
                <a:cubicBezTo>
                  <a:pt x="2" y="132"/>
                  <a:pt x="0" y="133"/>
                  <a:pt x="0" y="136"/>
                </a:cubicBezTo>
                <a:cubicBezTo>
                  <a:pt x="0" y="138"/>
                  <a:pt x="1" y="139"/>
                  <a:pt x="4" y="139"/>
                </a:cubicBezTo>
                <a:cubicBezTo>
                  <a:pt x="9" y="139"/>
                  <a:pt x="14" y="139"/>
                  <a:pt x="20" y="139"/>
                </a:cubicBezTo>
                <a:cubicBezTo>
                  <a:pt x="25" y="139"/>
                  <a:pt x="30" y="139"/>
                  <a:pt x="35" y="139"/>
                </a:cubicBezTo>
                <a:cubicBezTo>
                  <a:pt x="38" y="139"/>
                  <a:pt x="39" y="138"/>
                  <a:pt x="39" y="135"/>
                </a:cubicBezTo>
                <a:cubicBezTo>
                  <a:pt x="39" y="133"/>
                  <a:pt x="38" y="132"/>
                  <a:pt x="35" y="132"/>
                </a:cubicBezTo>
                <a:close/>
              </a:path>
            </a:pathLst>
          </a:custGeom>
          <a:solidFill>
            <a:schemeClr val="tx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4" name="Oval 33">
            <a:extLst>
              <a:ext uri="{FF2B5EF4-FFF2-40B4-BE49-F238E27FC236}">
                <a16:creationId xmlns:a16="http://schemas.microsoft.com/office/drawing/2014/main" id="{56C30053-49E5-59FD-0C61-8B3D7EB1E714}"/>
              </a:ext>
            </a:extLst>
          </p:cNvPr>
          <p:cNvSpPr/>
          <p:nvPr/>
        </p:nvSpPr>
        <p:spPr>
          <a:xfrm>
            <a:off x="726028" y="2891480"/>
            <a:ext cx="371476" cy="371476"/>
          </a:xfrm>
          <a:prstGeom prst="ellipse">
            <a:avLst/>
          </a:prstGeom>
          <a:noFill/>
          <a:ln>
            <a:solidFill>
              <a:schemeClr val="bg2">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TextBox 34">
            <a:extLst>
              <a:ext uri="{FF2B5EF4-FFF2-40B4-BE49-F238E27FC236}">
                <a16:creationId xmlns:a16="http://schemas.microsoft.com/office/drawing/2014/main" id="{265806D6-DC35-5CA8-F180-7E399120B15E}"/>
              </a:ext>
            </a:extLst>
          </p:cNvPr>
          <p:cNvSpPr txBox="1"/>
          <p:nvPr/>
        </p:nvSpPr>
        <p:spPr>
          <a:xfrm>
            <a:off x="1257842" y="2946413"/>
            <a:ext cx="1811714" cy="261610"/>
          </a:xfrm>
          <a:prstGeom prst="rect">
            <a:avLst/>
          </a:prstGeom>
          <a:noFill/>
        </p:spPr>
        <p:txBody>
          <a:bodyPr wrap="none" rtlCol="0">
            <a:spAutoFit/>
          </a:bodyPr>
          <a:lstStyle/>
          <a:p>
            <a:r>
              <a:rPr lang="af-ZA" sz="1100" spc="50" dirty="0" err="1">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Carrera</a:t>
            </a:r>
            <a:r>
              <a:rPr lang="af-ZA" sz="1100" spc="50" dirty="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 27b No 68 - 96</a:t>
            </a:r>
            <a:endParaRPr lang="en-US" sz="1100" spc="50" dirty="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36" name="Google Shape;6880;p144">
            <a:extLst>
              <a:ext uri="{FF2B5EF4-FFF2-40B4-BE49-F238E27FC236}">
                <a16:creationId xmlns:a16="http://schemas.microsoft.com/office/drawing/2014/main" id="{67422BB1-0E9D-8A38-6B11-8EED8DE79A3A}"/>
              </a:ext>
            </a:extLst>
          </p:cNvPr>
          <p:cNvSpPr/>
          <p:nvPr/>
        </p:nvSpPr>
        <p:spPr>
          <a:xfrm>
            <a:off x="832754" y="2983575"/>
            <a:ext cx="153625" cy="187286"/>
          </a:xfrm>
          <a:custGeom>
            <a:avLst/>
            <a:gdLst/>
            <a:ahLst/>
            <a:cxnLst/>
            <a:rect l="l" t="t" r="r" b="b"/>
            <a:pathLst>
              <a:path w="134" h="161" extrusionOk="0">
                <a:moveTo>
                  <a:pt x="119" y="51"/>
                </a:moveTo>
                <a:cubicBezTo>
                  <a:pt x="119" y="52"/>
                  <a:pt x="119" y="52"/>
                  <a:pt x="119" y="52"/>
                </a:cubicBezTo>
                <a:cubicBezTo>
                  <a:pt x="117" y="55"/>
                  <a:pt x="115" y="62"/>
                  <a:pt x="111" y="68"/>
                </a:cubicBezTo>
                <a:cubicBezTo>
                  <a:pt x="116" y="76"/>
                  <a:pt x="118" y="85"/>
                  <a:pt x="118" y="94"/>
                </a:cubicBezTo>
                <a:cubicBezTo>
                  <a:pt x="118" y="122"/>
                  <a:pt x="95" y="145"/>
                  <a:pt x="67" y="145"/>
                </a:cubicBezTo>
                <a:cubicBezTo>
                  <a:pt x="39" y="145"/>
                  <a:pt x="16" y="122"/>
                  <a:pt x="16" y="94"/>
                </a:cubicBezTo>
                <a:cubicBezTo>
                  <a:pt x="16" y="85"/>
                  <a:pt x="18" y="76"/>
                  <a:pt x="23" y="68"/>
                </a:cubicBezTo>
                <a:cubicBezTo>
                  <a:pt x="19" y="62"/>
                  <a:pt x="16" y="55"/>
                  <a:pt x="15" y="52"/>
                </a:cubicBezTo>
                <a:cubicBezTo>
                  <a:pt x="15" y="51"/>
                  <a:pt x="15" y="51"/>
                  <a:pt x="15" y="51"/>
                </a:cubicBezTo>
                <a:cubicBezTo>
                  <a:pt x="5" y="63"/>
                  <a:pt x="0" y="79"/>
                  <a:pt x="0" y="94"/>
                </a:cubicBezTo>
                <a:cubicBezTo>
                  <a:pt x="0" y="131"/>
                  <a:pt x="30" y="161"/>
                  <a:pt x="67" y="161"/>
                </a:cubicBezTo>
                <a:cubicBezTo>
                  <a:pt x="104" y="161"/>
                  <a:pt x="134" y="131"/>
                  <a:pt x="134" y="94"/>
                </a:cubicBezTo>
                <a:cubicBezTo>
                  <a:pt x="134" y="79"/>
                  <a:pt x="129" y="63"/>
                  <a:pt x="119" y="51"/>
                </a:cubicBezTo>
                <a:close/>
                <a:moveTo>
                  <a:pt x="60" y="85"/>
                </a:moveTo>
                <a:cubicBezTo>
                  <a:pt x="62" y="86"/>
                  <a:pt x="64" y="88"/>
                  <a:pt x="66" y="89"/>
                </a:cubicBezTo>
                <a:cubicBezTo>
                  <a:pt x="68" y="89"/>
                  <a:pt x="68" y="89"/>
                  <a:pt x="68" y="89"/>
                </a:cubicBezTo>
                <a:cubicBezTo>
                  <a:pt x="74" y="86"/>
                  <a:pt x="78" y="82"/>
                  <a:pt x="82" y="77"/>
                </a:cubicBezTo>
                <a:cubicBezTo>
                  <a:pt x="89" y="68"/>
                  <a:pt x="95" y="58"/>
                  <a:pt x="100" y="48"/>
                </a:cubicBezTo>
                <a:cubicBezTo>
                  <a:pt x="101" y="44"/>
                  <a:pt x="102" y="40"/>
                  <a:pt x="103" y="37"/>
                </a:cubicBezTo>
                <a:cubicBezTo>
                  <a:pt x="103" y="32"/>
                  <a:pt x="103" y="32"/>
                  <a:pt x="103" y="32"/>
                </a:cubicBezTo>
                <a:cubicBezTo>
                  <a:pt x="102" y="29"/>
                  <a:pt x="102" y="27"/>
                  <a:pt x="101" y="24"/>
                </a:cubicBezTo>
                <a:cubicBezTo>
                  <a:pt x="96" y="10"/>
                  <a:pt x="86" y="2"/>
                  <a:pt x="71" y="0"/>
                </a:cubicBezTo>
                <a:cubicBezTo>
                  <a:pt x="71" y="0"/>
                  <a:pt x="70" y="0"/>
                  <a:pt x="70" y="0"/>
                </a:cubicBezTo>
                <a:cubicBezTo>
                  <a:pt x="64" y="0"/>
                  <a:pt x="64" y="0"/>
                  <a:pt x="64" y="0"/>
                </a:cubicBezTo>
                <a:cubicBezTo>
                  <a:pt x="61" y="1"/>
                  <a:pt x="58" y="1"/>
                  <a:pt x="55" y="2"/>
                </a:cubicBezTo>
                <a:cubicBezTo>
                  <a:pt x="42" y="7"/>
                  <a:pt x="34" y="16"/>
                  <a:pt x="32" y="29"/>
                </a:cubicBezTo>
                <a:cubicBezTo>
                  <a:pt x="32" y="30"/>
                  <a:pt x="32" y="31"/>
                  <a:pt x="31" y="31"/>
                </a:cubicBezTo>
                <a:cubicBezTo>
                  <a:pt x="31" y="37"/>
                  <a:pt x="31" y="37"/>
                  <a:pt x="31" y="37"/>
                </a:cubicBezTo>
                <a:cubicBezTo>
                  <a:pt x="32" y="42"/>
                  <a:pt x="34" y="48"/>
                  <a:pt x="37" y="53"/>
                </a:cubicBezTo>
                <a:cubicBezTo>
                  <a:pt x="43" y="65"/>
                  <a:pt x="50" y="76"/>
                  <a:pt x="60" y="85"/>
                </a:cubicBezTo>
                <a:close/>
                <a:moveTo>
                  <a:pt x="68" y="20"/>
                </a:moveTo>
                <a:cubicBezTo>
                  <a:pt x="76" y="20"/>
                  <a:pt x="83" y="27"/>
                  <a:pt x="82" y="35"/>
                </a:cubicBezTo>
                <a:cubicBezTo>
                  <a:pt x="82" y="43"/>
                  <a:pt x="75" y="50"/>
                  <a:pt x="67" y="49"/>
                </a:cubicBezTo>
                <a:cubicBezTo>
                  <a:pt x="58" y="49"/>
                  <a:pt x="51" y="42"/>
                  <a:pt x="52" y="34"/>
                </a:cubicBezTo>
                <a:cubicBezTo>
                  <a:pt x="52" y="26"/>
                  <a:pt x="59" y="19"/>
                  <a:pt x="68" y="20"/>
                </a:cubicBezTo>
                <a:close/>
              </a:path>
            </a:pathLst>
          </a:custGeom>
          <a:solidFill>
            <a:schemeClr val="tx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7" name="TextBox 36">
            <a:extLst>
              <a:ext uri="{FF2B5EF4-FFF2-40B4-BE49-F238E27FC236}">
                <a16:creationId xmlns:a16="http://schemas.microsoft.com/office/drawing/2014/main" id="{4F87BCF6-5963-C475-952B-99610794C15A}"/>
              </a:ext>
            </a:extLst>
          </p:cNvPr>
          <p:cNvSpPr txBox="1"/>
          <p:nvPr/>
        </p:nvSpPr>
        <p:spPr>
          <a:xfrm>
            <a:off x="1257842" y="4489151"/>
            <a:ext cx="1678665" cy="261610"/>
          </a:xfrm>
          <a:prstGeom prst="rect">
            <a:avLst/>
          </a:prstGeom>
          <a:noFill/>
        </p:spPr>
        <p:txBody>
          <a:bodyPr wrap="none" rtlCol="0">
            <a:spAutoFit/>
          </a:bodyPr>
          <a:lstStyle/>
          <a:p>
            <a:r>
              <a:rPr lang="af-ZA" sz="1100" spc="50" dirty="0" err="1">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www.finlecobpo.com</a:t>
            </a:r>
            <a:endParaRPr lang="en-US" sz="1100" spc="50" dirty="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38" name="Oval 37">
            <a:extLst>
              <a:ext uri="{FF2B5EF4-FFF2-40B4-BE49-F238E27FC236}">
                <a16:creationId xmlns:a16="http://schemas.microsoft.com/office/drawing/2014/main" id="{83C5EED7-DF5B-BD9E-5432-69FB01AB7D71}"/>
              </a:ext>
            </a:extLst>
          </p:cNvPr>
          <p:cNvSpPr/>
          <p:nvPr/>
        </p:nvSpPr>
        <p:spPr>
          <a:xfrm>
            <a:off x="726028" y="4434218"/>
            <a:ext cx="371476" cy="371476"/>
          </a:xfrm>
          <a:prstGeom prst="ellipse">
            <a:avLst/>
          </a:prstGeom>
          <a:noFill/>
          <a:ln>
            <a:solidFill>
              <a:schemeClr val="bg2">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Freeform 105">
            <a:extLst>
              <a:ext uri="{FF2B5EF4-FFF2-40B4-BE49-F238E27FC236}">
                <a16:creationId xmlns:a16="http://schemas.microsoft.com/office/drawing/2014/main" id="{AC162681-1C83-4702-431D-3FE1A1E9A0D2}"/>
              </a:ext>
            </a:extLst>
          </p:cNvPr>
          <p:cNvSpPr>
            <a:spLocks noEditPoints="1"/>
          </p:cNvSpPr>
          <p:nvPr/>
        </p:nvSpPr>
        <p:spPr bwMode="auto">
          <a:xfrm>
            <a:off x="815485" y="4525300"/>
            <a:ext cx="189312" cy="189312"/>
          </a:xfrm>
          <a:custGeom>
            <a:avLst/>
            <a:gdLst>
              <a:gd name="T0" fmla="*/ 80 w 160"/>
              <a:gd name="T1" fmla="*/ 160 h 160"/>
              <a:gd name="T2" fmla="*/ 160 w 160"/>
              <a:gd name="T3" fmla="*/ 83 h 160"/>
              <a:gd name="T4" fmla="*/ 160 w 160"/>
              <a:gd name="T5" fmla="*/ 80 h 160"/>
              <a:gd name="T6" fmla="*/ 0 w 160"/>
              <a:gd name="T7" fmla="*/ 80 h 160"/>
              <a:gd name="T8" fmla="*/ 0 w 160"/>
              <a:gd name="T9" fmla="*/ 83 h 160"/>
              <a:gd name="T10" fmla="*/ 125 w 160"/>
              <a:gd name="T11" fmla="*/ 114 h 160"/>
              <a:gd name="T12" fmla="*/ 105 w 160"/>
              <a:gd name="T13" fmla="*/ 85 h 160"/>
              <a:gd name="T14" fmla="*/ 125 w 160"/>
              <a:gd name="T15" fmla="*/ 114 h 160"/>
              <a:gd name="T16" fmla="*/ 155 w 160"/>
              <a:gd name="T17" fmla="*/ 85 h 160"/>
              <a:gd name="T18" fmla="*/ 129 w 160"/>
              <a:gd name="T19" fmla="*/ 117 h 160"/>
              <a:gd name="T20" fmla="*/ 63 w 160"/>
              <a:gd name="T21" fmla="*/ 112 h 160"/>
              <a:gd name="T22" fmla="*/ 98 w 160"/>
              <a:gd name="T23" fmla="*/ 112 h 160"/>
              <a:gd name="T24" fmla="*/ 63 w 160"/>
              <a:gd name="T25" fmla="*/ 112 h 160"/>
              <a:gd name="T26" fmla="*/ 38 w 160"/>
              <a:gd name="T27" fmla="*/ 119 h 160"/>
              <a:gd name="T28" fmla="*/ 70 w 160"/>
              <a:gd name="T29" fmla="*/ 154 h 160"/>
              <a:gd name="T30" fmla="*/ 80 w 160"/>
              <a:gd name="T31" fmla="*/ 55 h 160"/>
              <a:gd name="T32" fmla="*/ 100 w 160"/>
              <a:gd name="T33" fmla="*/ 80 h 160"/>
              <a:gd name="T34" fmla="*/ 61 w 160"/>
              <a:gd name="T35" fmla="*/ 54 h 160"/>
              <a:gd name="T36" fmla="*/ 99 w 160"/>
              <a:gd name="T37" fmla="*/ 107 h 160"/>
              <a:gd name="T38" fmla="*/ 61 w 160"/>
              <a:gd name="T39" fmla="*/ 107 h 160"/>
              <a:gd name="T40" fmla="*/ 100 w 160"/>
              <a:gd name="T41" fmla="*/ 85 h 160"/>
              <a:gd name="T42" fmla="*/ 103 w 160"/>
              <a:gd name="T43" fmla="*/ 113 h 160"/>
              <a:gd name="T44" fmla="*/ 90 w 160"/>
              <a:gd name="T45" fmla="*/ 154 h 160"/>
              <a:gd name="T46" fmla="*/ 105 w 160"/>
              <a:gd name="T47" fmla="*/ 80 h 160"/>
              <a:gd name="T48" fmla="*/ 125 w 160"/>
              <a:gd name="T49" fmla="*/ 47 h 160"/>
              <a:gd name="T50" fmla="*/ 105 w 160"/>
              <a:gd name="T51" fmla="*/ 80 h 160"/>
              <a:gd name="T52" fmla="*/ 103 w 160"/>
              <a:gd name="T53" fmla="*/ 48 h 160"/>
              <a:gd name="T54" fmla="*/ 123 w 160"/>
              <a:gd name="T55" fmla="*/ 42 h 160"/>
              <a:gd name="T56" fmla="*/ 98 w 160"/>
              <a:gd name="T57" fmla="*/ 49 h 160"/>
              <a:gd name="T58" fmla="*/ 63 w 160"/>
              <a:gd name="T59" fmla="*/ 49 h 160"/>
              <a:gd name="T60" fmla="*/ 98 w 160"/>
              <a:gd name="T61" fmla="*/ 49 h 160"/>
              <a:gd name="T62" fmla="*/ 38 w 160"/>
              <a:gd name="T63" fmla="*/ 42 h 160"/>
              <a:gd name="T64" fmla="*/ 58 w 160"/>
              <a:gd name="T65" fmla="*/ 48 h 160"/>
              <a:gd name="T66" fmla="*/ 55 w 160"/>
              <a:gd name="T67" fmla="*/ 80 h 160"/>
              <a:gd name="T68" fmla="*/ 35 w 160"/>
              <a:gd name="T69" fmla="*/ 47 h 160"/>
              <a:gd name="T70" fmla="*/ 55 w 160"/>
              <a:gd name="T71" fmla="*/ 85 h 160"/>
              <a:gd name="T72" fmla="*/ 35 w 160"/>
              <a:gd name="T73" fmla="*/ 114 h 160"/>
              <a:gd name="T74" fmla="*/ 55 w 160"/>
              <a:gd name="T75" fmla="*/ 85 h 160"/>
              <a:gd name="T76" fmla="*/ 31 w 160"/>
              <a:gd name="T77" fmla="*/ 117 h 160"/>
              <a:gd name="T78" fmla="*/ 5 w 160"/>
              <a:gd name="T79" fmla="*/ 85 h 160"/>
              <a:gd name="T80" fmla="*/ 31 w 160"/>
              <a:gd name="T81" fmla="*/ 117 h 160"/>
              <a:gd name="T82" fmla="*/ 33 w 160"/>
              <a:gd name="T83" fmla="*/ 120 h 160"/>
              <a:gd name="T84" fmla="*/ 21 w 160"/>
              <a:gd name="T85" fmla="*/ 128 h 160"/>
              <a:gd name="T86" fmla="*/ 128 w 160"/>
              <a:gd name="T87" fmla="*/ 120 h 160"/>
              <a:gd name="T88" fmla="*/ 106 w 160"/>
              <a:gd name="T89" fmla="*/ 150 h 160"/>
              <a:gd name="T90" fmla="*/ 129 w 160"/>
              <a:gd name="T91" fmla="*/ 44 h 160"/>
              <a:gd name="T92" fmla="*/ 155 w 160"/>
              <a:gd name="T93" fmla="*/ 80 h 160"/>
              <a:gd name="T94" fmla="*/ 135 w 160"/>
              <a:gd name="T95" fmla="*/ 80 h 160"/>
              <a:gd name="T96" fmla="*/ 128 w 160"/>
              <a:gd name="T97" fmla="*/ 40 h 160"/>
              <a:gd name="T98" fmla="*/ 139 w 160"/>
              <a:gd name="T99" fmla="*/ 33 h 160"/>
              <a:gd name="T100" fmla="*/ 33 w 160"/>
              <a:gd name="T101" fmla="*/ 40 h 160"/>
              <a:gd name="T102" fmla="*/ 54 w 160"/>
              <a:gd name="T103" fmla="*/ 10 h 160"/>
              <a:gd name="T104" fmla="*/ 31 w 160"/>
              <a:gd name="T105" fmla="*/ 44 h 160"/>
              <a:gd name="T106" fmla="*/ 5 w 160"/>
              <a:gd name="T107" fmla="*/ 80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60" h="160">
                <a:moveTo>
                  <a:pt x="0" y="84"/>
                </a:moveTo>
                <a:cubicBezTo>
                  <a:pt x="3" y="127"/>
                  <a:pt x="38" y="160"/>
                  <a:pt x="80" y="160"/>
                </a:cubicBezTo>
                <a:cubicBezTo>
                  <a:pt x="123" y="160"/>
                  <a:pt x="158" y="127"/>
                  <a:pt x="160" y="84"/>
                </a:cubicBezTo>
                <a:cubicBezTo>
                  <a:pt x="160" y="83"/>
                  <a:pt x="160" y="83"/>
                  <a:pt x="160" y="83"/>
                </a:cubicBezTo>
                <a:cubicBezTo>
                  <a:pt x="160" y="83"/>
                  <a:pt x="160" y="83"/>
                  <a:pt x="160" y="83"/>
                </a:cubicBezTo>
                <a:cubicBezTo>
                  <a:pt x="160" y="82"/>
                  <a:pt x="160" y="82"/>
                  <a:pt x="160" y="80"/>
                </a:cubicBezTo>
                <a:cubicBezTo>
                  <a:pt x="160" y="37"/>
                  <a:pt x="124" y="0"/>
                  <a:pt x="80" y="0"/>
                </a:cubicBezTo>
                <a:cubicBezTo>
                  <a:pt x="36" y="0"/>
                  <a:pt x="0" y="37"/>
                  <a:pt x="0" y="80"/>
                </a:cubicBezTo>
                <a:cubicBezTo>
                  <a:pt x="0" y="82"/>
                  <a:pt x="0" y="82"/>
                  <a:pt x="0" y="83"/>
                </a:cubicBezTo>
                <a:cubicBezTo>
                  <a:pt x="0" y="83"/>
                  <a:pt x="0" y="83"/>
                  <a:pt x="0" y="83"/>
                </a:cubicBezTo>
                <a:cubicBezTo>
                  <a:pt x="0" y="83"/>
                  <a:pt x="0" y="83"/>
                  <a:pt x="0" y="84"/>
                </a:cubicBezTo>
                <a:close/>
                <a:moveTo>
                  <a:pt x="125" y="114"/>
                </a:moveTo>
                <a:cubicBezTo>
                  <a:pt x="118" y="112"/>
                  <a:pt x="111" y="109"/>
                  <a:pt x="104" y="108"/>
                </a:cubicBezTo>
                <a:cubicBezTo>
                  <a:pt x="104" y="100"/>
                  <a:pt x="105" y="93"/>
                  <a:pt x="105" y="85"/>
                </a:cubicBezTo>
                <a:cubicBezTo>
                  <a:pt x="130" y="85"/>
                  <a:pt x="130" y="85"/>
                  <a:pt x="130" y="85"/>
                </a:cubicBezTo>
                <a:cubicBezTo>
                  <a:pt x="130" y="95"/>
                  <a:pt x="128" y="105"/>
                  <a:pt x="125" y="114"/>
                </a:cubicBezTo>
                <a:close/>
                <a:moveTo>
                  <a:pt x="135" y="85"/>
                </a:moveTo>
                <a:cubicBezTo>
                  <a:pt x="155" y="85"/>
                  <a:pt x="155" y="85"/>
                  <a:pt x="155" y="85"/>
                </a:cubicBezTo>
                <a:cubicBezTo>
                  <a:pt x="154" y="99"/>
                  <a:pt x="149" y="113"/>
                  <a:pt x="141" y="123"/>
                </a:cubicBezTo>
                <a:cubicBezTo>
                  <a:pt x="138" y="120"/>
                  <a:pt x="134" y="118"/>
                  <a:pt x="129" y="117"/>
                </a:cubicBezTo>
                <a:cubicBezTo>
                  <a:pt x="133" y="107"/>
                  <a:pt x="134" y="97"/>
                  <a:pt x="135" y="85"/>
                </a:cubicBezTo>
                <a:close/>
                <a:moveTo>
                  <a:pt x="63" y="112"/>
                </a:moveTo>
                <a:cubicBezTo>
                  <a:pt x="68" y="110"/>
                  <a:pt x="74" y="110"/>
                  <a:pt x="80" y="110"/>
                </a:cubicBezTo>
                <a:cubicBezTo>
                  <a:pt x="86" y="110"/>
                  <a:pt x="93" y="110"/>
                  <a:pt x="98" y="112"/>
                </a:cubicBezTo>
                <a:cubicBezTo>
                  <a:pt x="95" y="138"/>
                  <a:pt x="88" y="155"/>
                  <a:pt x="80" y="155"/>
                </a:cubicBezTo>
                <a:cubicBezTo>
                  <a:pt x="73" y="155"/>
                  <a:pt x="65" y="138"/>
                  <a:pt x="63" y="112"/>
                </a:cubicBezTo>
                <a:close/>
                <a:moveTo>
                  <a:pt x="70" y="154"/>
                </a:moveTo>
                <a:cubicBezTo>
                  <a:pt x="56" y="149"/>
                  <a:pt x="44" y="137"/>
                  <a:pt x="38" y="119"/>
                </a:cubicBezTo>
                <a:cubicBezTo>
                  <a:pt x="44" y="117"/>
                  <a:pt x="50" y="114"/>
                  <a:pt x="58" y="113"/>
                </a:cubicBezTo>
                <a:cubicBezTo>
                  <a:pt x="60" y="130"/>
                  <a:pt x="64" y="145"/>
                  <a:pt x="70" y="154"/>
                </a:cubicBezTo>
                <a:close/>
                <a:moveTo>
                  <a:pt x="61" y="54"/>
                </a:moveTo>
                <a:cubicBezTo>
                  <a:pt x="68" y="55"/>
                  <a:pt x="74" y="55"/>
                  <a:pt x="80" y="55"/>
                </a:cubicBezTo>
                <a:cubicBezTo>
                  <a:pt x="86" y="55"/>
                  <a:pt x="93" y="55"/>
                  <a:pt x="99" y="54"/>
                </a:cubicBezTo>
                <a:cubicBezTo>
                  <a:pt x="100" y="62"/>
                  <a:pt x="100" y="70"/>
                  <a:pt x="100" y="80"/>
                </a:cubicBezTo>
                <a:cubicBezTo>
                  <a:pt x="60" y="80"/>
                  <a:pt x="60" y="80"/>
                  <a:pt x="60" y="80"/>
                </a:cubicBezTo>
                <a:cubicBezTo>
                  <a:pt x="60" y="70"/>
                  <a:pt x="60" y="62"/>
                  <a:pt x="61" y="54"/>
                </a:cubicBezTo>
                <a:close/>
                <a:moveTo>
                  <a:pt x="100" y="85"/>
                </a:moveTo>
                <a:cubicBezTo>
                  <a:pt x="100" y="93"/>
                  <a:pt x="99" y="100"/>
                  <a:pt x="99" y="107"/>
                </a:cubicBezTo>
                <a:cubicBezTo>
                  <a:pt x="93" y="105"/>
                  <a:pt x="86" y="105"/>
                  <a:pt x="80" y="105"/>
                </a:cubicBezTo>
                <a:cubicBezTo>
                  <a:pt x="74" y="105"/>
                  <a:pt x="68" y="105"/>
                  <a:pt x="61" y="107"/>
                </a:cubicBezTo>
                <a:cubicBezTo>
                  <a:pt x="61" y="100"/>
                  <a:pt x="60" y="93"/>
                  <a:pt x="60" y="85"/>
                </a:cubicBezTo>
                <a:cubicBezTo>
                  <a:pt x="100" y="85"/>
                  <a:pt x="100" y="85"/>
                  <a:pt x="100" y="85"/>
                </a:cubicBezTo>
                <a:cubicBezTo>
                  <a:pt x="100" y="85"/>
                  <a:pt x="100" y="85"/>
                  <a:pt x="100" y="85"/>
                </a:cubicBezTo>
                <a:close/>
                <a:moveTo>
                  <a:pt x="103" y="113"/>
                </a:moveTo>
                <a:cubicBezTo>
                  <a:pt x="110" y="114"/>
                  <a:pt x="116" y="117"/>
                  <a:pt x="123" y="119"/>
                </a:cubicBezTo>
                <a:cubicBezTo>
                  <a:pt x="116" y="137"/>
                  <a:pt x="104" y="149"/>
                  <a:pt x="90" y="154"/>
                </a:cubicBezTo>
                <a:cubicBezTo>
                  <a:pt x="96" y="145"/>
                  <a:pt x="100" y="130"/>
                  <a:pt x="103" y="113"/>
                </a:cubicBezTo>
                <a:close/>
                <a:moveTo>
                  <a:pt x="105" y="80"/>
                </a:moveTo>
                <a:cubicBezTo>
                  <a:pt x="105" y="72"/>
                  <a:pt x="105" y="62"/>
                  <a:pt x="104" y="53"/>
                </a:cubicBezTo>
                <a:cubicBezTo>
                  <a:pt x="111" y="52"/>
                  <a:pt x="118" y="49"/>
                  <a:pt x="125" y="47"/>
                </a:cubicBezTo>
                <a:cubicBezTo>
                  <a:pt x="128" y="57"/>
                  <a:pt x="130" y="68"/>
                  <a:pt x="130" y="80"/>
                </a:cubicBezTo>
                <a:cubicBezTo>
                  <a:pt x="105" y="80"/>
                  <a:pt x="105" y="80"/>
                  <a:pt x="105" y="80"/>
                </a:cubicBezTo>
                <a:cubicBezTo>
                  <a:pt x="105" y="80"/>
                  <a:pt x="105" y="80"/>
                  <a:pt x="105" y="80"/>
                </a:cubicBezTo>
                <a:close/>
                <a:moveTo>
                  <a:pt x="103" y="48"/>
                </a:moveTo>
                <a:cubicBezTo>
                  <a:pt x="100" y="30"/>
                  <a:pt x="96" y="15"/>
                  <a:pt x="90" y="7"/>
                </a:cubicBezTo>
                <a:cubicBezTo>
                  <a:pt x="104" y="12"/>
                  <a:pt x="116" y="24"/>
                  <a:pt x="123" y="42"/>
                </a:cubicBezTo>
                <a:cubicBezTo>
                  <a:pt x="116" y="44"/>
                  <a:pt x="110" y="47"/>
                  <a:pt x="103" y="48"/>
                </a:cubicBezTo>
                <a:close/>
                <a:moveTo>
                  <a:pt x="98" y="49"/>
                </a:moveTo>
                <a:cubicBezTo>
                  <a:pt x="93" y="50"/>
                  <a:pt x="86" y="50"/>
                  <a:pt x="80" y="50"/>
                </a:cubicBezTo>
                <a:cubicBezTo>
                  <a:pt x="74" y="50"/>
                  <a:pt x="68" y="50"/>
                  <a:pt x="63" y="49"/>
                </a:cubicBezTo>
                <a:cubicBezTo>
                  <a:pt x="65" y="23"/>
                  <a:pt x="73" y="5"/>
                  <a:pt x="80" y="5"/>
                </a:cubicBezTo>
                <a:cubicBezTo>
                  <a:pt x="88" y="5"/>
                  <a:pt x="95" y="23"/>
                  <a:pt x="98" y="49"/>
                </a:cubicBezTo>
                <a:close/>
                <a:moveTo>
                  <a:pt x="58" y="48"/>
                </a:moveTo>
                <a:cubicBezTo>
                  <a:pt x="50" y="47"/>
                  <a:pt x="44" y="44"/>
                  <a:pt x="38" y="42"/>
                </a:cubicBezTo>
                <a:cubicBezTo>
                  <a:pt x="44" y="24"/>
                  <a:pt x="56" y="12"/>
                  <a:pt x="70" y="7"/>
                </a:cubicBezTo>
                <a:cubicBezTo>
                  <a:pt x="64" y="15"/>
                  <a:pt x="60" y="30"/>
                  <a:pt x="58" y="48"/>
                </a:cubicBezTo>
                <a:close/>
                <a:moveTo>
                  <a:pt x="56" y="53"/>
                </a:moveTo>
                <a:cubicBezTo>
                  <a:pt x="55" y="62"/>
                  <a:pt x="55" y="72"/>
                  <a:pt x="55" y="80"/>
                </a:cubicBezTo>
                <a:cubicBezTo>
                  <a:pt x="30" y="80"/>
                  <a:pt x="30" y="80"/>
                  <a:pt x="30" y="80"/>
                </a:cubicBezTo>
                <a:cubicBezTo>
                  <a:pt x="30" y="68"/>
                  <a:pt x="33" y="57"/>
                  <a:pt x="35" y="47"/>
                </a:cubicBezTo>
                <a:cubicBezTo>
                  <a:pt x="43" y="49"/>
                  <a:pt x="49" y="52"/>
                  <a:pt x="56" y="53"/>
                </a:cubicBezTo>
                <a:close/>
                <a:moveTo>
                  <a:pt x="55" y="85"/>
                </a:moveTo>
                <a:cubicBezTo>
                  <a:pt x="55" y="93"/>
                  <a:pt x="56" y="100"/>
                  <a:pt x="56" y="108"/>
                </a:cubicBezTo>
                <a:cubicBezTo>
                  <a:pt x="49" y="109"/>
                  <a:pt x="43" y="112"/>
                  <a:pt x="35" y="114"/>
                </a:cubicBezTo>
                <a:cubicBezTo>
                  <a:pt x="33" y="105"/>
                  <a:pt x="31" y="95"/>
                  <a:pt x="30" y="85"/>
                </a:cubicBezTo>
                <a:cubicBezTo>
                  <a:pt x="55" y="85"/>
                  <a:pt x="55" y="85"/>
                  <a:pt x="55" y="85"/>
                </a:cubicBezTo>
                <a:cubicBezTo>
                  <a:pt x="55" y="85"/>
                  <a:pt x="55" y="85"/>
                  <a:pt x="55" y="85"/>
                </a:cubicBezTo>
                <a:close/>
                <a:moveTo>
                  <a:pt x="31" y="117"/>
                </a:moveTo>
                <a:cubicBezTo>
                  <a:pt x="26" y="118"/>
                  <a:pt x="23" y="120"/>
                  <a:pt x="19" y="123"/>
                </a:cubicBezTo>
                <a:cubicBezTo>
                  <a:pt x="11" y="113"/>
                  <a:pt x="6" y="99"/>
                  <a:pt x="5" y="85"/>
                </a:cubicBezTo>
                <a:cubicBezTo>
                  <a:pt x="25" y="85"/>
                  <a:pt x="25" y="85"/>
                  <a:pt x="25" y="85"/>
                </a:cubicBezTo>
                <a:cubicBezTo>
                  <a:pt x="26" y="97"/>
                  <a:pt x="28" y="107"/>
                  <a:pt x="31" y="117"/>
                </a:cubicBezTo>
                <a:close/>
                <a:moveTo>
                  <a:pt x="21" y="128"/>
                </a:moveTo>
                <a:cubicBezTo>
                  <a:pt x="25" y="125"/>
                  <a:pt x="29" y="123"/>
                  <a:pt x="33" y="120"/>
                </a:cubicBezTo>
                <a:cubicBezTo>
                  <a:pt x="38" y="133"/>
                  <a:pt x="45" y="143"/>
                  <a:pt x="54" y="150"/>
                </a:cubicBezTo>
                <a:cubicBezTo>
                  <a:pt x="41" y="145"/>
                  <a:pt x="30" y="138"/>
                  <a:pt x="21" y="128"/>
                </a:cubicBezTo>
                <a:close/>
                <a:moveTo>
                  <a:pt x="106" y="150"/>
                </a:moveTo>
                <a:cubicBezTo>
                  <a:pt x="115" y="143"/>
                  <a:pt x="123" y="133"/>
                  <a:pt x="128" y="120"/>
                </a:cubicBezTo>
                <a:cubicBezTo>
                  <a:pt x="131" y="123"/>
                  <a:pt x="135" y="125"/>
                  <a:pt x="139" y="128"/>
                </a:cubicBezTo>
                <a:cubicBezTo>
                  <a:pt x="130" y="138"/>
                  <a:pt x="119" y="145"/>
                  <a:pt x="106" y="150"/>
                </a:cubicBezTo>
                <a:close/>
                <a:moveTo>
                  <a:pt x="135" y="80"/>
                </a:moveTo>
                <a:cubicBezTo>
                  <a:pt x="135" y="68"/>
                  <a:pt x="133" y="55"/>
                  <a:pt x="129" y="44"/>
                </a:cubicBezTo>
                <a:cubicBezTo>
                  <a:pt x="134" y="43"/>
                  <a:pt x="138" y="40"/>
                  <a:pt x="141" y="38"/>
                </a:cubicBezTo>
                <a:cubicBezTo>
                  <a:pt x="150" y="49"/>
                  <a:pt x="155" y="64"/>
                  <a:pt x="155" y="80"/>
                </a:cubicBezTo>
                <a:cubicBezTo>
                  <a:pt x="135" y="80"/>
                  <a:pt x="135" y="80"/>
                  <a:pt x="135" y="80"/>
                </a:cubicBezTo>
                <a:cubicBezTo>
                  <a:pt x="135" y="80"/>
                  <a:pt x="135" y="80"/>
                  <a:pt x="135" y="80"/>
                </a:cubicBezTo>
                <a:close/>
                <a:moveTo>
                  <a:pt x="139" y="33"/>
                </a:moveTo>
                <a:cubicBezTo>
                  <a:pt x="135" y="35"/>
                  <a:pt x="131" y="38"/>
                  <a:pt x="128" y="40"/>
                </a:cubicBezTo>
                <a:cubicBezTo>
                  <a:pt x="123" y="28"/>
                  <a:pt x="115" y="18"/>
                  <a:pt x="106" y="10"/>
                </a:cubicBezTo>
                <a:cubicBezTo>
                  <a:pt x="119" y="15"/>
                  <a:pt x="130" y="23"/>
                  <a:pt x="139" y="33"/>
                </a:cubicBezTo>
                <a:close/>
                <a:moveTo>
                  <a:pt x="54" y="10"/>
                </a:moveTo>
                <a:cubicBezTo>
                  <a:pt x="45" y="18"/>
                  <a:pt x="38" y="28"/>
                  <a:pt x="33" y="40"/>
                </a:cubicBezTo>
                <a:cubicBezTo>
                  <a:pt x="29" y="38"/>
                  <a:pt x="25" y="35"/>
                  <a:pt x="21" y="33"/>
                </a:cubicBezTo>
                <a:cubicBezTo>
                  <a:pt x="30" y="23"/>
                  <a:pt x="41" y="15"/>
                  <a:pt x="54" y="10"/>
                </a:cubicBezTo>
                <a:close/>
                <a:moveTo>
                  <a:pt x="19" y="38"/>
                </a:moveTo>
                <a:cubicBezTo>
                  <a:pt x="23" y="40"/>
                  <a:pt x="26" y="43"/>
                  <a:pt x="31" y="44"/>
                </a:cubicBezTo>
                <a:cubicBezTo>
                  <a:pt x="28" y="55"/>
                  <a:pt x="25" y="68"/>
                  <a:pt x="25" y="80"/>
                </a:cubicBezTo>
                <a:cubicBezTo>
                  <a:pt x="5" y="80"/>
                  <a:pt x="5" y="80"/>
                  <a:pt x="5" y="80"/>
                </a:cubicBezTo>
                <a:cubicBezTo>
                  <a:pt x="5" y="64"/>
                  <a:pt x="10" y="49"/>
                  <a:pt x="19" y="38"/>
                </a:cubicBez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endParaRPr lang="en-US"/>
          </a:p>
        </p:txBody>
      </p:sp>
      <p:sp>
        <p:nvSpPr>
          <p:cNvPr id="40" name="TextBox 39">
            <a:extLst>
              <a:ext uri="{FF2B5EF4-FFF2-40B4-BE49-F238E27FC236}">
                <a16:creationId xmlns:a16="http://schemas.microsoft.com/office/drawing/2014/main" id="{50FA3E44-75AD-332B-A545-6BDBD9B19A27}"/>
              </a:ext>
            </a:extLst>
          </p:cNvPr>
          <p:cNvSpPr txBox="1"/>
          <p:nvPr/>
        </p:nvSpPr>
        <p:spPr>
          <a:xfrm>
            <a:off x="621506" y="1347160"/>
            <a:ext cx="4156234" cy="893193"/>
          </a:xfrm>
          <a:prstGeom prst="rect">
            <a:avLst/>
          </a:prstGeom>
          <a:noFill/>
        </p:spPr>
        <p:txBody>
          <a:bodyPr wrap="square" rtlCol="0">
            <a:spAutoFit/>
          </a:bodyPr>
          <a:lstStyle/>
          <a:p>
            <a:pPr>
              <a:lnSpc>
                <a:spcPts val="1600"/>
              </a:lnSpc>
            </a:pPr>
            <a:r>
              <a:rPr lang="en-US" sz="950" i="0" dirty="0" err="1">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Combinamos</a:t>
            </a:r>
            <a:r>
              <a:rPr lang="en-US" sz="950" i="0" dirty="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 </a:t>
            </a:r>
            <a:r>
              <a:rPr lang="en-US" sz="950" i="0" dirty="0" err="1">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análisis</a:t>
            </a:r>
            <a:r>
              <a:rPr lang="en-US" sz="950" i="0" dirty="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 </a:t>
            </a:r>
            <a:r>
              <a:rPr lang="en-US" sz="950" i="0" dirty="0" err="1">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avanzado</a:t>
            </a:r>
            <a:r>
              <a:rPr lang="en-US" sz="950" i="0" dirty="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 y </a:t>
            </a:r>
            <a:r>
              <a:rPr lang="en-US" sz="950" i="0" dirty="0" err="1">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estrategias</a:t>
            </a:r>
            <a:r>
              <a:rPr lang="en-US" sz="950" i="0" dirty="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 </a:t>
            </a:r>
            <a:r>
              <a:rPr lang="en-US" sz="950" i="0" dirty="0" err="1">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personalizadas</a:t>
            </a:r>
            <a:r>
              <a:rPr lang="en-US" sz="950" i="0" dirty="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 para </a:t>
            </a:r>
            <a:r>
              <a:rPr lang="en-US" sz="950" i="0" dirty="0" err="1">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maximizar</a:t>
            </a:r>
            <a:r>
              <a:rPr lang="en-US" sz="950" i="0" dirty="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 la </a:t>
            </a:r>
            <a:r>
              <a:rPr lang="en-US" sz="950" i="0" dirty="0" err="1">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eficiencia</a:t>
            </a:r>
            <a:r>
              <a:rPr lang="en-US" sz="950" i="0" dirty="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 </a:t>
            </a:r>
            <a:r>
              <a:rPr lang="en-US" sz="950" i="0" dirty="0" err="1">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en</a:t>
            </a:r>
            <a:r>
              <a:rPr lang="en-US" sz="950" i="0" dirty="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 la </a:t>
            </a:r>
            <a:r>
              <a:rPr lang="en-US" sz="950" i="0" dirty="0" err="1">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gestión</a:t>
            </a:r>
            <a:r>
              <a:rPr lang="en-US" sz="950" i="0" dirty="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 de </a:t>
            </a:r>
            <a:r>
              <a:rPr lang="en-US" sz="950" i="0" dirty="0" err="1">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cobranzas</a:t>
            </a:r>
            <a:r>
              <a:rPr lang="en-US" sz="950" i="0" dirty="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 o </a:t>
            </a:r>
            <a:r>
              <a:rPr lang="en-US" sz="950" i="0" dirty="0" err="1">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centro</a:t>
            </a:r>
            <a:r>
              <a:rPr lang="en-US" sz="950" i="0" dirty="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 de </a:t>
            </a:r>
            <a:r>
              <a:rPr lang="en-US" sz="950" i="0" dirty="0" err="1">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contacto</a:t>
            </a:r>
            <a:r>
              <a:rPr lang="en-US" sz="950" i="0" dirty="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 </a:t>
            </a:r>
            <a:r>
              <a:rPr lang="en-US" sz="950" i="0" dirty="0" err="1">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Descubre</a:t>
            </a:r>
            <a:r>
              <a:rPr lang="en-US" sz="950" i="0" dirty="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 </a:t>
            </a:r>
            <a:r>
              <a:rPr lang="en-US" sz="950" i="0" dirty="0" err="1">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cómo</a:t>
            </a:r>
            <a:r>
              <a:rPr lang="en-US" sz="950" i="0" dirty="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 </a:t>
            </a:r>
            <a:r>
              <a:rPr lang="en-US" sz="950" i="0" dirty="0" err="1">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transformamos</a:t>
            </a:r>
            <a:r>
              <a:rPr lang="en-US" sz="950" i="0" dirty="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 </a:t>
            </a:r>
            <a:r>
              <a:rPr lang="en-US" sz="950" i="0" dirty="0" err="1">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los</a:t>
            </a:r>
            <a:r>
              <a:rPr lang="en-US" sz="950" i="0" dirty="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 </a:t>
            </a:r>
            <a:r>
              <a:rPr lang="en-US" sz="950" i="0" dirty="0" err="1">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datos</a:t>
            </a:r>
            <a:r>
              <a:rPr lang="en-US" sz="950" i="0" dirty="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 </a:t>
            </a:r>
            <a:r>
              <a:rPr lang="en-US" sz="950" i="0" dirty="0" err="1">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en</a:t>
            </a:r>
            <a:r>
              <a:rPr lang="en-US" sz="950" i="0" dirty="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 </a:t>
            </a:r>
            <a:r>
              <a:rPr lang="en-US" sz="950" i="0" dirty="0" err="1">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decisiones</a:t>
            </a:r>
            <a:r>
              <a:rPr lang="en-US" sz="950" i="0" dirty="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 </a:t>
            </a:r>
            <a:r>
              <a:rPr lang="en-US" sz="950" i="0" dirty="0" err="1">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poderosas</a:t>
            </a:r>
            <a:r>
              <a:rPr lang="en-US" sz="950" i="0" dirty="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 para </a:t>
            </a:r>
            <a:r>
              <a:rPr lang="en-US" sz="950" i="0" dirty="0" err="1">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asegurar</a:t>
            </a:r>
            <a:r>
              <a:rPr lang="en-US" sz="950" i="0" dirty="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 </a:t>
            </a:r>
            <a:r>
              <a:rPr lang="en-US" sz="950" i="0" dirty="0" err="1">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resultados</a:t>
            </a:r>
            <a:r>
              <a:rPr lang="en-US" sz="950" i="0" dirty="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 </a:t>
            </a:r>
            <a:r>
              <a:rPr lang="en-US" sz="950" i="0" dirty="0" err="1">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óptimos</a:t>
            </a:r>
            <a:r>
              <a:rPr lang="en-US" sz="950" i="0" dirty="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a:t>
            </a:r>
          </a:p>
        </p:txBody>
      </p:sp>
      <p:sp>
        <p:nvSpPr>
          <p:cNvPr id="2" name="Picture Placeholder 1"/>
          <p:cNvSpPr>
            <a:spLocks noGrp="1"/>
          </p:cNvSpPr>
          <p:nvPr>
            <p:ph type="pic" sz="quarter" idx="15"/>
          </p:nvPr>
        </p:nvSpPr>
        <p:spPr/>
        <p:txBody>
          <a:bodyPr/>
          <a:lstStyle/>
          <a:p>
            <a:endParaRPr lang="es-CO"/>
          </a:p>
        </p:txBody>
      </p:sp>
      <p:pic>
        <p:nvPicPr>
          <p:cNvPr id="5" name="Imagen 4">
            <a:extLst>
              <a:ext uri="{FF2B5EF4-FFF2-40B4-BE49-F238E27FC236}">
                <a16:creationId xmlns:a16="http://schemas.microsoft.com/office/drawing/2014/main" id="{A67F7F23-753B-10D7-3244-CF0D0838EDA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9795" y="6368290"/>
            <a:ext cx="1498186" cy="239305"/>
          </a:xfrm>
          <a:prstGeom prst="rect">
            <a:avLst/>
          </a:prstGeom>
        </p:spPr>
      </p:pic>
      <p:pic>
        <p:nvPicPr>
          <p:cNvPr id="7" name="Imagen 6">
            <a:extLst>
              <a:ext uri="{FF2B5EF4-FFF2-40B4-BE49-F238E27FC236}">
                <a16:creationId xmlns:a16="http://schemas.microsoft.com/office/drawing/2014/main" id="{40F2984D-2B9B-7252-8DBA-14411DA6FFE6}"/>
              </a:ext>
            </a:extLst>
          </p:cNvPr>
          <p:cNvPicPr>
            <a:picLocks noChangeAspect="1"/>
          </p:cNvPicPr>
          <p:nvPr/>
        </p:nvPicPr>
        <p:blipFill>
          <a:blip r:embed="rId3"/>
          <a:stretch>
            <a:fillRect/>
          </a:stretch>
        </p:blipFill>
        <p:spPr>
          <a:xfrm>
            <a:off x="10547350" y="6165838"/>
            <a:ext cx="1360142" cy="644208"/>
          </a:xfrm>
          <a:prstGeom prst="rect">
            <a:avLst/>
          </a:prstGeom>
        </p:spPr>
      </p:pic>
    </p:spTree>
    <p:extLst>
      <p:ext uri="{BB962C8B-B14F-4D97-AF65-F5344CB8AC3E}">
        <p14:creationId xmlns:p14="http://schemas.microsoft.com/office/powerpoint/2010/main" val="178792730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12700"/>
            <a:ext cx="12192000" cy="6870700"/>
          </a:xfrm>
          <a:prstGeom prst="rect">
            <a:avLst/>
          </a:prstGeom>
          <a:solidFill>
            <a:srgbClr val="605F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TextBox 5"/>
          <p:cNvSpPr txBox="1"/>
          <p:nvPr/>
        </p:nvSpPr>
        <p:spPr>
          <a:xfrm>
            <a:off x="1903219" y="2228672"/>
            <a:ext cx="8385565" cy="2400657"/>
          </a:xfrm>
          <a:prstGeom prst="rect">
            <a:avLst/>
          </a:prstGeom>
          <a:noFill/>
        </p:spPr>
        <p:txBody>
          <a:bodyPr wrap="none" rtlCol="0">
            <a:spAutoFit/>
          </a:bodyPr>
          <a:lstStyle/>
          <a:p>
            <a:pPr algn="ctr"/>
            <a:r>
              <a:rPr lang="en-GB" sz="15000" b="1">
                <a:solidFill>
                  <a:schemeClr val="bg1">
                    <a:alpha val="11000"/>
                  </a:schemeClr>
                </a:solidFill>
                <a:latin typeface="Open Sans" panose="020B0606030504020204" pitchFamily="34" charset="0"/>
                <a:ea typeface="Open Sans" panose="020B0606030504020204" pitchFamily="34" charset="0"/>
                <a:cs typeface="Open Sans" panose="020B0606030504020204" pitchFamily="34" charset="0"/>
              </a:rPr>
              <a:t>GRACIAS</a:t>
            </a:r>
          </a:p>
        </p:txBody>
      </p:sp>
      <p:sp>
        <p:nvSpPr>
          <p:cNvPr id="9" name="TextBox 8"/>
          <p:cNvSpPr txBox="1"/>
          <p:nvPr/>
        </p:nvSpPr>
        <p:spPr>
          <a:xfrm>
            <a:off x="5514751" y="3036585"/>
            <a:ext cx="1162498" cy="784830"/>
          </a:xfrm>
          <a:prstGeom prst="rect">
            <a:avLst/>
          </a:prstGeom>
          <a:noFill/>
        </p:spPr>
        <p:txBody>
          <a:bodyPr wrap="none" rtlCol="0">
            <a:spAutoFit/>
          </a:bodyPr>
          <a:lstStyle/>
          <a:p>
            <a:pPr algn="ctr"/>
            <a:r>
              <a:rPr lang="en-GB" sz="4500" b="1">
                <a:solidFill>
                  <a:schemeClr val="bg1"/>
                </a:solidFill>
                <a:latin typeface="Open Sans" panose="020B0606030504020204" pitchFamily="34" charset="0"/>
                <a:ea typeface="Open Sans" panose="020B0606030504020204" pitchFamily="34" charset="0"/>
                <a:cs typeface="Open Sans" panose="020B0606030504020204" pitchFamily="34" charset="0"/>
              </a:rPr>
              <a:t>FIN</a:t>
            </a:r>
          </a:p>
        </p:txBody>
      </p:sp>
      <p:sp>
        <p:nvSpPr>
          <p:cNvPr id="10" name="Rectangle 9"/>
          <p:cNvSpPr/>
          <p:nvPr/>
        </p:nvSpPr>
        <p:spPr>
          <a:xfrm>
            <a:off x="5193102" y="2990850"/>
            <a:ext cx="1880558" cy="876300"/>
          </a:xfrm>
          <a:prstGeom prst="rect">
            <a:avLst/>
          </a:prstGeom>
          <a:no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434606051"/>
      </p:ext>
    </p:extLst>
  </p:cSld>
  <p:clrMapOvr>
    <a:masterClrMapping/>
  </p:clrMapOvr>
</p:sld>
</file>

<file path=ppt/theme/theme1.xml><?xml version="1.0" encoding="utf-8"?>
<a:theme xmlns:a="http://schemas.openxmlformats.org/drawingml/2006/main" name="Office Theme">
  <a:themeElements>
    <a:clrScheme name="Custom 1">
      <a:dk1>
        <a:sysClr val="windowText" lastClr="000000"/>
      </a:dk1>
      <a:lt1>
        <a:sysClr val="window" lastClr="FFFFFF"/>
      </a:lt1>
      <a:dk2>
        <a:srgbClr val="232323"/>
      </a:dk2>
      <a:lt2>
        <a:srgbClr val="FFFFFF"/>
      </a:lt2>
      <a:accent1>
        <a:srgbClr val="8962EF"/>
      </a:accent1>
      <a:accent2>
        <a:srgbClr val="33B761"/>
      </a:accent2>
      <a:accent3>
        <a:srgbClr val="3A3AA8"/>
      </a:accent3>
      <a:accent4>
        <a:srgbClr val="FFFFFF"/>
      </a:accent4>
      <a:accent5>
        <a:srgbClr val="FFFFFF"/>
      </a:accent5>
      <a:accent6>
        <a:srgbClr val="FFFFFF"/>
      </a:accent6>
      <a:hlink>
        <a:srgbClr val="FFFFFF"/>
      </a:hlink>
      <a:folHlink>
        <a:srgbClr val="FFFFFF"/>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28272</TotalTime>
  <Words>3146</Words>
  <Application>Microsoft Macintosh PowerPoint</Application>
  <PresentationFormat>Panorámica</PresentationFormat>
  <Paragraphs>540</Paragraphs>
  <Slides>36</Slides>
  <Notes>0</Notes>
  <HiddenSlides>0</HiddenSlides>
  <MMClips>0</MMClips>
  <ScaleCrop>false</ScaleCrop>
  <HeadingPairs>
    <vt:vector size="6" baseType="variant">
      <vt:variant>
        <vt:lpstr>Fuentes usadas</vt:lpstr>
      </vt:variant>
      <vt:variant>
        <vt:i4>8</vt:i4>
      </vt:variant>
      <vt:variant>
        <vt:lpstr>Tema</vt:lpstr>
      </vt:variant>
      <vt:variant>
        <vt:i4>1</vt:i4>
      </vt:variant>
      <vt:variant>
        <vt:lpstr>Títulos de diapositiva</vt:lpstr>
      </vt:variant>
      <vt:variant>
        <vt:i4>36</vt:i4>
      </vt:variant>
    </vt:vector>
  </HeadingPairs>
  <TitlesOfParts>
    <vt:vector size="45" baseType="lpstr">
      <vt:lpstr>Arial</vt:lpstr>
      <vt:lpstr>Calibri</vt:lpstr>
      <vt:lpstr>Josefin Sans</vt:lpstr>
      <vt:lpstr>Montserrat</vt:lpstr>
      <vt:lpstr>Open Sans</vt:lpstr>
      <vt:lpstr>Roboto Light</vt:lpstr>
      <vt:lpstr>Sora</vt:lpstr>
      <vt:lpstr>Wingdings</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Generous Art</dc:creator>
  <cp:lastModifiedBy>Sergio Reyes</cp:lastModifiedBy>
  <cp:revision>5265</cp:revision>
  <dcterms:created xsi:type="dcterms:W3CDTF">2022-11-15T11:17:26Z</dcterms:created>
  <dcterms:modified xsi:type="dcterms:W3CDTF">2024-07-19T15:55:07Z</dcterms:modified>
</cp:coreProperties>
</file>